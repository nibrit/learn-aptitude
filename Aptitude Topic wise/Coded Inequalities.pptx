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8" roundtripDataSignature="AMtx7mjq/skGwYApjzNtuqhqllCsdx23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customschemas.google.com/relationships/presentationmetadata" Target="metadata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1a3379b2915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1a3379b2915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g1a3379b2915_0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0c05a04aab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g30c05a04aab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 showMasterSp="0">
  <p:cSld name="1_Title Slid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3"/>
          <p:cNvSpPr/>
          <p:nvPr/>
        </p:nvSpPr>
        <p:spPr>
          <a:xfrm>
            <a:off x="7972121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23"/>
          <p:cNvSpPr/>
          <p:nvPr/>
        </p:nvSpPr>
        <p:spPr>
          <a:xfrm>
            <a:off x="6394450" y="0"/>
            <a:ext cx="153926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23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23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p23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" name="Google Shape;20;p23"/>
          <p:cNvSpPr/>
          <p:nvPr>
            <p:ph idx="2" type="pic"/>
          </p:nvPr>
        </p:nvSpPr>
        <p:spPr>
          <a:xfrm>
            <a:off x="0" y="0"/>
            <a:ext cx="63119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21" name="Google Shape;21;p23"/>
          <p:cNvSpPr txBox="1"/>
          <p:nvPr>
            <p:ph type="ctrTitle"/>
          </p:nvPr>
        </p:nvSpPr>
        <p:spPr>
          <a:xfrm>
            <a:off x="6629400" y="758952"/>
            <a:ext cx="4526280" cy="32275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b="1" sz="6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3"/>
          <p:cNvSpPr txBox="1"/>
          <p:nvPr>
            <p:ph idx="1" type="subTitle"/>
          </p:nvPr>
        </p:nvSpPr>
        <p:spPr>
          <a:xfrm>
            <a:off x="6632171" y="4508500"/>
            <a:ext cx="4526280" cy="1279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3" name="Google Shape;23;p23"/>
          <p:cNvSpPr/>
          <p:nvPr/>
        </p:nvSpPr>
        <p:spPr>
          <a:xfrm>
            <a:off x="6311900" y="0"/>
            <a:ext cx="15392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4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4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27" name="Google Shape;27;p24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24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" name="Google Shape;29;p24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5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25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" name="Google Shape;33;p25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25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" name="Google Shape;35;p25"/>
          <p:cNvSpPr txBox="1"/>
          <p:nvPr>
            <p:ph idx="1" type="subTitle"/>
          </p:nvPr>
        </p:nvSpPr>
        <p:spPr>
          <a:xfrm>
            <a:off x="1212850" y="4508500"/>
            <a:ext cx="5118100" cy="1279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" name="Google Shape;36;p25"/>
          <p:cNvSpPr txBox="1"/>
          <p:nvPr>
            <p:ph type="ctrTitle"/>
          </p:nvPr>
        </p:nvSpPr>
        <p:spPr>
          <a:xfrm>
            <a:off x="1212850" y="2057400"/>
            <a:ext cx="5118100" cy="19290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alibri"/>
              <a:buNone/>
              <a:defRPr b="1" sz="5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>
  <p:cSld name="Section Header">
    <p:bg>
      <p:bgPr>
        <a:solidFill>
          <a:schemeClr val="lt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6"/>
          <p:cNvSpPr/>
          <p:nvPr/>
        </p:nvSpPr>
        <p:spPr>
          <a:xfrm>
            <a:off x="7972121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6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26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" name="Google Shape;41;p26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" name="Google Shape;42;p26"/>
          <p:cNvSpPr/>
          <p:nvPr>
            <p:ph idx="2" type="pic"/>
          </p:nvPr>
        </p:nvSpPr>
        <p:spPr>
          <a:xfrm>
            <a:off x="0" y="0"/>
            <a:ext cx="63119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26"/>
          <p:cNvSpPr/>
          <p:nvPr/>
        </p:nvSpPr>
        <p:spPr>
          <a:xfrm>
            <a:off x="2451099" y="3568700"/>
            <a:ext cx="8721725" cy="23082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6"/>
          <p:cNvSpPr txBox="1"/>
          <p:nvPr>
            <p:ph type="title"/>
          </p:nvPr>
        </p:nvSpPr>
        <p:spPr>
          <a:xfrm>
            <a:off x="2641599" y="3746500"/>
            <a:ext cx="8331202" cy="130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  <a:defRPr b="1" sz="4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6"/>
          <p:cNvSpPr txBox="1"/>
          <p:nvPr>
            <p:ph idx="1" type="body"/>
          </p:nvPr>
        </p:nvSpPr>
        <p:spPr>
          <a:xfrm>
            <a:off x="2641600" y="5219700"/>
            <a:ext cx="8331201" cy="5867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6" name="Google Shape;46;p26"/>
          <p:cNvSpPr/>
          <p:nvPr/>
        </p:nvSpPr>
        <p:spPr>
          <a:xfrm>
            <a:off x="3752850" y="3469101"/>
            <a:ext cx="5118100" cy="12566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ection Header" showMasterSp="0">
  <p:cSld name="1_Section Header">
    <p:bg>
      <p:bgPr>
        <a:solidFill>
          <a:schemeClr val="lt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7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27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" name="Google Shape;50;p27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" name="Google Shape;51;p27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27"/>
          <p:cNvSpPr/>
          <p:nvPr/>
        </p:nvSpPr>
        <p:spPr>
          <a:xfrm>
            <a:off x="1735138" y="3568700"/>
            <a:ext cx="8721725" cy="23082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7"/>
          <p:cNvSpPr txBox="1"/>
          <p:nvPr>
            <p:ph type="title"/>
          </p:nvPr>
        </p:nvSpPr>
        <p:spPr>
          <a:xfrm>
            <a:off x="1930399" y="3746500"/>
            <a:ext cx="8331202" cy="130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  <a:defRPr b="1" sz="4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7"/>
          <p:cNvSpPr txBox="1"/>
          <p:nvPr>
            <p:ph idx="1" type="body"/>
          </p:nvPr>
        </p:nvSpPr>
        <p:spPr>
          <a:xfrm>
            <a:off x="1930400" y="5219700"/>
            <a:ext cx="8331201" cy="5867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5" name="Google Shape;55;p27"/>
          <p:cNvSpPr/>
          <p:nvPr/>
        </p:nvSpPr>
        <p:spPr>
          <a:xfrm>
            <a:off x="3536950" y="3469101"/>
            <a:ext cx="5118100" cy="12566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8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8"/>
          <p:cNvSpPr txBox="1"/>
          <p:nvPr>
            <p:ph idx="1" type="body"/>
          </p:nvPr>
        </p:nvSpPr>
        <p:spPr>
          <a:xfrm>
            <a:off x="1097280" y="2120900"/>
            <a:ext cx="4639736" cy="37481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9" name="Google Shape;59;p28"/>
          <p:cNvSpPr txBox="1"/>
          <p:nvPr>
            <p:ph idx="2" type="body"/>
          </p:nvPr>
        </p:nvSpPr>
        <p:spPr>
          <a:xfrm>
            <a:off x="6515944" y="2120900"/>
            <a:ext cx="4639736" cy="37481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0" name="Google Shape;60;p28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28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28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9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9"/>
          <p:cNvSpPr txBox="1"/>
          <p:nvPr>
            <p:ph idx="1" type="body"/>
          </p:nvPr>
        </p:nvSpPr>
        <p:spPr>
          <a:xfrm>
            <a:off x="1097280" y="2057400"/>
            <a:ext cx="4639736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b="1" sz="24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6" name="Google Shape;66;p29"/>
          <p:cNvSpPr txBox="1"/>
          <p:nvPr>
            <p:ph idx="2" type="body"/>
          </p:nvPr>
        </p:nvSpPr>
        <p:spPr>
          <a:xfrm>
            <a:off x="1186731" y="2958274"/>
            <a:ext cx="4639736" cy="29108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7" name="Google Shape;67;p29"/>
          <p:cNvSpPr txBox="1"/>
          <p:nvPr>
            <p:ph idx="3" type="body"/>
          </p:nvPr>
        </p:nvSpPr>
        <p:spPr>
          <a:xfrm>
            <a:off x="6515944" y="2057400"/>
            <a:ext cx="4639736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b="1" sz="24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8" name="Google Shape;68;p29"/>
          <p:cNvSpPr txBox="1"/>
          <p:nvPr>
            <p:ph idx="4" type="body"/>
          </p:nvPr>
        </p:nvSpPr>
        <p:spPr>
          <a:xfrm>
            <a:off x="6605395" y="2958273"/>
            <a:ext cx="4639736" cy="29108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9" name="Google Shape;69;p29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" name="Google Shape;70;p29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p29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0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1"/>
          <p:cNvSpPr/>
          <p:nvPr/>
        </p:nvSpPr>
        <p:spPr>
          <a:xfrm>
            <a:off x="46672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1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" name="Google Shape;77;p31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" name="Google Shape;78;p31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2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2"/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2"/>
          <p:cNvSpPr txBox="1"/>
          <p:nvPr>
            <p:ph type="title"/>
          </p:nvPr>
        </p:nvSpPr>
        <p:spPr>
          <a:xfrm>
            <a:off x="1092200" y="786383"/>
            <a:ext cx="3068833" cy="20939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2"/>
          <p:cNvSpPr txBox="1"/>
          <p:nvPr>
            <p:ph idx="1" type="body"/>
          </p:nvPr>
        </p:nvSpPr>
        <p:spPr>
          <a:xfrm>
            <a:off x="5458984" y="812800"/>
            <a:ext cx="5713841" cy="48686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84" name="Google Shape;84;p32"/>
          <p:cNvSpPr txBox="1"/>
          <p:nvPr>
            <p:ph idx="2" type="body"/>
          </p:nvPr>
        </p:nvSpPr>
        <p:spPr>
          <a:xfrm>
            <a:off x="1092200" y="3043050"/>
            <a:ext cx="3068832" cy="26383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5" name="Google Shape;85;p32"/>
          <p:cNvSpPr/>
          <p:nvPr/>
        </p:nvSpPr>
        <p:spPr>
          <a:xfrm>
            <a:off x="0" y="1397000"/>
            <a:ext cx="1036320" cy="132948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2"/>
          <p:cNvSpPr/>
          <p:nvPr/>
        </p:nvSpPr>
        <p:spPr>
          <a:xfrm>
            <a:off x="5458983" y="624142"/>
            <a:ext cx="5713840" cy="12566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2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p32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" name="Google Shape;89;p32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90" name="Google Shape;90;p32"/>
          <p:cNvCxnSpPr/>
          <p:nvPr/>
        </p:nvCxnSpPr>
        <p:spPr>
          <a:xfrm rot="10800000">
            <a:off x="1092200" y="6446838"/>
            <a:ext cx="1643438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" name="Google Shape;91;p32"/>
          <p:cNvCxnSpPr/>
          <p:nvPr/>
        </p:nvCxnSpPr>
        <p:spPr>
          <a:xfrm rot="10800000">
            <a:off x="8420100" y="6429376"/>
            <a:ext cx="1000462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" name="Google Shape;92;p32"/>
          <p:cNvCxnSpPr/>
          <p:nvPr/>
        </p:nvCxnSpPr>
        <p:spPr>
          <a:xfrm rot="10800000">
            <a:off x="10765675" y="6446838"/>
            <a:ext cx="407258" cy="635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3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33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6" name="Google Shape;96;p33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" name="Google Shape;97;p33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p33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ntent with Caption" showMasterSp="0">
  <p:cSld name="1_Content with Caption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4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4"/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4"/>
          <p:cNvSpPr txBox="1"/>
          <p:nvPr>
            <p:ph idx="1" type="body"/>
          </p:nvPr>
        </p:nvSpPr>
        <p:spPr>
          <a:xfrm>
            <a:off x="5458984" y="497808"/>
            <a:ext cx="5713841" cy="48686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03" name="Google Shape;103;p34"/>
          <p:cNvSpPr/>
          <p:nvPr/>
        </p:nvSpPr>
        <p:spPr>
          <a:xfrm>
            <a:off x="0" y="2003424"/>
            <a:ext cx="1036320" cy="185737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4"/>
          <p:cNvSpPr/>
          <p:nvPr/>
        </p:nvSpPr>
        <p:spPr>
          <a:xfrm>
            <a:off x="5458983" y="377398"/>
            <a:ext cx="5713840" cy="12566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4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6" name="Google Shape;106;p34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7" name="Google Shape;107;p34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8" name="Google Shape;108;p34"/>
          <p:cNvSpPr/>
          <p:nvPr/>
        </p:nvSpPr>
        <p:spPr>
          <a:xfrm>
            <a:off x="1078230" y="2003423"/>
            <a:ext cx="3576082" cy="1857378"/>
          </a:xfrm>
          <a:prstGeom prst="rect">
            <a:avLst/>
          </a:prstGeom>
          <a:solidFill>
            <a:srgbClr val="27304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4"/>
          <p:cNvSpPr txBox="1"/>
          <p:nvPr>
            <p:ph type="title"/>
          </p:nvPr>
        </p:nvSpPr>
        <p:spPr>
          <a:xfrm>
            <a:off x="1092200" y="1885125"/>
            <a:ext cx="3314700" cy="2093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  <a:defRPr b="1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34"/>
          <p:cNvSpPr/>
          <p:nvPr/>
        </p:nvSpPr>
        <p:spPr>
          <a:xfrm>
            <a:off x="1092200" y="993775"/>
            <a:ext cx="1036320" cy="936626"/>
          </a:xfrm>
          <a:prstGeom prst="rect">
            <a:avLst/>
          </a:prstGeom>
          <a:solidFill>
            <a:srgbClr val="CFD3E6">
              <a:alpha val="2588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ontent with Caption" showMasterSp="0">
  <p:cSld name="2_Content with Caption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5"/>
          <p:cNvSpPr/>
          <p:nvPr>
            <p:ph idx="2" type="pic"/>
          </p:nvPr>
        </p:nvSpPr>
        <p:spPr>
          <a:xfrm>
            <a:off x="0" y="0"/>
            <a:ext cx="4654296" cy="5864225"/>
          </a:xfrm>
          <a:prstGeom prst="rect">
            <a:avLst/>
          </a:prstGeom>
          <a:noFill/>
          <a:ln>
            <a:noFill/>
          </a:ln>
        </p:spPr>
      </p:sp>
      <p:sp>
        <p:nvSpPr>
          <p:cNvPr id="113" name="Google Shape;113;p35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5"/>
          <p:cNvSpPr txBox="1"/>
          <p:nvPr>
            <p:ph idx="1" type="body"/>
          </p:nvPr>
        </p:nvSpPr>
        <p:spPr>
          <a:xfrm>
            <a:off x="5458984" y="497808"/>
            <a:ext cx="5713841" cy="48686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15" name="Google Shape;115;p35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6" name="Google Shape;116;p35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" name="Google Shape;117;p35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8" name="Google Shape;118;p35"/>
          <p:cNvSpPr txBox="1"/>
          <p:nvPr>
            <p:ph type="title"/>
          </p:nvPr>
        </p:nvSpPr>
        <p:spPr>
          <a:xfrm>
            <a:off x="1092200" y="1885125"/>
            <a:ext cx="3068833" cy="2093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  <a:defRPr b="1" i="0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ontent with Caption" showMasterSp="0">
  <p:cSld name="6_Content with Caption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6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6"/>
          <p:cNvSpPr txBox="1"/>
          <p:nvPr>
            <p:ph type="title"/>
          </p:nvPr>
        </p:nvSpPr>
        <p:spPr>
          <a:xfrm>
            <a:off x="4984722" y="548355"/>
            <a:ext cx="6054846" cy="634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1" i="0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36"/>
          <p:cNvSpPr txBox="1"/>
          <p:nvPr>
            <p:ph idx="1" type="body"/>
          </p:nvPr>
        </p:nvSpPr>
        <p:spPr>
          <a:xfrm>
            <a:off x="5100833" y="1611313"/>
            <a:ext cx="6072099" cy="3755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000"/>
              <a:buChar char="▪"/>
              <a:defRPr sz="2000"/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23" name="Google Shape;123;p36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4" name="Google Shape;124;p36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5" name="Google Shape;125;p36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6" name="Google Shape;126;p36"/>
          <p:cNvSpPr/>
          <p:nvPr>
            <p:ph idx="2" type="pic"/>
          </p:nvPr>
        </p:nvSpPr>
        <p:spPr>
          <a:xfrm>
            <a:off x="0" y="0"/>
            <a:ext cx="4654296" cy="586422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Content with Caption" showMasterSp="0">
  <p:cSld name="7_Content with Ca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7"/>
          <p:cNvSpPr/>
          <p:nvPr>
            <p:ph idx="2" type="pic"/>
          </p:nvPr>
        </p:nvSpPr>
        <p:spPr>
          <a:xfrm>
            <a:off x="0" y="0"/>
            <a:ext cx="12192000" cy="3541486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37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7"/>
          <p:cNvSpPr txBox="1"/>
          <p:nvPr>
            <p:ph type="title"/>
          </p:nvPr>
        </p:nvSpPr>
        <p:spPr>
          <a:xfrm>
            <a:off x="3068577" y="880375"/>
            <a:ext cx="6054846" cy="634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libri"/>
              <a:buNone/>
              <a:defRPr b="1" i="0" sz="36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37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2" name="Google Shape;132;p37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3" name="Google Shape;133;p37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4" name="Google Shape;134;p37"/>
          <p:cNvSpPr/>
          <p:nvPr/>
        </p:nvSpPr>
        <p:spPr>
          <a:xfrm>
            <a:off x="5577840" y="0"/>
            <a:ext cx="103632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ontent with Caption" showMasterSp="0">
  <p:cSld name="3_Content with Caption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8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38"/>
          <p:cNvSpPr/>
          <p:nvPr/>
        </p:nvSpPr>
        <p:spPr>
          <a:xfrm>
            <a:off x="4654312" y="507333"/>
            <a:ext cx="7537688" cy="484955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38"/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38"/>
          <p:cNvSpPr txBox="1"/>
          <p:nvPr>
            <p:ph type="title"/>
          </p:nvPr>
        </p:nvSpPr>
        <p:spPr>
          <a:xfrm>
            <a:off x="1092200" y="1885125"/>
            <a:ext cx="3068833" cy="2093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  <a:defRPr b="1" i="0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38"/>
          <p:cNvSpPr txBox="1"/>
          <p:nvPr>
            <p:ph idx="1" type="body"/>
          </p:nvPr>
        </p:nvSpPr>
        <p:spPr>
          <a:xfrm>
            <a:off x="6473373" y="943430"/>
            <a:ext cx="4699452" cy="3977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000"/>
              <a:buChar char="▪"/>
              <a:defRPr sz="2000"/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41" name="Google Shape;141;p38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2" name="Google Shape;142;p38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3" name="Google Shape;143;p38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4" name="Google Shape;144;p38"/>
          <p:cNvSpPr/>
          <p:nvPr/>
        </p:nvSpPr>
        <p:spPr>
          <a:xfrm>
            <a:off x="4370251" y="2322780"/>
            <a:ext cx="1348378" cy="1218664"/>
          </a:xfrm>
          <a:prstGeom prst="rect">
            <a:avLst/>
          </a:prstGeom>
          <a:solidFill>
            <a:srgbClr val="BECA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ontent with Caption" showMasterSp="0">
  <p:cSld name="4_Content with Caption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9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39"/>
          <p:cNvSpPr/>
          <p:nvPr/>
        </p:nvSpPr>
        <p:spPr>
          <a:xfrm>
            <a:off x="4654312" y="507333"/>
            <a:ext cx="7537688" cy="484955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39"/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39"/>
          <p:cNvSpPr txBox="1"/>
          <p:nvPr>
            <p:ph type="title"/>
          </p:nvPr>
        </p:nvSpPr>
        <p:spPr>
          <a:xfrm>
            <a:off x="1092200" y="1885125"/>
            <a:ext cx="3068833" cy="2093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  <a:defRPr b="1" i="0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39"/>
          <p:cNvSpPr txBox="1"/>
          <p:nvPr>
            <p:ph idx="1" type="body"/>
          </p:nvPr>
        </p:nvSpPr>
        <p:spPr>
          <a:xfrm>
            <a:off x="6518529" y="943430"/>
            <a:ext cx="4654296" cy="3977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000"/>
              <a:buChar char="▪"/>
              <a:defRPr sz="2000"/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51" name="Google Shape;151;p39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2" name="Google Shape;152;p39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3" name="Google Shape;153;p39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4" name="Google Shape;154;p39"/>
          <p:cNvSpPr/>
          <p:nvPr/>
        </p:nvSpPr>
        <p:spPr>
          <a:xfrm>
            <a:off x="4370251" y="2322780"/>
            <a:ext cx="1348378" cy="121866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0"/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40"/>
          <p:cNvSpPr/>
          <p:nvPr>
            <p:ph idx="2" type="pic"/>
          </p:nvPr>
        </p:nvSpPr>
        <p:spPr>
          <a:xfrm>
            <a:off x="15" y="0"/>
            <a:ext cx="12191985" cy="45783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58" name="Google Shape;158;p40"/>
          <p:cNvSpPr txBox="1"/>
          <p:nvPr>
            <p:ph type="title"/>
          </p:nvPr>
        </p:nvSpPr>
        <p:spPr>
          <a:xfrm>
            <a:off x="1097279" y="4799362"/>
            <a:ext cx="10113645" cy="74368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  <a:defRPr b="1" sz="44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40"/>
          <p:cNvSpPr txBox="1"/>
          <p:nvPr>
            <p:ph idx="1" type="body"/>
          </p:nvPr>
        </p:nvSpPr>
        <p:spPr>
          <a:xfrm>
            <a:off x="1097279" y="5715000"/>
            <a:ext cx="10113264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60" name="Google Shape;160;p40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1" name="Google Shape;161;p40"/>
          <p:cNvSpPr txBox="1"/>
          <p:nvPr>
            <p:ph idx="11" type="ftr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2" name="Google Shape;162;p40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3" name="Google Shape;163;p40"/>
          <p:cNvSpPr/>
          <p:nvPr/>
        </p:nvSpPr>
        <p:spPr>
          <a:xfrm>
            <a:off x="3536950" y="4535901"/>
            <a:ext cx="5118100" cy="1256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1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41"/>
          <p:cNvSpPr txBox="1"/>
          <p:nvPr>
            <p:ph idx="1" type="body"/>
          </p:nvPr>
        </p:nvSpPr>
        <p:spPr>
          <a:xfrm rot="5400000">
            <a:off x="3548743" y="-1715589"/>
            <a:ext cx="5024845" cy="12122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67" name="Google Shape;167;p41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8" name="Google Shape;168;p41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9" name="Google Shape;169;p41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2"/>
          <p:cNvSpPr txBox="1"/>
          <p:nvPr>
            <p:ph type="title"/>
          </p:nvPr>
        </p:nvSpPr>
        <p:spPr>
          <a:xfrm rot="5400000">
            <a:off x="7683554" y="2387546"/>
            <a:ext cx="4530725" cy="244803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42"/>
          <p:cNvSpPr txBox="1"/>
          <p:nvPr>
            <p:ph idx="1" type="body"/>
          </p:nvPr>
        </p:nvSpPr>
        <p:spPr>
          <a:xfrm rot="5400000">
            <a:off x="2566989" y="-128588"/>
            <a:ext cx="4530723" cy="7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73" name="Google Shape;173;p42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4" name="Google Shape;174;p42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5" name="Google Shape;175;p42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6" name="Google Shape;176;p42"/>
          <p:cNvSpPr/>
          <p:nvPr/>
        </p:nvSpPr>
        <p:spPr>
          <a:xfrm rot="-5400000">
            <a:off x="8871481" y="-146580"/>
            <a:ext cx="1036320" cy="132948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10.xml"/><Relationship Id="rId22" Type="http://schemas.openxmlformats.org/officeDocument/2006/relationships/theme" Target="../theme/theme2.xml"/><Relationship Id="rId10" Type="http://schemas.openxmlformats.org/officeDocument/2006/relationships/slideLayout" Target="../slideLayouts/slideLayout9.xml"/><Relationship Id="rId21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slideLayout" Target="../slideLayouts/slideLayout18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2"/>
          <p:cNvSpPr/>
          <p:nvPr/>
        </p:nvSpPr>
        <p:spPr>
          <a:xfrm>
            <a:off x="46672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22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b="1" i="0" sz="4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22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13" name="Google Shape;13;p2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4503" y="-95794"/>
            <a:ext cx="12087497" cy="183315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"/>
          <p:cNvSpPr txBox="1"/>
          <p:nvPr>
            <p:ph type="ctrTitle"/>
          </p:nvPr>
        </p:nvSpPr>
        <p:spPr>
          <a:xfrm>
            <a:off x="6629399" y="696686"/>
            <a:ext cx="5144589" cy="32897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6000"/>
              <a:buFont typeface="Calibri"/>
              <a:buNone/>
            </a:pPr>
            <a:r>
              <a:rPr lang="en-US">
                <a:solidFill>
                  <a:srgbClr val="FF0000"/>
                </a:solidFill>
              </a:rPr>
              <a:t>Coded Inequalities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83" name="Google Shape;183;p1"/>
          <p:cNvSpPr txBox="1"/>
          <p:nvPr>
            <p:ph idx="1" type="subTitle"/>
          </p:nvPr>
        </p:nvSpPr>
        <p:spPr>
          <a:xfrm>
            <a:off x="6632171" y="4508500"/>
            <a:ext cx="4526280" cy="1279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VIGNESH M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89" name="Google Shape;189;p2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1. In the given questions, assuming the given statements to be true, find which of the given four conclusions I, II, III and IV stands definitely true and give your answer accordingly.1.	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Statement:	S &gt; M ≥ D &gt; H ≤ R ≤ T &lt; W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Conclusions:	I.S &gt; H		II.	W &gt; H			III.	R &lt; W		IV.	M &gt; T	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(a) I, II and III are true	(b) Only II is true	(c) I and II are true	(d) I and either II or IV are true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(e) All I, II, III and IV are true</a:t>
            </a:r>
            <a:endParaRPr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2.	Statement:	P &lt; Q = R ≥ S ≥ T		Conclusion:	I.	T ≤ Q	II.	R &gt; P</a:t>
            </a:r>
            <a:endParaRPr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3.	Which of the following expressions will be true if the given expression K ≥ G &gt; H ≤ F is definitely true?</a:t>
            </a:r>
            <a:endParaRPr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	(a) F ≥ K			(b) H &lt; K	(c) F &lt; G </a:t>
            </a:r>
            <a:endParaRPr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/>
              <a:t>	(d) K ≥ H			(e) None of these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95" name="Google Shape;195;p5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(a) Only conclusion I follows.	(b) Only conclusion II follows.	(c) Either conclusion I or II follows.	(d) Neither conclusion I nor II follows.	(e) Both conclusion I and II follow.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4.	Statement:	P ≥ Q = R &gt; S &gt; T		Conclusion:	I.	R ≥ T	II.	T &lt; P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5.	Statement:	L ≤ M &lt; N &gt; O ≥ P	Conclusion:	I.	O &lt; M	II.	P ≤ 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01" name="Google Shape;201;p3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Give answer	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(a) if only conclusion I is true	(b) if only conclusion II is true	(c) if either conclusion I or II is true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(d) if neither conclusion I nor II is true	(e) if both conclusions I and II are true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2.	Statement:	P &lt; Q = R ≥ S ≥ T		Conclusion:	I.	T ≤ Q	II.	R &gt; P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07" name="Google Shape;207;p4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3.	Which of the following expressions will be true if the given expression K ≥ G &gt; H ≤ F is definitely true?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	(a) F ≥ K			(b) H &lt; K	(c) F &lt; G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	(d) K ≥ H			(e) None of these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6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13" name="Google Shape;213;p6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In each of the following questions, relationship between different elements is shown in the statements. These statements are followed by two conclusions.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Give answer	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(a) if only conclusion I is true	(b) if only conclusion II is true	(c) if either conclusion I or II is true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(d) if neither conclusion I nor II is true	(e) if both conclusions I and II are true 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 6.Statement:	A &lt; B = C, D &gt; C = E	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Conclusions:	I.	E ≥ A		II.	A &lt; D</a:t>
            </a:r>
            <a:endParaRPr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/>
              <a:t>7.	Statement:	A ≤ B &lt; C; A ≥ D; C ≤ F	Conclusion:	I.	D &lt; C	II.	F ≥ D </a:t>
            </a:r>
            <a:endParaRPr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/>
              <a:t>8.	Statement:	P ≥ Q = R, Q &gt; S &gt; T            Conclusions:	I.	P ≥T		II.	T &lt; R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7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19" name="Google Shape;219;p7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Directions for Q7 to Q8: In these questions, relationship between different elements is shown in the statements. These statements are followed by two conclusions.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Give answer	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(a) if only conclusion I is true	(b) if only conclusion II is true	(c) if either conclusion I or II is true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(d) if neither conclusion I nor II is true	(e) if both conclusions I and II are true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7.	Statement:	A ≤ B &lt; C; A ≥ D; C ≤ F	Conclusion:	I.	D &lt; C	II.	F ≥ D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8.	</a:t>
            </a:r>
            <a:r>
              <a:rPr lang="en-US"/>
              <a:t>Statement:	P ≥ Q = R, Q &gt; S &gt; T            Conclusions:	I.	P ≥T		II.	T &lt; R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8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25" name="Google Shape;225;p8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/>
              <a:t>Directions for Q9 and Q10: In each of the following questions, relationship between different elements is shown in the statements. These statements are followed by two conclusions.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Give answer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	(a) If only conclusion I follows.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	(b) If only conclusion II follows.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	(c) If either conclusion I or II follows.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	(d) If both conclusion I and II follow.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9.	Statement:	P ≥ Q = R, Q &gt; S &gt; 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	Conclusions:	I.	P ≥S	II.	T &lt; Q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10.	Statement:	F ≥ G = H, G &gt; J ≥ K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	Conclusions:	I.	F ≥ K		II.	K &lt; H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9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31" name="Google Shape;231;p9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 In this question, relationship between different elements is shown in the statements. Give answer	(a) if only conclusion I is true	(b) if only conclusion II is true	(c) if either conclusion I or II is true	(d) if neither conclusion I nor II is true	(e) if both conclusions I and II are true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11.	Statement:	F ≥ G = H; G &gt; J ≥ K	Conclusion:	I.	F ≥ K	II.	K &lt; H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0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37" name="Google Shape;237;p10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Directions for Q12 to Q15: In these questions, relationship between different elements is shown in the statements. These statements are followed by two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conclusions.	Mark answer if	(a) Only conclusion I follows.	(b) Only conclusion II follows.	(c) Either conclusion I or II follows.	(d) Neither conclusion I nor II follows.	(e) Both conclusion I and II follow.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12.	Statement:	A &gt; B, B ≥ C = D &lt; E	Conclusion:	I.	C &lt; A	II.	D ≤ B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/>
              <a:t>13.	</a:t>
            </a:r>
            <a:r>
              <a:rPr lang="en-US"/>
              <a:t>Statement:	H &gt; J = K, K ≥ L, L &gt; T, T &lt; V	Conclusion:	I.	K &gt; T	II.	L ≤ H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 14.	Statement:	A ≤ B = C, D &gt; C = E	Conclusion:	I.	C ≥ A	II.	B &lt; D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15.	Statement:	Z &gt; T, T &lt; M, M &lt; J	Conclusion:	I.	T &lt; J	II.	J &lt; Z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1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43" name="Google Shape;243;p11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16.	Statement:	J ≥ A &gt; D = E; L &lt; A &lt; 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	Conclusions:	I.	M &lt; J		II.	J &gt; L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			III.	D &gt; L		IV.	E &lt; 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	(a) Only II is true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	(b) I and III are true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	(c) None is true	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	(d) II and IV are true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	(e) I and II are true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2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49" name="Google Shape;249;p12"/>
          <p:cNvSpPr txBox="1"/>
          <p:nvPr>
            <p:ph idx="1" type="body"/>
          </p:nvPr>
        </p:nvSpPr>
        <p:spPr>
          <a:xfrm>
            <a:off x="78377" y="1837509"/>
            <a:ext cx="12043954" cy="50204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17.	Statement:	Y &gt; F ≤ O ≤ P; F ≥ U &lt; T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	Conclusions:	I.	Y &gt; P		II.	T &lt; F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			III.	O &gt; T		IV.	P &lt; U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	(a) Only I is true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	(b) Only II is true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	(c) Only III is true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	(d) None is true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	(e) I and IV are true</a:t>
            </a:r>
            <a:endParaRPr sz="2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3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55" name="Google Shape;255;p13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18. 	Statement:	M &gt; H ≤ Y ≤ R &lt; U = Z ≥ 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	Conclusions:	I.	M &gt; R		II.	Z ≤ 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			III.	R &gt; E		IV.	Z &gt; H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	(a) I and II are true	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	(b) Only IV is true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	(c) None is true	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	(d) II and IV are true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	(e) II and III are true</a:t>
            </a:r>
            <a:endParaRPr sz="2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4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61" name="Google Shape;261;p14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19.	Statement:	M &gt; U &gt; L ≤ N; L ≥ Y &gt; 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	Conclusions:	I.	Y &lt; N		II.	M &gt; 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			III.	N = Y		IV.	M &gt; 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	(a) Only either II or III is true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	(b) IV and either I or III are true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	(c) Only IV is true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	(d) Only II is true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	(e) Only III is true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5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67" name="Google Shape;267;p15"/>
          <p:cNvSpPr txBox="1"/>
          <p:nvPr>
            <p:ph idx="1" type="body"/>
          </p:nvPr>
        </p:nvSpPr>
        <p:spPr>
          <a:xfrm>
            <a:off x="0" y="1833154"/>
            <a:ext cx="12122400" cy="50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20	Statement:	P &gt; Q ≤ C ≤ B = M &gt; 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	Conclusions:	I.	M &gt; Q		II.	D &lt; P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			III.	M = Q		IV.	C &gt; 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	(a) None is true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	(b) Only IV is true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	(c) Only either I or III is true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	(d) III and II are true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	(e) Only is true 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6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73" name="Google Shape;273;p16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fontScale="77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/>
              <a:t>Directions (21-23): In these questions,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i) A @ B means A is not smaller than B.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ii) A # B means A  is not greater than B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iii) A $ B means A is neither greater than nor smaller than B.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iv) A + B means A is neither smaller than nor equal to B.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v) A % B means A  is neither greater than nor equal to B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br>
              <a:rPr lang="en-US"/>
            </a:br>
            <a:r>
              <a:rPr lang="en-US"/>
              <a:t>21. Statements: Y $ W , W @ O , O # H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Conclusions I. Y + O II. H % W III. H + 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A. None follows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B. Only I follow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C. Only II follow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D. Only III follow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E. Only II &amp; III follows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7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79" name="Google Shape;279;p17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22.Statements: B + M , M @ Z , Z $ C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Conclusions: I. C + M 	II. B + Z 		III. C + B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A. Only II follows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B. Only I and III follows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C. Only I follow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D. Only III follow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E. None of these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1a3379b2915_0_6"/>
          <p:cNvSpPr txBox="1"/>
          <p:nvPr>
            <p:ph type="title"/>
          </p:nvPr>
        </p:nvSpPr>
        <p:spPr>
          <a:xfrm>
            <a:off x="0" y="0"/>
            <a:ext cx="12192000" cy="17373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g1a3379b2915_0_6"/>
          <p:cNvSpPr txBox="1"/>
          <p:nvPr>
            <p:ph idx="1" type="body"/>
          </p:nvPr>
        </p:nvSpPr>
        <p:spPr>
          <a:xfrm>
            <a:off x="0" y="1833154"/>
            <a:ext cx="12122400" cy="50247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/>
              <a:t>23.Statements: N @ S , S % M , M + H</a:t>
            </a:r>
            <a:endParaRPr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/>
              <a:t>Conclusions: I. M # N.  	II. N + H. 	III. M + N</a:t>
            </a:r>
            <a:endParaRPr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/>
              <a:t>A. Only II follows </a:t>
            </a:r>
            <a:endParaRPr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/>
              <a:t>B. Only I and II follows </a:t>
            </a:r>
            <a:endParaRPr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/>
              <a:t>C. Only III follows</a:t>
            </a:r>
            <a:endParaRPr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/>
              <a:t>D. Either I or III follows</a:t>
            </a:r>
            <a:endParaRPr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/>
              <a:t>E. None of these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8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92" name="Google Shape;292;p18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fontScale="55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/>
              <a:t>24.	Given signs signify something and on that basis, assume the given statement to be true. Answer the question based on  the information provided.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	"%" denotes "greater than"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	"&gt;" denotes "equal to"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	"=" denotes "not less than"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	"@" denotes "not equal to"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	"#" denotes "less than"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	"*" denotes "not greater than"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	Statements: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	P &gt; S, S @ T, P # 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	Conclusions: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	 I. S % 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	II. P @ 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	(a) Only conclusion I is true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	(b) Only conclusion II is true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	(c) Neither conclusion I nor II is true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	(d) Both conclusion I and II are true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9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98" name="Google Shape;298;p19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fontScale="55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2800"/>
              <a:t>25.	“A+B” means “A is greater than B”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 sz="2800"/>
              <a:t>	“A–B” means “A is less than B”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 sz="2800"/>
              <a:t>	“A=B” means “A is greater than equal to B”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 sz="2800"/>
              <a:t>	“A*B” means “A is equal to B”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 sz="2800"/>
              <a:t>	“A/B” means “A is not equal to B”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 sz="2800"/>
              <a:t>	Statements: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 sz="2800"/>
              <a:t>	D=E, E+F, F/G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 sz="2800"/>
              <a:t>	Conclusions: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 sz="2800"/>
              <a:t>	 I. D+F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 sz="2800"/>
              <a:t>	II. F*G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 sz="2800"/>
              <a:t>	(a)	Only conclusion I is true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 sz="2800"/>
              <a:t>	(b)	Only conclusion II is true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 sz="2800"/>
              <a:t>	(c)	Neither conclusion I nor II is true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 sz="2800"/>
              <a:t>	(d)	Both conclusions I and II are true</a:t>
            </a:r>
            <a:endParaRPr sz="28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0c05a04aab_0_0"/>
          <p:cNvSpPr txBox="1"/>
          <p:nvPr>
            <p:ph type="title"/>
          </p:nvPr>
        </p:nvSpPr>
        <p:spPr>
          <a:xfrm>
            <a:off x="0" y="0"/>
            <a:ext cx="12192000" cy="1737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04" name="Google Shape;304;g30c05a04aab_0_0"/>
          <p:cNvSpPr txBox="1"/>
          <p:nvPr>
            <p:ph idx="1" type="body"/>
          </p:nvPr>
        </p:nvSpPr>
        <p:spPr>
          <a:xfrm>
            <a:off x="0" y="1833154"/>
            <a:ext cx="12122400" cy="50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fontScale="47500"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2800"/>
              <a:t>25.	“A+B” means “A is greater than B”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 sz="2800"/>
              <a:t>	“A–B” means “A is less than B”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 sz="2800"/>
              <a:t>	“A=B” means “A is greater than equal to B”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 sz="2800"/>
              <a:t>	“A*B” means “A is equal to B”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 sz="2800"/>
              <a:t>	“A/B” means “A is not equal to B”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 sz="2800"/>
              <a:t>	Statements: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 sz="2800"/>
              <a:t>	D=E, E+F, F/G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 sz="2800"/>
              <a:t>	Conclusions: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 sz="2800"/>
              <a:t>	 I. D+F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 sz="2800"/>
              <a:t>	II. F*G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 sz="2800"/>
              <a:t>	(a)	Only conclusion I is true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 sz="2800"/>
              <a:t>	(b)	Only conclusion II is true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 sz="2800"/>
              <a:t>	(c)	Neither conclusion I nor II is true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 sz="2800"/>
              <a:t>	(d)	Both conclusions I and II are true</a:t>
            </a:r>
            <a:endParaRPr sz="28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0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310" name="Google Shape;310;p2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1990" y="1833245"/>
            <a:ext cx="10179685" cy="50247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1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16" name="Google Shape;316;p21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                                                                                       </a:t>
            </a:r>
            <a:r>
              <a:rPr lang="en-US" sz="3600"/>
              <a:t>THANK YOU</a:t>
            </a:r>
            <a:endParaRPr sz="3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Q spider">
  <a:themeElements>
    <a:clrScheme name="Retrospect">
      <a:dk1>
        <a:srgbClr val="000000"/>
      </a:dk1>
      <a:lt1>
        <a:srgbClr val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2022-04-07T04:00:00Z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ICV">
    <vt:lpwstr>A8BD654C5DF048B3BF3DC0B75F1BE823</vt:lpwstr>
  </property>
  <property fmtid="{D5CDD505-2E9C-101B-9397-08002B2CF9AE}" pid="4" name="KSOProductBuildVer">
    <vt:lpwstr>1033-11.2.0.11156</vt:lpwstr>
  </property>
</Properties>
</file>