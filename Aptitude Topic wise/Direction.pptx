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5" roundtripDataSignature="AMtx7miz0CPXxUpoVh/uYUTtMwpFdJnl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1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1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21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1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3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23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4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4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4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5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5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25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7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7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0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0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0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0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30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30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0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2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32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2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32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2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3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33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4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4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4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5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5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3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3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5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6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6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6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6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7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7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7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8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8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8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9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0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4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4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4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40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293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2932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638791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4531" y="1973186"/>
            <a:ext cx="5392966" cy="178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67" name="Google Shape;26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070" y="2374515"/>
            <a:ext cx="352425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6655" y="2536439"/>
            <a:ext cx="3362325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4" name="Google Shape;274;p3"/>
          <p:cNvSpPr txBox="1"/>
          <p:nvPr>
            <p:ph idx="1" type="body"/>
          </p:nvPr>
        </p:nvSpPr>
        <p:spPr>
          <a:xfrm>
            <a:off x="0" y="21379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1. Prabir started walking towards South. He took a right turn after walking 10 metres. He again took a left turn after walking 20 meters. Which direction is he facing now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South (2) North (3) West (4) East (5) Cannot be determined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0" name="Google Shape;280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2. Kunal walked 10m. towards the East, turned right and walked another 15m. He then turns left and walks 3 m. He finally takes a left turn and walks 6m. Which direction is he facing now?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East (2) North (3) West (4) South (5) South West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6" name="Google Shape;286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3. W walked 30 metres towards South, took a left turn and walked 50 metres, again he took a left turn and walked 30 metres. How far is he from the starting point?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80 meters (2) 100 metres (3) 130 metres (4) 50 metres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 4. W walked 40 metres towards West, took a left turn and walked 30 metres. He then took a right turn and walked 20 metres. He again took a right turn and walked 30 metres. How far was be from the starting point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(l) 70 metres (2) 60 metres (3) 90 metres (4) Cannot be determined 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5. Sushil walked 15 metres towards South, took a left turn and walked 20 metres again he took, a left turn and walked 15 metres. How far and in which direction is be from the starting point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20 metres, West (2) 20 metres, East (3) 50 metres, West (4) 50 metres, East (5) Data inadequate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Directions (6-7) : Study the  following information carefully and answer the given questions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Point B is 12 metres south of point A. Point C is 24 metres east of point B. Point D is 8 metres south of point C. Point D is 12 metres east of point E and point F is 8 metres north of point 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6.If a man has to travel to point E from Point A (through these  points ), which of the following points will he pass through first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(1) Point C (2) Point D  (3) Point F (4) Point B  (5) None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7. If a man is standing facing north at point C, how far and in which direction is point F From that man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(1) 12 metres west    (2) 24 metres east    (3) 12 metres east  (4) 24 metres west   (5) None of thess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Directions (8-10) : Study the following information carefully and answer the questions given below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Point B is 25 m south of Point A. Point C is 10 m east of Point B. Point D is 30 m north of Point C. Point E is 7 m east of Point D. Point X is 18 m south of Point E. Point M is 12 m south of Point X. Point C is 7 m west of Point 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8. Point B is in which direction from  Point D?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South (2) South-West   (3) North-East (4) South-East (5) North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9. If Point W is 3 m to the north of  Point A. then what is the distance  between Points B and W?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28 m (2) 15 m   (3) 21 m (4) 24 m   (5) 17 m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10. What is distance between Points  B and M?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(l) 19 m (2) 15 m   (3) 21 m (4) 17 m  (5) 13 m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Directions (11-13) : Study the following information carefully and answer the questions given below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R is 15m west of Q . J is 6m north  of Q. W is 2m west of J. L is 10m south of W. K is 6m west of L.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11. If F is 4m to the south of R and V is 2m east of K. how far is Point F from Point V?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8m (2) 11m  (3) 5m (4) 9m  (5) 4m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12. Kabir walks 10m towards south from Point J , takes a right turn and walks for 3m. How far will he be from Point K?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4 m (2) 10 m (3) 5 m (4) 6 m (5) 9 m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13. In which direction is R with respect to J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(1) West (2) South east  (3) North east (4) North  5) South west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14.one evening. Raja started to Walk towards the Sun. After walking a while, he turned to his right and again to his right. After walking a while, he again turned right. In which direction is he facing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South (2) East (3) West (4) North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15.A boy started walking positioning his back towards the sun. After sometimes, he turned left, then turned right and then towards the left again. In Which direction is he going now?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East or West (2) North or West (3) South or West (4) North or South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16. P is 60 m South-East of Q. R is 60 m North-East of Q. Then  R is in which direction of P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North (2) North-East (3) South (4) South-East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17.Rahul put his timepiece on the table in such a way that at 6 P.M. hour hand points to North. In which direction the minute hand will point at 10.15 P.M.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South     B) North     C) West        D) Southwest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18.If South-East becomes North and North-East becomes West .. What will south become?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South     B) North east     C)North  West        D) Southwest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19. A man is facing north. He turns 90° in the anticlockwise direction and then 135° in the clockwise direction. Which direction is he facing now?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(1) North-east (2) North-west (3) Southeast (4) Southwest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8" name="Google Shape;358;p1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20.Morris is facing North and walks 10kms. He turns 270° anti-clockwise and walks 15kms. Now, he again turns 45° clockwise and walks for 25kms. Which direction is he facing now?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A) North-West     B) South-West    C) North-East   D) South-East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21. One fine morning after sun-rise, Vikram and Sailesh were standing in a lawn with their backs towards each other. Vikram's shadow fell exactly towards his left hand side. Which direction was ' Sailesh facing?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(A) East (8) West (C) North (4) South </a:t>
            </a:r>
            <a:endParaRPr/>
          </a:p>
        </p:txBody>
      </p:sp>
      <p:pic>
        <p:nvPicPr>
          <p:cNvPr id="365" name="Google Shape;3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5557" y="2856412"/>
            <a:ext cx="3173978" cy="3141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2F81391E039048A19FA9FD51A4528189</vt:lpwstr>
  </property>
  <property fmtid="{D5CDD505-2E9C-101B-9397-08002B2CF9AE}" pid="4" name="KSOProductBuildVer">
    <vt:lpwstr>1033-11.2.0.11042</vt:lpwstr>
  </property>
</Properties>
</file>