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iOGARcu7shavpH+7uNakqWj6hk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14" name="Shape 14"/>
        <p:cNvGrpSpPr/>
        <p:nvPr/>
      </p:nvGrpSpPr>
      <p:grpSpPr>
        <a:xfrm>
          <a:off x="0" y="0"/>
          <a:ext cx="0" cy="0"/>
          <a:chOff x="0" y="0"/>
          <a:chExt cx="0" cy="0"/>
        </a:xfrm>
      </p:grpSpPr>
      <p:sp>
        <p:nvSpPr>
          <p:cNvPr id="15" name="Google Shape;15;p32"/>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 name="Google Shape;16;p32"/>
          <p:cNvSpPr/>
          <p:nvPr/>
        </p:nvSpPr>
        <p:spPr>
          <a:xfrm>
            <a:off x="6394450" y="0"/>
            <a:ext cx="153926"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 name="Google Shape;17;p3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3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20" name="Google Shape;20;p32"/>
          <p:cNvSpPr/>
          <p:nvPr>
            <p:ph idx="2" type="pic"/>
          </p:nvPr>
        </p:nvSpPr>
        <p:spPr>
          <a:xfrm>
            <a:off x="0" y="0"/>
            <a:ext cx="6311900" cy="6858000"/>
          </a:xfrm>
          <a:prstGeom prst="rect">
            <a:avLst/>
          </a:prstGeom>
          <a:noFill/>
          <a:ln>
            <a:noFill/>
          </a:ln>
        </p:spPr>
      </p:sp>
      <p:sp>
        <p:nvSpPr>
          <p:cNvPr id="21" name="Google Shape;21;p32"/>
          <p:cNvSpPr txBox="1"/>
          <p:nvPr>
            <p:ph type="ctrTitle"/>
          </p:nvPr>
        </p:nvSpPr>
        <p:spPr>
          <a:xfrm>
            <a:off x="6629400" y="758952"/>
            <a:ext cx="4526280" cy="3227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6000"/>
              <a:buFont typeface="Calibri"/>
              <a:buNone/>
              <a:defRPr b="1" sz="6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2"/>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rgbClr val="3F3F3F"/>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32"/>
          <p:cNvSpPr/>
          <p:nvPr/>
        </p:nvSpPr>
        <p:spPr>
          <a:xfrm>
            <a:off x="6311900" y="0"/>
            <a:ext cx="15392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3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7" name="Google Shape;27;p3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3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3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30" name="Shape 30"/>
        <p:cNvGrpSpPr/>
        <p:nvPr/>
      </p:nvGrpSpPr>
      <p:grpSpPr>
        <a:xfrm>
          <a:off x="0" y="0"/>
          <a:ext cx="0" cy="0"/>
          <a:chOff x="0" y="0"/>
          <a:chExt cx="0" cy="0"/>
        </a:xfrm>
      </p:grpSpPr>
      <p:sp>
        <p:nvSpPr>
          <p:cNvPr id="31" name="Google Shape;31;p34"/>
          <p:cNvSpPr/>
          <p:nvPr>
            <p:ph idx="2" type="pic"/>
          </p:nvPr>
        </p:nvSpPr>
        <p:spPr>
          <a:xfrm>
            <a:off x="0" y="0"/>
            <a:ext cx="12192000" cy="6858000"/>
          </a:xfrm>
          <a:prstGeom prst="rect">
            <a:avLst/>
          </a:prstGeom>
          <a:noFill/>
          <a:ln>
            <a:noFill/>
          </a:ln>
        </p:spPr>
      </p:sp>
      <p:sp>
        <p:nvSpPr>
          <p:cNvPr id="32" name="Google Shape;32;p3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34"/>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3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35" name="Google Shape;35;p34"/>
          <p:cNvSpPr txBox="1"/>
          <p:nvPr>
            <p:ph idx="1" type="subTitle"/>
          </p:nvPr>
        </p:nvSpPr>
        <p:spPr>
          <a:xfrm>
            <a:off x="1212850" y="4508500"/>
            <a:ext cx="511810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36" name="Google Shape;36;p34"/>
          <p:cNvSpPr txBox="1"/>
          <p:nvPr>
            <p:ph type="ctrTitle"/>
          </p:nvPr>
        </p:nvSpPr>
        <p:spPr>
          <a:xfrm>
            <a:off x="1212850" y="2057400"/>
            <a:ext cx="5118100" cy="1929066"/>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400"/>
              <a:buFont typeface="Calibri"/>
              <a:buNone/>
              <a:defRPr b="1" sz="5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solidFill>
          <a:schemeClr val="lt1"/>
        </a:solidFill>
      </p:bgPr>
    </p:bg>
    <p:spTree>
      <p:nvGrpSpPr>
        <p:cNvPr id="37" name="Shape 37"/>
        <p:cNvGrpSpPr/>
        <p:nvPr/>
      </p:nvGrpSpPr>
      <p:grpSpPr>
        <a:xfrm>
          <a:off x="0" y="0"/>
          <a:ext cx="0" cy="0"/>
          <a:chOff x="0" y="0"/>
          <a:chExt cx="0" cy="0"/>
        </a:xfrm>
      </p:grpSpPr>
      <p:sp>
        <p:nvSpPr>
          <p:cNvPr id="38" name="Google Shape;38;p35"/>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 name="Google Shape;39;p3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3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3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42" name="Google Shape;42;p35"/>
          <p:cNvSpPr/>
          <p:nvPr>
            <p:ph idx="2" type="pic"/>
          </p:nvPr>
        </p:nvSpPr>
        <p:spPr>
          <a:xfrm>
            <a:off x="0" y="0"/>
            <a:ext cx="6311900" cy="6858000"/>
          </a:xfrm>
          <a:prstGeom prst="rect">
            <a:avLst/>
          </a:prstGeom>
          <a:noFill/>
          <a:ln>
            <a:noFill/>
          </a:ln>
        </p:spPr>
      </p:sp>
      <p:sp>
        <p:nvSpPr>
          <p:cNvPr id="43" name="Google Shape;43;p35"/>
          <p:cNvSpPr/>
          <p:nvPr/>
        </p:nvSpPr>
        <p:spPr>
          <a:xfrm>
            <a:off x="2451099"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 name="Google Shape;44;p35"/>
          <p:cNvSpPr txBox="1"/>
          <p:nvPr>
            <p:ph type="title"/>
          </p:nvPr>
        </p:nvSpPr>
        <p:spPr>
          <a:xfrm>
            <a:off x="2641599" y="3746500"/>
            <a:ext cx="8331202" cy="13081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5"/>
          <p:cNvSpPr txBox="1"/>
          <p:nvPr>
            <p:ph idx="1" type="body"/>
          </p:nvPr>
        </p:nvSpPr>
        <p:spPr>
          <a:xfrm>
            <a:off x="26416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6" name="Google Shape;46;p35"/>
          <p:cNvSpPr/>
          <p:nvPr/>
        </p:nvSpPr>
        <p:spPr>
          <a:xfrm>
            <a:off x="37528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showMasterSp="0">
  <p:cSld name="1_Section Header">
    <p:bg>
      <p:bgPr>
        <a:solidFill>
          <a:schemeClr val="lt1"/>
        </a:solidFill>
      </p:bgPr>
    </p:bg>
    <p:spTree>
      <p:nvGrpSpPr>
        <p:cNvPr id="47" name="Shape 47"/>
        <p:cNvGrpSpPr/>
        <p:nvPr/>
      </p:nvGrpSpPr>
      <p:grpSpPr>
        <a:xfrm>
          <a:off x="0" y="0"/>
          <a:ext cx="0" cy="0"/>
          <a:chOff x="0" y="0"/>
          <a:chExt cx="0" cy="0"/>
        </a:xfrm>
      </p:grpSpPr>
      <p:sp>
        <p:nvSpPr>
          <p:cNvPr id="48" name="Google Shape;48;p3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3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3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51" name="Google Shape;51;p36"/>
          <p:cNvSpPr/>
          <p:nvPr>
            <p:ph idx="2" type="pic"/>
          </p:nvPr>
        </p:nvSpPr>
        <p:spPr>
          <a:xfrm>
            <a:off x="0" y="0"/>
            <a:ext cx="12192000" cy="6858000"/>
          </a:xfrm>
          <a:prstGeom prst="rect">
            <a:avLst/>
          </a:prstGeom>
          <a:noFill/>
          <a:ln>
            <a:noFill/>
          </a:ln>
        </p:spPr>
      </p:sp>
      <p:sp>
        <p:nvSpPr>
          <p:cNvPr id="52" name="Google Shape;52;p36"/>
          <p:cNvSpPr/>
          <p:nvPr/>
        </p:nvSpPr>
        <p:spPr>
          <a:xfrm>
            <a:off x="1735138"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3" name="Google Shape;53;p36"/>
          <p:cNvSpPr txBox="1"/>
          <p:nvPr>
            <p:ph type="title"/>
          </p:nvPr>
        </p:nvSpPr>
        <p:spPr>
          <a:xfrm>
            <a:off x="1930399" y="3746500"/>
            <a:ext cx="8331202" cy="13081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36"/>
          <p:cNvSpPr txBox="1"/>
          <p:nvPr>
            <p:ph idx="1" type="body"/>
          </p:nvPr>
        </p:nvSpPr>
        <p:spPr>
          <a:xfrm>
            <a:off x="19304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5" name="Google Shape;55;p36"/>
          <p:cNvSpPr/>
          <p:nvPr/>
        </p:nvSpPr>
        <p:spPr>
          <a:xfrm>
            <a:off x="35369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3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7"/>
          <p:cNvSpPr txBox="1"/>
          <p:nvPr>
            <p:ph idx="1" type="body"/>
          </p:nvPr>
        </p:nvSpPr>
        <p:spPr>
          <a:xfrm>
            <a:off x="1097280" y="2120900"/>
            <a:ext cx="4639736" cy="374819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37"/>
          <p:cNvSpPr txBox="1"/>
          <p:nvPr>
            <p:ph idx="2" type="body"/>
          </p:nvPr>
        </p:nvSpPr>
        <p:spPr>
          <a:xfrm>
            <a:off x="6515944" y="2120900"/>
            <a:ext cx="4639736" cy="374819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0" name="Google Shape;60;p3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3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3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3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38"/>
          <p:cNvSpPr txBox="1"/>
          <p:nvPr>
            <p:ph idx="1" type="body"/>
          </p:nvPr>
        </p:nvSpPr>
        <p:spPr>
          <a:xfrm>
            <a:off x="1097280"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6" name="Google Shape;66;p38"/>
          <p:cNvSpPr txBox="1"/>
          <p:nvPr>
            <p:ph idx="2" type="body"/>
          </p:nvPr>
        </p:nvSpPr>
        <p:spPr>
          <a:xfrm>
            <a:off x="1186731" y="2958274"/>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7" name="Google Shape;67;p38"/>
          <p:cNvSpPr txBox="1"/>
          <p:nvPr>
            <p:ph idx="3" type="body"/>
          </p:nvPr>
        </p:nvSpPr>
        <p:spPr>
          <a:xfrm>
            <a:off x="6515944"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8" name="Google Shape;68;p38"/>
          <p:cNvSpPr txBox="1"/>
          <p:nvPr>
            <p:ph idx="4" type="body"/>
          </p:nvPr>
        </p:nvSpPr>
        <p:spPr>
          <a:xfrm>
            <a:off x="6605395" y="2958273"/>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9" name="Google Shape;69;p38"/>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38"/>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38"/>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3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4" name="Shape 74"/>
        <p:cNvGrpSpPr/>
        <p:nvPr/>
      </p:nvGrpSpPr>
      <p:grpSpPr>
        <a:xfrm>
          <a:off x="0" y="0"/>
          <a:ext cx="0" cy="0"/>
          <a:chOff x="0" y="0"/>
          <a:chExt cx="0" cy="0"/>
        </a:xfrm>
      </p:grpSpPr>
      <p:sp>
        <p:nvSpPr>
          <p:cNvPr id="75" name="Google Shape;75;p40"/>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 name="Google Shape;76;p4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4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4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9" name="Shape 79"/>
        <p:cNvGrpSpPr/>
        <p:nvPr/>
      </p:nvGrpSpPr>
      <p:grpSpPr>
        <a:xfrm>
          <a:off x="0" y="0"/>
          <a:ext cx="0" cy="0"/>
          <a:chOff x="0" y="0"/>
          <a:chExt cx="0" cy="0"/>
        </a:xfrm>
      </p:grpSpPr>
      <p:sp>
        <p:nvSpPr>
          <p:cNvPr id="80" name="Google Shape;80;p41"/>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41"/>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1"/>
          <p:cNvSpPr txBox="1"/>
          <p:nvPr>
            <p:ph type="title"/>
          </p:nvPr>
        </p:nvSpPr>
        <p:spPr>
          <a:xfrm>
            <a:off x="1092200" y="786383"/>
            <a:ext cx="3068833" cy="2093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41"/>
          <p:cNvSpPr txBox="1"/>
          <p:nvPr>
            <p:ph idx="1" type="body"/>
          </p:nvPr>
        </p:nvSpPr>
        <p:spPr>
          <a:xfrm>
            <a:off x="5458984" y="812800"/>
            <a:ext cx="5713841" cy="4868609"/>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4" name="Google Shape;84;p41"/>
          <p:cNvSpPr txBox="1"/>
          <p:nvPr>
            <p:ph idx="2" type="body"/>
          </p:nvPr>
        </p:nvSpPr>
        <p:spPr>
          <a:xfrm>
            <a:off x="1092200" y="3043050"/>
            <a:ext cx="3068832" cy="263835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800"/>
              <a:buNone/>
              <a:defRPr sz="1800">
                <a:solidFill>
                  <a:srgbClr val="FFFFFF"/>
                </a:solidFill>
              </a:defRPr>
            </a:lvl1pPr>
            <a:lvl2pPr indent="-228600" lvl="1" marL="914400" algn="l">
              <a:lnSpc>
                <a:spcPct val="100000"/>
              </a:lnSpc>
              <a:spcBef>
                <a:spcPts val="2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5" name="Google Shape;85;p41"/>
          <p:cNvSpPr/>
          <p:nvPr/>
        </p:nvSpPr>
        <p:spPr>
          <a:xfrm>
            <a:off x="0" y="139700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41"/>
          <p:cNvSpPr/>
          <p:nvPr/>
        </p:nvSpPr>
        <p:spPr>
          <a:xfrm>
            <a:off x="5458983" y="624142"/>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4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4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4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cxnSp>
        <p:nvCxnSpPr>
          <p:cNvPr id="90" name="Google Shape;90;p41"/>
          <p:cNvCxnSpPr/>
          <p:nvPr/>
        </p:nvCxnSpPr>
        <p:spPr>
          <a:xfrm rot="10800000">
            <a:off x="1092200" y="6446838"/>
            <a:ext cx="1643438" cy="0"/>
          </a:xfrm>
          <a:prstGeom prst="straightConnector1">
            <a:avLst/>
          </a:prstGeom>
          <a:noFill/>
          <a:ln cap="flat" cmpd="sng" w="28575">
            <a:solidFill>
              <a:schemeClr val="dk2"/>
            </a:solidFill>
            <a:prstDash val="solid"/>
            <a:round/>
            <a:headEnd len="sm" w="sm" type="none"/>
            <a:tailEnd len="sm" w="sm" type="none"/>
          </a:ln>
        </p:spPr>
      </p:cxnSp>
      <p:cxnSp>
        <p:nvCxnSpPr>
          <p:cNvPr id="91" name="Google Shape;91;p41"/>
          <p:cNvCxnSpPr/>
          <p:nvPr/>
        </p:nvCxnSpPr>
        <p:spPr>
          <a:xfrm rot="10800000">
            <a:off x="8420100" y="6429376"/>
            <a:ext cx="1000462" cy="0"/>
          </a:xfrm>
          <a:prstGeom prst="straightConnector1">
            <a:avLst/>
          </a:prstGeom>
          <a:noFill/>
          <a:ln cap="flat" cmpd="sng" w="28575">
            <a:solidFill>
              <a:schemeClr val="lt2"/>
            </a:solidFill>
            <a:prstDash val="solid"/>
            <a:round/>
            <a:headEnd len="sm" w="sm" type="none"/>
            <a:tailEnd len="sm" w="sm" type="none"/>
          </a:ln>
        </p:spPr>
      </p:cxnSp>
      <p:cxnSp>
        <p:nvCxnSpPr>
          <p:cNvPr id="92" name="Google Shape;92;p41"/>
          <p:cNvCxnSpPr/>
          <p:nvPr/>
        </p:nvCxnSpPr>
        <p:spPr>
          <a:xfrm rot="10800000">
            <a:off x="10765675" y="6446838"/>
            <a:ext cx="407258" cy="6350"/>
          </a:xfrm>
          <a:prstGeom prst="straightConnector1">
            <a:avLst/>
          </a:prstGeom>
          <a:noFill/>
          <a:ln cap="flat" cmpd="sng" w="28575">
            <a:solidFill>
              <a:schemeClr val="lt2"/>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3" name="Shape 93"/>
        <p:cNvGrpSpPr/>
        <p:nvPr/>
      </p:nvGrpSpPr>
      <p:grpSpPr>
        <a:xfrm>
          <a:off x="0" y="0"/>
          <a:ext cx="0" cy="0"/>
          <a:chOff x="0" y="0"/>
          <a:chExt cx="0" cy="0"/>
        </a:xfrm>
      </p:grpSpPr>
      <p:sp>
        <p:nvSpPr>
          <p:cNvPr id="94" name="Google Shape;94;p4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4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6" name="Google Shape;96;p4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7" name="Google Shape;97;p4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4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showMasterSp="0">
  <p:cSld name="1_Content with Caption">
    <p:spTree>
      <p:nvGrpSpPr>
        <p:cNvPr id="99" name="Shape 99"/>
        <p:cNvGrpSpPr/>
        <p:nvPr/>
      </p:nvGrpSpPr>
      <p:grpSpPr>
        <a:xfrm>
          <a:off x="0" y="0"/>
          <a:ext cx="0" cy="0"/>
          <a:chOff x="0" y="0"/>
          <a:chExt cx="0" cy="0"/>
        </a:xfrm>
      </p:grpSpPr>
      <p:sp>
        <p:nvSpPr>
          <p:cNvPr id="100" name="Google Shape;100;p43"/>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43"/>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3"/>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3" name="Google Shape;103;p43"/>
          <p:cNvSpPr/>
          <p:nvPr/>
        </p:nvSpPr>
        <p:spPr>
          <a:xfrm>
            <a:off x="0" y="2003424"/>
            <a:ext cx="1036320" cy="185737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43"/>
          <p:cNvSpPr/>
          <p:nvPr/>
        </p:nvSpPr>
        <p:spPr>
          <a:xfrm>
            <a:off x="5458983" y="377398"/>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4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6" name="Google Shape;106;p4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7" name="Google Shape;107;p4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08" name="Google Shape;108;p43"/>
          <p:cNvSpPr/>
          <p:nvPr/>
        </p:nvSpPr>
        <p:spPr>
          <a:xfrm>
            <a:off x="1078230" y="2003423"/>
            <a:ext cx="3576082" cy="1857378"/>
          </a:xfrm>
          <a:prstGeom prst="rect">
            <a:avLst/>
          </a:prstGeom>
          <a:solidFill>
            <a:srgbClr val="27304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 name="Google Shape;109;p43"/>
          <p:cNvSpPr txBox="1"/>
          <p:nvPr>
            <p:ph type="title"/>
          </p:nvPr>
        </p:nvSpPr>
        <p:spPr>
          <a:xfrm>
            <a:off x="1092200" y="1885125"/>
            <a:ext cx="3314700"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43"/>
          <p:cNvSpPr/>
          <p:nvPr/>
        </p:nvSpPr>
        <p:spPr>
          <a:xfrm>
            <a:off x="1092200" y="993775"/>
            <a:ext cx="1036320" cy="936626"/>
          </a:xfrm>
          <a:prstGeom prst="rect">
            <a:avLst/>
          </a:prstGeom>
          <a:solidFill>
            <a:srgbClr val="CFD3E6">
              <a:alpha val="2588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with Caption" showMasterSp="0">
  <p:cSld name="2_Content with Caption">
    <p:spTree>
      <p:nvGrpSpPr>
        <p:cNvPr id="111" name="Shape 111"/>
        <p:cNvGrpSpPr/>
        <p:nvPr/>
      </p:nvGrpSpPr>
      <p:grpSpPr>
        <a:xfrm>
          <a:off x="0" y="0"/>
          <a:ext cx="0" cy="0"/>
          <a:chOff x="0" y="0"/>
          <a:chExt cx="0" cy="0"/>
        </a:xfrm>
      </p:grpSpPr>
      <p:sp>
        <p:nvSpPr>
          <p:cNvPr id="112" name="Google Shape;112;p44"/>
          <p:cNvSpPr/>
          <p:nvPr>
            <p:ph idx="2" type="pic"/>
          </p:nvPr>
        </p:nvSpPr>
        <p:spPr>
          <a:xfrm>
            <a:off x="0" y="0"/>
            <a:ext cx="4654296" cy="5864225"/>
          </a:xfrm>
          <a:prstGeom prst="rect">
            <a:avLst/>
          </a:prstGeom>
          <a:noFill/>
          <a:ln>
            <a:noFill/>
          </a:ln>
        </p:spPr>
      </p:sp>
      <p:sp>
        <p:nvSpPr>
          <p:cNvPr id="113" name="Google Shape;113;p44"/>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44"/>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15" name="Google Shape;115;p4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6" name="Google Shape;116;p44"/>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 name="Google Shape;117;p4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18" name="Google Shape;118;p44"/>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 with Caption" showMasterSp="0">
  <p:cSld name="6_Content with Caption">
    <p:spTree>
      <p:nvGrpSpPr>
        <p:cNvPr id="119" name="Shape 119"/>
        <p:cNvGrpSpPr/>
        <p:nvPr/>
      </p:nvGrpSpPr>
      <p:grpSpPr>
        <a:xfrm>
          <a:off x="0" y="0"/>
          <a:ext cx="0" cy="0"/>
          <a:chOff x="0" y="0"/>
          <a:chExt cx="0" cy="0"/>
        </a:xfrm>
      </p:grpSpPr>
      <p:sp>
        <p:nvSpPr>
          <p:cNvPr id="120" name="Google Shape;120;p45"/>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 name="Google Shape;121;p45"/>
          <p:cNvSpPr txBox="1"/>
          <p:nvPr>
            <p:ph type="title"/>
          </p:nvPr>
        </p:nvSpPr>
        <p:spPr>
          <a:xfrm>
            <a:off x="4984722" y="548355"/>
            <a:ext cx="6054846" cy="634336"/>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FFFFF"/>
              </a:buClr>
              <a:buSzPts val="3600"/>
              <a:buFont typeface="Calibri"/>
              <a:buNone/>
              <a:defRPr b="1" i="0" sz="36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45"/>
          <p:cNvSpPr txBox="1"/>
          <p:nvPr>
            <p:ph idx="1" type="body"/>
          </p:nvPr>
        </p:nvSpPr>
        <p:spPr>
          <a:xfrm>
            <a:off x="5100833" y="1611313"/>
            <a:ext cx="6072099" cy="375510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23" name="Google Shape;123;p4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 name="Google Shape;124;p4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5" name="Google Shape;125;p4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26" name="Google Shape;126;p45"/>
          <p:cNvSpPr/>
          <p:nvPr>
            <p:ph idx="2" type="pic"/>
          </p:nvPr>
        </p:nvSpPr>
        <p:spPr>
          <a:xfrm>
            <a:off x="0" y="0"/>
            <a:ext cx="4654296" cy="586422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ontent with Caption" showMasterSp="0">
  <p:cSld name="7_Content with Caption">
    <p:spTree>
      <p:nvGrpSpPr>
        <p:cNvPr id="127" name="Shape 127"/>
        <p:cNvGrpSpPr/>
        <p:nvPr/>
      </p:nvGrpSpPr>
      <p:grpSpPr>
        <a:xfrm>
          <a:off x="0" y="0"/>
          <a:ext cx="0" cy="0"/>
          <a:chOff x="0" y="0"/>
          <a:chExt cx="0" cy="0"/>
        </a:xfrm>
      </p:grpSpPr>
      <p:sp>
        <p:nvSpPr>
          <p:cNvPr id="128" name="Google Shape;128;p46"/>
          <p:cNvSpPr/>
          <p:nvPr>
            <p:ph idx="2" type="pic"/>
          </p:nvPr>
        </p:nvSpPr>
        <p:spPr>
          <a:xfrm>
            <a:off x="0" y="0"/>
            <a:ext cx="12192000" cy="3541486"/>
          </a:xfrm>
          <a:prstGeom prst="rect">
            <a:avLst/>
          </a:prstGeom>
          <a:noFill/>
          <a:ln>
            <a:noFill/>
          </a:ln>
        </p:spPr>
      </p:sp>
      <p:sp>
        <p:nvSpPr>
          <p:cNvPr id="129" name="Google Shape;129;p46"/>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46"/>
          <p:cNvSpPr txBox="1"/>
          <p:nvPr>
            <p:ph type="title"/>
          </p:nvPr>
        </p:nvSpPr>
        <p:spPr>
          <a:xfrm>
            <a:off x="3068577" y="880375"/>
            <a:ext cx="6054846" cy="634336"/>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rgbClr val="3F3F3F"/>
              </a:buClr>
              <a:buSzPts val="3600"/>
              <a:buFont typeface="Calibri"/>
              <a:buNone/>
              <a:defRPr b="1" i="0" sz="3600">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4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4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4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34" name="Google Shape;134;p46"/>
          <p:cNvSpPr/>
          <p:nvPr/>
        </p:nvSpPr>
        <p:spPr>
          <a:xfrm>
            <a:off x="5577840" y="0"/>
            <a:ext cx="103632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nt with Caption" showMasterSp="0">
  <p:cSld name="3_Content with Caption">
    <p:spTree>
      <p:nvGrpSpPr>
        <p:cNvPr id="135" name="Shape 135"/>
        <p:cNvGrpSpPr/>
        <p:nvPr/>
      </p:nvGrpSpPr>
      <p:grpSpPr>
        <a:xfrm>
          <a:off x="0" y="0"/>
          <a:ext cx="0" cy="0"/>
          <a:chOff x="0" y="0"/>
          <a:chExt cx="0" cy="0"/>
        </a:xfrm>
      </p:grpSpPr>
      <p:sp>
        <p:nvSpPr>
          <p:cNvPr id="136" name="Google Shape;136;p47"/>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47"/>
          <p:cNvSpPr/>
          <p:nvPr/>
        </p:nvSpPr>
        <p:spPr>
          <a:xfrm>
            <a:off x="4654312" y="507333"/>
            <a:ext cx="7537688" cy="48495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47"/>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7"/>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47"/>
          <p:cNvSpPr txBox="1"/>
          <p:nvPr>
            <p:ph idx="1" type="body"/>
          </p:nvPr>
        </p:nvSpPr>
        <p:spPr>
          <a:xfrm>
            <a:off x="6473373" y="943430"/>
            <a:ext cx="4699452"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41" name="Google Shape;141;p4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2" name="Google Shape;142;p4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3" name="Google Shape;143;p4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44" name="Google Shape;144;p47"/>
          <p:cNvSpPr/>
          <p:nvPr/>
        </p:nvSpPr>
        <p:spPr>
          <a:xfrm>
            <a:off x="4370251" y="2322780"/>
            <a:ext cx="1348378" cy="1218664"/>
          </a:xfrm>
          <a:prstGeom prst="rect">
            <a:avLst/>
          </a:prstGeom>
          <a:solidFill>
            <a:srgbClr val="BECA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 with Caption" showMasterSp="0">
  <p:cSld name="4_Content with Caption">
    <p:spTree>
      <p:nvGrpSpPr>
        <p:cNvPr id="145" name="Shape 145"/>
        <p:cNvGrpSpPr/>
        <p:nvPr/>
      </p:nvGrpSpPr>
      <p:grpSpPr>
        <a:xfrm>
          <a:off x="0" y="0"/>
          <a:ext cx="0" cy="0"/>
          <a:chOff x="0" y="0"/>
          <a:chExt cx="0" cy="0"/>
        </a:xfrm>
      </p:grpSpPr>
      <p:sp>
        <p:nvSpPr>
          <p:cNvPr id="146" name="Google Shape;146;p48"/>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48"/>
          <p:cNvSpPr/>
          <p:nvPr/>
        </p:nvSpPr>
        <p:spPr>
          <a:xfrm>
            <a:off x="4654312" y="507333"/>
            <a:ext cx="7537688" cy="484955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48"/>
          <p:cNvSpPr/>
          <p:nvPr/>
        </p:nvSpPr>
        <p:spPr>
          <a:xfrm>
            <a:off x="16" y="0"/>
            <a:ext cx="4654296" cy="5864225"/>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8"/>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48"/>
          <p:cNvSpPr txBox="1"/>
          <p:nvPr>
            <p:ph idx="1" type="body"/>
          </p:nvPr>
        </p:nvSpPr>
        <p:spPr>
          <a:xfrm>
            <a:off x="6518529" y="943430"/>
            <a:ext cx="4654296"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51" name="Google Shape;151;p48"/>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48"/>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3" name="Google Shape;153;p48"/>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54" name="Google Shape;154;p48"/>
          <p:cNvSpPr/>
          <p:nvPr/>
        </p:nvSpPr>
        <p:spPr>
          <a:xfrm>
            <a:off x="4370251" y="2322780"/>
            <a:ext cx="1348378" cy="1218664"/>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55" name="Shape 155"/>
        <p:cNvGrpSpPr/>
        <p:nvPr/>
      </p:nvGrpSpPr>
      <p:grpSpPr>
        <a:xfrm>
          <a:off x="0" y="0"/>
          <a:ext cx="0" cy="0"/>
          <a:chOff x="0" y="0"/>
          <a:chExt cx="0" cy="0"/>
        </a:xfrm>
      </p:grpSpPr>
      <p:sp>
        <p:nvSpPr>
          <p:cNvPr id="156" name="Google Shape;156;p49"/>
          <p:cNvSpPr/>
          <p:nvPr/>
        </p:nvSpPr>
        <p:spPr>
          <a:xfrm>
            <a:off x="0" y="4578350"/>
            <a:ext cx="12188825" cy="227965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9"/>
          <p:cNvSpPr/>
          <p:nvPr>
            <p:ph idx="2" type="pic"/>
          </p:nvPr>
        </p:nvSpPr>
        <p:spPr>
          <a:xfrm>
            <a:off x="15" y="0"/>
            <a:ext cx="12191985" cy="4578350"/>
          </a:xfrm>
          <a:prstGeom prst="rect">
            <a:avLst/>
          </a:prstGeom>
          <a:solidFill>
            <a:schemeClr val="lt1"/>
          </a:solidFill>
          <a:ln>
            <a:noFill/>
          </a:ln>
        </p:spPr>
      </p:sp>
      <p:sp>
        <p:nvSpPr>
          <p:cNvPr id="158" name="Google Shape;158;p49"/>
          <p:cNvSpPr txBox="1"/>
          <p:nvPr>
            <p:ph type="title"/>
          </p:nvPr>
        </p:nvSpPr>
        <p:spPr>
          <a:xfrm>
            <a:off x="1097279" y="4799362"/>
            <a:ext cx="10113645" cy="743682"/>
          </a:xfrm>
          <a:prstGeom prst="rect">
            <a:avLst/>
          </a:prstGeom>
          <a:noFill/>
          <a:ln>
            <a:noFill/>
          </a:ln>
        </p:spPr>
        <p:txBody>
          <a:bodyPr anchorCtr="0" anchor="b" bIns="0" lIns="91425" spcFirstLastPara="1" rIns="91425" wrap="square" tIns="0">
            <a:noAutofit/>
          </a:bodyPr>
          <a:lstStyle>
            <a:lvl1pPr lvl="0" algn="ctr">
              <a:lnSpc>
                <a:spcPct val="90000"/>
              </a:lnSpc>
              <a:spcBef>
                <a:spcPts val="0"/>
              </a:spcBef>
              <a:spcAft>
                <a:spcPts val="0"/>
              </a:spcAft>
              <a:buClr>
                <a:srgbClr val="FFFFFF"/>
              </a:buClr>
              <a:buSzPts val="4400"/>
              <a:buFont typeface="Calibri"/>
              <a:buNone/>
              <a:defRPr b="1" sz="44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49"/>
          <p:cNvSpPr txBox="1"/>
          <p:nvPr>
            <p:ph idx="1" type="body"/>
          </p:nvPr>
        </p:nvSpPr>
        <p:spPr>
          <a:xfrm>
            <a:off x="1097279" y="5715000"/>
            <a:ext cx="10113264" cy="609600"/>
          </a:xfrm>
          <a:prstGeom prst="rect">
            <a:avLst/>
          </a:prstGeom>
          <a:noFill/>
          <a:ln>
            <a:noFill/>
          </a:ln>
        </p:spPr>
        <p:txBody>
          <a:bodyPr anchorCtr="0" anchor="t" bIns="0" lIns="91425" spcFirstLastPara="1" rIns="91425" wrap="square" tIns="0">
            <a:normAutofit/>
          </a:bodyPr>
          <a:lstStyle>
            <a:lvl1pPr indent="-228600" lvl="0" marL="457200" algn="l">
              <a:lnSpc>
                <a:spcPct val="100000"/>
              </a:lnSpc>
              <a:spcBef>
                <a:spcPts val="0"/>
              </a:spcBef>
              <a:spcAft>
                <a:spcPts val="0"/>
              </a:spcAft>
              <a:buSzPts val="1800"/>
              <a:buNone/>
              <a:defRPr sz="1800">
                <a:solidFill>
                  <a:srgbClr val="FFFFFF"/>
                </a:solidFill>
              </a:defRPr>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60" name="Google Shape;160;p4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49"/>
          <p:cNvSpPr txBox="1"/>
          <p:nvPr>
            <p:ph idx="11" type="ftr"/>
          </p:nvPr>
        </p:nvSpPr>
        <p:spPr>
          <a:xfrm>
            <a:off x="1097279" y="6446838"/>
            <a:ext cx="681826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2" name="Google Shape;162;p4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lt1"/>
                </a:solidFill>
                <a:latin typeface="Calibri"/>
                <a:ea typeface="Calibri"/>
                <a:cs typeface="Calibri"/>
                <a:sym typeface="Calibri"/>
              </a:defRPr>
            </a:lvl1pPr>
            <a:lvl2pPr indent="0" lvl="1" marL="0" marR="0" rtl="0" algn="l">
              <a:spcBef>
                <a:spcPts val="0"/>
              </a:spcBef>
              <a:buNone/>
              <a:defRPr sz="1800">
                <a:solidFill>
                  <a:schemeClr val="lt1"/>
                </a:solidFill>
                <a:latin typeface="Calibri"/>
                <a:ea typeface="Calibri"/>
                <a:cs typeface="Calibri"/>
                <a:sym typeface="Calibri"/>
              </a:defRPr>
            </a:lvl2pPr>
            <a:lvl3pPr indent="0" lvl="2" marL="0" marR="0" rtl="0" algn="l">
              <a:spcBef>
                <a:spcPts val="0"/>
              </a:spcBef>
              <a:buNone/>
              <a:defRPr sz="1800">
                <a:solidFill>
                  <a:schemeClr val="lt1"/>
                </a:solidFill>
                <a:latin typeface="Calibri"/>
                <a:ea typeface="Calibri"/>
                <a:cs typeface="Calibri"/>
                <a:sym typeface="Calibri"/>
              </a:defRPr>
            </a:lvl3pPr>
            <a:lvl4pPr indent="0" lvl="3" marL="0" marR="0" rtl="0" algn="l">
              <a:spcBef>
                <a:spcPts val="0"/>
              </a:spcBef>
              <a:buNone/>
              <a:defRPr sz="1800">
                <a:solidFill>
                  <a:schemeClr val="lt1"/>
                </a:solidFill>
                <a:latin typeface="Calibri"/>
                <a:ea typeface="Calibri"/>
                <a:cs typeface="Calibri"/>
                <a:sym typeface="Calibri"/>
              </a:defRPr>
            </a:lvl4pPr>
            <a:lvl5pPr indent="0" lvl="4" marL="0" marR="0" rtl="0" algn="l">
              <a:spcBef>
                <a:spcPts val="0"/>
              </a:spcBef>
              <a:buNone/>
              <a:defRPr sz="1800">
                <a:solidFill>
                  <a:schemeClr val="lt1"/>
                </a:solidFill>
                <a:latin typeface="Calibri"/>
                <a:ea typeface="Calibri"/>
                <a:cs typeface="Calibri"/>
                <a:sym typeface="Calibri"/>
              </a:defRPr>
            </a:lvl5pPr>
            <a:lvl6pPr indent="0" lvl="5" marL="0" marR="0" rtl="0" algn="l">
              <a:spcBef>
                <a:spcPts val="0"/>
              </a:spcBef>
              <a:buNone/>
              <a:defRPr sz="1800">
                <a:solidFill>
                  <a:schemeClr val="lt1"/>
                </a:solidFill>
                <a:latin typeface="Calibri"/>
                <a:ea typeface="Calibri"/>
                <a:cs typeface="Calibri"/>
                <a:sym typeface="Calibri"/>
              </a:defRPr>
            </a:lvl6pPr>
            <a:lvl7pPr indent="0" lvl="6" marL="0" marR="0" rtl="0" algn="l">
              <a:spcBef>
                <a:spcPts val="0"/>
              </a:spcBef>
              <a:buNone/>
              <a:defRPr sz="1800">
                <a:solidFill>
                  <a:schemeClr val="lt1"/>
                </a:solidFill>
                <a:latin typeface="Calibri"/>
                <a:ea typeface="Calibri"/>
                <a:cs typeface="Calibri"/>
                <a:sym typeface="Calibri"/>
              </a:defRPr>
            </a:lvl7pPr>
            <a:lvl8pPr indent="0" lvl="7" marL="0" marR="0" rtl="0" algn="l">
              <a:spcBef>
                <a:spcPts val="0"/>
              </a:spcBef>
              <a:buNone/>
              <a:defRPr sz="1800">
                <a:solidFill>
                  <a:schemeClr val="lt1"/>
                </a:solidFill>
                <a:latin typeface="Calibri"/>
                <a:ea typeface="Calibri"/>
                <a:cs typeface="Calibri"/>
                <a:sym typeface="Calibri"/>
              </a:defRPr>
            </a:lvl8pPr>
            <a:lvl9pPr indent="0" lvl="8" marL="0" marR="0" rtl="0" algn="l">
              <a:spcBef>
                <a:spcPts val="0"/>
              </a:spcBef>
              <a:buNone/>
              <a:defRPr sz="1800">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63" name="Google Shape;163;p49"/>
          <p:cNvSpPr/>
          <p:nvPr/>
        </p:nvSpPr>
        <p:spPr>
          <a:xfrm>
            <a:off x="3536950" y="4535901"/>
            <a:ext cx="5118100" cy="12566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4" name="Shape 164"/>
        <p:cNvGrpSpPr/>
        <p:nvPr/>
      </p:nvGrpSpPr>
      <p:grpSpPr>
        <a:xfrm>
          <a:off x="0" y="0"/>
          <a:ext cx="0" cy="0"/>
          <a:chOff x="0" y="0"/>
          <a:chExt cx="0" cy="0"/>
        </a:xfrm>
      </p:grpSpPr>
      <p:sp>
        <p:nvSpPr>
          <p:cNvPr id="165" name="Google Shape;165;p50"/>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50"/>
          <p:cNvSpPr txBox="1"/>
          <p:nvPr>
            <p:ph idx="1" type="body"/>
          </p:nvPr>
        </p:nvSpPr>
        <p:spPr>
          <a:xfrm rot="5400000">
            <a:off x="3548743" y="-1715589"/>
            <a:ext cx="5024845" cy="12122331"/>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67" name="Google Shape;167;p5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8" name="Google Shape;168;p5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9" name="Google Shape;169;p5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70" name="Shape 170"/>
        <p:cNvGrpSpPr/>
        <p:nvPr/>
      </p:nvGrpSpPr>
      <p:grpSpPr>
        <a:xfrm>
          <a:off x="0" y="0"/>
          <a:ext cx="0" cy="0"/>
          <a:chOff x="0" y="0"/>
          <a:chExt cx="0" cy="0"/>
        </a:xfrm>
      </p:grpSpPr>
      <p:sp>
        <p:nvSpPr>
          <p:cNvPr id="171" name="Google Shape;171;p51"/>
          <p:cNvSpPr txBox="1"/>
          <p:nvPr>
            <p:ph type="title"/>
          </p:nvPr>
        </p:nvSpPr>
        <p:spPr>
          <a:xfrm rot="5400000">
            <a:off x="7683554" y="2387546"/>
            <a:ext cx="4530725" cy="244803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51"/>
          <p:cNvSpPr txBox="1"/>
          <p:nvPr>
            <p:ph idx="1" type="body"/>
          </p:nvPr>
        </p:nvSpPr>
        <p:spPr>
          <a:xfrm rot="5400000">
            <a:off x="2566989" y="-128588"/>
            <a:ext cx="4530723" cy="7480300"/>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73" name="Google Shape;173;p5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4" name="Google Shape;174;p5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5" name="Google Shape;175;p5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76" name="Google Shape;176;p51"/>
          <p:cNvSpPr/>
          <p:nvPr/>
        </p:nvSpPr>
        <p:spPr>
          <a:xfrm rot="-5400000">
            <a:off x="8871481" y="-14658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3" name="Shape 183"/>
        <p:cNvGrpSpPr/>
        <p:nvPr/>
      </p:nvGrpSpPr>
      <p:grpSpPr>
        <a:xfrm>
          <a:off x="0" y="0"/>
          <a:ext cx="0" cy="0"/>
          <a:chOff x="0" y="0"/>
          <a:chExt cx="0" cy="0"/>
        </a:xfrm>
      </p:grpSpPr>
      <p:sp>
        <p:nvSpPr>
          <p:cNvPr id="184" name="Google Shape;184;p5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5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6" name="Google Shape;186;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9" name="Shape 189"/>
        <p:cNvGrpSpPr/>
        <p:nvPr/>
      </p:nvGrpSpPr>
      <p:grpSpPr>
        <a:xfrm>
          <a:off x="0" y="0"/>
          <a:ext cx="0" cy="0"/>
          <a:chOff x="0" y="0"/>
          <a:chExt cx="0" cy="0"/>
        </a:xfrm>
      </p:grpSpPr>
      <p:sp>
        <p:nvSpPr>
          <p:cNvPr id="190" name="Google Shape;190;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5" name="Shape 195"/>
        <p:cNvGrpSpPr/>
        <p:nvPr/>
      </p:nvGrpSpPr>
      <p:grpSpPr>
        <a:xfrm>
          <a:off x="0" y="0"/>
          <a:ext cx="0" cy="0"/>
          <a:chOff x="0" y="0"/>
          <a:chExt cx="0" cy="0"/>
        </a:xfrm>
      </p:grpSpPr>
      <p:sp>
        <p:nvSpPr>
          <p:cNvPr id="196" name="Google Shape;196;p5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5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98" name="Google Shape;198;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1" name="Shape 201"/>
        <p:cNvGrpSpPr/>
        <p:nvPr/>
      </p:nvGrpSpPr>
      <p:grpSpPr>
        <a:xfrm>
          <a:off x="0" y="0"/>
          <a:ext cx="0" cy="0"/>
          <a:chOff x="0" y="0"/>
          <a:chExt cx="0" cy="0"/>
        </a:xfrm>
      </p:grpSpPr>
      <p:sp>
        <p:nvSpPr>
          <p:cNvPr id="202" name="Google Shape;202;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5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5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8" name="Shape 208"/>
        <p:cNvGrpSpPr/>
        <p:nvPr/>
      </p:nvGrpSpPr>
      <p:grpSpPr>
        <a:xfrm>
          <a:off x="0" y="0"/>
          <a:ext cx="0" cy="0"/>
          <a:chOff x="0" y="0"/>
          <a:chExt cx="0" cy="0"/>
        </a:xfrm>
      </p:grpSpPr>
      <p:sp>
        <p:nvSpPr>
          <p:cNvPr id="209" name="Google Shape;209;p5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5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1" name="Google Shape;211;p5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5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3" name="Google Shape;213;p5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7" name="Shape 217"/>
        <p:cNvGrpSpPr/>
        <p:nvPr/>
      </p:nvGrpSpPr>
      <p:grpSpPr>
        <a:xfrm>
          <a:off x="0" y="0"/>
          <a:ext cx="0" cy="0"/>
          <a:chOff x="0" y="0"/>
          <a:chExt cx="0" cy="0"/>
        </a:xfrm>
      </p:grpSpPr>
      <p:sp>
        <p:nvSpPr>
          <p:cNvPr id="218" name="Google Shape;218;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2" name="Shape 222"/>
        <p:cNvGrpSpPr/>
        <p:nvPr/>
      </p:nvGrpSpPr>
      <p:grpSpPr>
        <a:xfrm>
          <a:off x="0" y="0"/>
          <a:ext cx="0" cy="0"/>
          <a:chOff x="0" y="0"/>
          <a:chExt cx="0" cy="0"/>
        </a:xfrm>
      </p:grpSpPr>
      <p:sp>
        <p:nvSpPr>
          <p:cNvPr id="223" name="Google Shape;223;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6" name="Shape 226"/>
        <p:cNvGrpSpPr/>
        <p:nvPr/>
      </p:nvGrpSpPr>
      <p:grpSpPr>
        <a:xfrm>
          <a:off x="0" y="0"/>
          <a:ext cx="0" cy="0"/>
          <a:chOff x="0" y="0"/>
          <a:chExt cx="0" cy="0"/>
        </a:xfrm>
      </p:grpSpPr>
      <p:sp>
        <p:nvSpPr>
          <p:cNvPr id="227" name="Google Shape;227;p6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6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9" name="Google Shape;229;p6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0" name="Google Shape;230;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3" name="Shape 233"/>
        <p:cNvGrpSpPr/>
        <p:nvPr/>
      </p:nvGrpSpPr>
      <p:grpSpPr>
        <a:xfrm>
          <a:off x="0" y="0"/>
          <a:ext cx="0" cy="0"/>
          <a:chOff x="0" y="0"/>
          <a:chExt cx="0" cy="0"/>
        </a:xfrm>
      </p:grpSpPr>
      <p:sp>
        <p:nvSpPr>
          <p:cNvPr id="234" name="Google Shape;234;p6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61"/>
          <p:cNvSpPr/>
          <p:nvPr>
            <p:ph idx="2" type="pic"/>
          </p:nvPr>
        </p:nvSpPr>
        <p:spPr>
          <a:xfrm>
            <a:off x="5183188" y="987425"/>
            <a:ext cx="6172200" cy="4873625"/>
          </a:xfrm>
          <a:prstGeom prst="rect">
            <a:avLst/>
          </a:prstGeom>
          <a:noFill/>
          <a:ln>
            <a:noFill/>
          </a:ln>
        </p:spPr>
      </p:sp>
      <p:sp>
        <p:nvSpPr>
          <p:cNvPr id="236" name="Google Shape;236;p6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7" name="Google Shape;237;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0" name="Shape 240"/>
        <p:cNvGrpSpPr/>
        <p:nvPr/>
      </p:nvGrpSpPr>
      <p:grpSpPr>
        <a:xfrm>
          <a:off x="0" y="0"/>
          <a:ext cx="0" cy="0"/>
          <a:chOff x="0" y="0"/>
          <a:chExt cx="0" cy="0"/>
        </a:xfrm>
      </p:grpSpPr>
      <p:sp>
        <p:nvSpPr>
          <p:cNvPr id="241" name="Google Shape;241;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6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6" name="Shape 246"/>
        <p:cNvGrpSpPr/>
        <p:nvPr/>
      </p:nvGrpSpPr>
      <p:grpSpPr>
        <a:xfrm>
          <a:off x="0" y="0"/>
          <a:ext cx="0" cy="0"/>
          <a:chOff x="0" y="0"/>
          <a:chExt cx="0" cy="0"/>
        </a:xfrm>
      </p:grpSpPr>
      <p:sp>
        <p:nvSpPr>
          <p:cNvPr id="247" name="Google Shape;247;p6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6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 name="Google Shape;249;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2.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2" Type="http://schemas.openxmlformats.org/officeDocument/2006/relationships/theme" Target="../theme/theme3.xml"/><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 name="Google Shape;11;p31"/>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F3F3F"/>
              </a:buClr>
              <a:buSzPts val="4800"/>
              <a:buFont typeface="Calibri"/>
              <a:buNone/>
              <a:defRPr b="1"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31"/>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marR="0" rtl="0" algn="l">
              <a:lnSpc>
                <a:spcPct val="100000"/>
              </a:lnSpc>
              <a:spcBef>
                <a:spcPts val="1200"/>
              </a:spcBef>
              <a:spcAft>
                <a:spcPts val="0"/>
              </a:spcAft>
              <a:buClr>
                <a:schemeClr val="accent1"/>
              </a:buClr>
              <a:buSzPts val="2000"/>
              <a:buFont typeface="Noto Sans Symbols"/>
              <a:buNone/>
              <a:defRPr b="0" i="0" sz="2000" u="none" cap="none" strike="noStrike">
                <a:solidFill>
                  <a:srgbClr val="3F3F3F"/>
                </a:solidFill>
                <a:latin typeface="Cambria"/>
                <a:ea typeface="Cambria"/>
                <a:cs typeface="Cambria"/>
                <a:sym typeface="Cambria"/>
              </a:defRPr>
            </a:lvl1pPr>
            <a:lvl2pPr indent="-342900" lvl="1" marL="914400" marR="0" rtl="0" algn="l">
              <a:lnSpc>
                <a:spcPct val="100000"/>
              </a:lnSpc>
              <a:spcBef>
                <a:spcPts val="200"/>
              </a:spcBef>
              <a:spcAft>
                <a:spcPts val="0"/>
              </a:spcAft>
              <a:buClr>
                <a:schemeClr val="accent1"/>
              </a:buClr>
              <a:buSzPts val="1800"/>
              <a:buFont typeface="Noto Sans Symbols"/>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pic>
        <p:nvPicPr>
          <p:cNvPr id="13" name="Google Shape;13;p31"/>
          <p:cNvPicPr preferRelativeResize="0"/>
          <p:nvPr/>
        </p:nvPicPr>
        <p:blipFill rotWithShape="1">
          <a:blip r:embed="rId1">
            <a:alphaModFix/>
          </a:blip>
          <a:srcRect b="0" l="0" r="0" t="0"/>
          <a:stretch/>
        </p:blipFill>
        <p:spPr>
          <a:xfrm>
            <a:off x="104503" y="-95794"/>
            <a:ext cx="12087497" cy="18331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9" name="Google Shape;179;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0" name="Google Shape;180;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1" name="Google Shape;181;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2" name="Google Shape;182;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1.bp.blogspot.com/-J0sE98xbzOE/Wv_wZhUHz-I/AAAAAAAACos/aDpCPs73lZ0UVD4FPWf9lOoWqQFZJPPvQCLcBGAs/s1600/1.PNG" TargetMode="Externa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1.bp.blogspot.com/-J0sE98xbzOE/Wv_wZhUHz-I/AAAAAAAACos/aDpCPs73lZ0UVD4FPWf9lOoWqQFZJPPvQCLcBGAs/s1600/1.PNG" TargetMode="Externa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1.bp.blogspot.com/-J0sE98xbzOE/Wv_wZhUHz-I/AAAAAAAACos/aDpCPs73lZ0UVD4FPWf9lOoWqQFZJPPvQCLcBGAs/s1600/1.PNG" TargetMode="Externa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1.bp.blogspot.com/-J0sE98xbzOE/Wv_wZhUHz-I/AAAAAAAACos/aDpCPs73lZ0UVD4FPWf9lOoWqQFZJPPvQCLcBGAs/s1600/1.PNG" TargetMode="Externa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1.bp.blogspot.com/-J0sE98xbzOE/Wv_wZhUHz-I/AAAAAAAACos/aDpCPs73lZ0UVD4FPWf9lOoWqQFZJPPvQCLcBGAs/s1600/1.PNG" TargetMode="Externa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
          <p:cNvSpPr txBox="1"/>
          <p:nvPr>
            <p:ph type="ctrTitle"/>
          </p:nvPr>
        </p:nvSpPr>
        <p:spPr>
          <a:xfrm>
            <a:off x="6629399" y="696686"/>
            <a:ext cx="5144589" cy="32897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0000"/>
              </a:buClr>
              <a:buSzPts val="6000"/>
              <a:buFont typeface="Calibri"/>
              <a:buNone/>
            </a:pPr>
            <a:r>
              <a:rPr lang="en-US">
                <a:solidFill>
                  <a:srgbClr val="FF0000"/>
                </a:solidFill>
              </a:rPr>
              <a:t>Data Interpretation</a:t>
            </a:r>
            <a:endParaRPr>
              <a:solidFill>
                <a:srgbClr val="FF0000"/>
              </a:solidFill>
            </a:endParaRPr>
          </a:p>
        </p:txBody>
      </p:sp>
      <p:sp>
        <p:nvSpPr>
          <p:cNvPr id="258" name="Google Shape;258;p1"/>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400"/>
              <a:buNone/>
            </a:pPr>
            <a:r>
              <a:rPr lang="en-US">
                <a:latin typeface="Calibri"/>
                <a:ea typeface="Calibri"/>
                <a:cs typeface="Calibri"/>
                <a:sym typeface="Calibri"/>
              </a:rPr>
              <a:t>VIGNESH M</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64" name="Google Shape;264;p2"/>
          <p:cNvSpPr txBox="1"/>
          <p:nvPr>
            <p:ph idx="1" type="body"/>
          </p:nvPr>
        </p:nvSpPr>
        <p:spPr>
          <a:xfrm>
            <a:off x="-9525"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 from Q1 to Q5: Answer the questions given as per details given in the graph, which provides the consumption of metal and plastic across 6 years.</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p:txBody>
      </p:sp>
      <p:pic>
        <p:nvPicPr>
          <p:cNvPr id="265" name="Google Shape;265;p2"/>
          <p:cNvPicPr preferRelativeResize="0"/>
          <p:nvPr/>
        </p:nvPicPr>
        <p:blipFill rotWithShape="1">
          <a:blip r:embed="rId3">
            <a:alphaModFix/>
          </a:blip>
          <a:srcRect b="0" l="0" r="0" t="0"/>
          <a:stretch/>
        </p:blipFill>
        <p:spPr>
          <a:xfrm>
            <a:off x="798195" y="2581275"/>
            <a:ext cx="9530080" cy="2872740"/>
          </a:xfrm>
          <a:prstGeom prst="rect">
            <a:avLst/>
          </a:prstGeom>
          <a:noFill/>
          <a:ln>
            <a:noFill/>
          </a:ln>
        </p:spPr>
      </p:pic>
      <p:sp>
        <p:nvSpPr>
          <p:cNvPr id="266" name="Google Shape;266;p2"/>
          <p:cNvSpPr txBox="1"/>
          <p:nvPr/>
        </p:nvSpPr>
        <p:spPr>
          <a:xfrm>
            <a:off x="1461000" y="5922375"/>
            <a:ext cx="10797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rgbClr val="3F3F3F"/>
                </a:solidFill>
                <a:latin typeface="Cambria"/>
                <a:ea typeface="Cambria"/>
                <a:cs typeface="Cambria"/>
                <a:sym typeface="Cambria"/>
              </a:rPr>
              <a:t>find average consumption of metal in given period ?</a:t>
            </a:r>
            <a:endParaRPr sz="2000">
              <a:solidFill>
                <a:srgbClr val="3F3F3F"/>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72" name="Google Shape;272;p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 from Q1 to Q5: Answer the questions given as per details given in the graph, which provides the consumption of metal and plastic across 6 years.</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2.For how many years has the consumption of metal and plastic put together showed a decrease over the previous year’s consumption?</a:t>
            </a:r>
            <a:endParaRPr/>
          </a:p>
          <a:p>
            <a:pPr indent="0" lvl="0" marL="0" rtl="0" algn="l">
              <a:lnSpc>
                <a:spcPct val="100000"/>
              </a:lnSpc>
              <a:spcBef>
                <a:spcPts val="1400"/>
              </a:spcBef>
              <a:spcAft>
                <a:spcPts val="0"/>
              </a:spcAft>
              <a:buSzPts val="2000"/>
              <a:buNone/>
            </a:pPr>
            <a:r>
              <a:rPr lang="en-US"/>
              <a:t>(a) 2		(b) 1		(c) 3		(d) 4</a:t>
            </a:r>
            <a:endParaRPr/>
          </a:p>
          <a:p>
            <a:pPr indent="0" lvl="0" marL="0" rtl="0" algn="l">
              <a:lnSpc>
                <a:spcPct val="100000"/>
              </a:lnSpc>
              <a:spcBef>
                <a:spcPts val="1400"/>
              </a:spcBef>
              <a:spcAft>
                <a:spcPts val="0"/>
              </a:spcAft>
              <a:buSzPts val="2000"/>
              <a:buNone/>
            </a:pPr>
            <a:r>
              <a:t/>
            </a:r>
            <a:endParaRPr/>
          </a:p>
        </p:txBody>
      </p:sp>
      <p:pic>
        <p:nvPicPr>
          <p:cNvPr id="273" name="Google Shape;273;p3"/>
          <p:cNvPicPr preferRelativeResize="0"/>
          <p:nvPr/>
        </p:nvPicPr>
        <p:blipFill rotWithShape="1">
          <a:blip r:embed="rId3">
            <a:alphaModFix/>
          </a:blip>
          <a:srcRect b="0" l="0" r="0" t="0"/>
          <a:stretch/>
        </p:blipFill>
        <p:spPr>
          <a:xfrm>
            <a:off x="798195" y="2581275"/>
            <a:ext cx="9530080" cy="2872740"/>
          </a:xfrm>
          <a:prstGeom prst="rect">
            <a:avLst/>
          </a:prstGeom>
          <a:noFill/>
          <a:ln>
            <a:noFill/>
          </a:ln>
        </p:spPr>
      </p:pic>
      <p:sp>
        <p:nvSpPr>
          <p:cNvPr id="274" name="Google Shape;274;p3"/>
          <p:cNvSpPr txBox="1"/>
          <p:nvPr/>
        </p:nvSpPr>
        <p:spPr>
          <a:xfrm>
            <a:off x="5565140" y="5744210"/>
            <a:ext cx="30988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80" name="Google Shape;280;p4"/>
          <p:cNvSpPr txBox="1"/>
          <p:nvPr>
            <p:ph idx="1" type="body"/>
          </p:nvPr>
        </p:nvSpPr>
        <p:spPr>
          <a:xfrm>
            <a:off x="78377" y="1837509"/>
            <a:ext cx="12043954" cy="5020490"/>
          </a:xfrm>
          <a:prstGeom prst="rect">
            <a:avLst/>
          </a:prstGeom>
          <a:noFill/>
          <a:ln>
            <a:noFill/>
          </a:ln>
        </p:spPr>
        <p:txBody>
          <a:bodyPr anchorCtr="0" anchor="t" bIns="45700" lIns="0" spcFirstLastPara="1" rIns="0" wrap="square" tIns="45700">
            <a:normAutofit lnSpcReduction="20000"/>
          </a:bodyPr>
          <a:lstStyle/>
          <a:p>
            <a:pPr indent="0" lvl="0" marL="0" rtl="0" algn="l">
              <a:lnSpc>
                <a:spcPct val="100000"/>
              </a:lnSpc>
              <a:spcBef>
                <a:spcPts val="0"/>
              </a:spcBef>
              <a:spcAft>
                <a:spcPts val="0"/>
              </a:spcAft>
              <a:buSzPts val="2800"/>
              <a:buNone/>
            </a:pPr>
            <a:r>
              <a:rPr lang="en-US" sz="2800"/>
              <a:t>Direction from Q1 to Q5: Answer the questions given as per details given in the graph, which provides the consumption of metal and plastic across 6 years.</a:t>
            </a:r>
            <a:endParaRPr sz="2800"/>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rPr lang="en-US" sz="2800"/>
              <a:t>3. What is the ratio of the total consumption of metal to that of plastic in the given period?</a:t>
            </a:r>
            <a:endParaRPr sz="2800"/>
          </a:p>
          <a:p>
            <a:pPr indent="0" lvl="0" marL="0" rtl="0" algn="l">
              <a:lnSpc>
                <a:spcPct val="100000"/>
              </a:lnSpc>
              <a:spcBef>
                <a:spcPts val="1400"/>
              </a:spcBef>
              <a:spcAft>
                <a:spcPts val="0"/>
              </a:spcAft>
              <a:buSzPts val="2800"/>
              <a:buNone/>
            </a:pPr>
            <a:r>
              <a:rPr lang="en-US" sz="2800"/>
              <a:t>(a) 4:5		(b) 18:23	(c) 19:23	(d) 24:35</a:t>
            </a:r>
            <a:endParaRPr sz="2800"/>
          </a:p>
          <a:p>
            <a:pPr indent="0" lvl="0" marL="0" rtl="0" algn="l">
              <a:lnSpc>
                <a:spcPct val="100000"/>
              </a:lnSpc>
              <a:spcBef>
                <a:spcPts val="1400"/>
              </a:spcBef>
              <a:spcAft>
                <a:spcPts val="0"/>
              </a:spcAft>
              <a:buSzPts val="2800"/>
              <a:buNone/>
            </a:pPr>
            <a:r>
              <a:t/>
            </a:r>
            <a:endParaRPr sz="2800"/>
          </a:p>
        </p:txBody>
      </p:sp>
      <p:pic>
        <p:nvPicPr>
          <p:cNvPr id="281" name="Google Shape;281;p4"/>
          <p:cNvPicPr preferRelativeResize="0"/>
          <p:nvPr/>
        </p:nvPicPr>
        <p:blipFill rotWithShape="1">
          <a:blip r:embed="rId3">
            <a:alphaModFix/>
          </a:blip>
          <a:srcRect b="0" l="0" r="0" t="0"/>
          <a:stretch/>
        </p:blipFill>
        <p:spPr>
          <a:xfrm>
            <a:off x="482895" y="2502450"/>
            <a:ext cx="9530081" cy="287274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pic>
        <p:nvPicPr>
          <p:cNvPr id="287" name="Google Shape;287;p5"/>
          <p:cNvPicPr preferRelativeResize="0"/>
          <p:nvPr>
            <p:ph idx="1" type="body"/>
          </p:nvPr>
        </p:nvPicPr>
        <p:blipFill rotWithShape="1">
          <a:blip r:embed="rId3">
            <a:alphaModFix/>
          </a:blip>
          <a:srcRect b="0" l="0" r="0" t="0"/>
          <a:stretch/>
        </p:blipFill>
        <p:spPr>
          <a:xfrm>
            <a:off x="1245235" y="2285365"/>
            <a:ext cx="8352155" cy="3190875"/>
          </a:xfrm>
          <a:prstGeom prst="rect">
            <a:avLst/>
          </a:prstGeom>
          <a:noFill/>
          <a:ln>
            <a:noFill/>
          </a:ln>
        </p:spPr>
      </p:pic>
      <p:sp>
        <p:nvSpPr>
          <p:cNvPr id="288" name="Google Shape;288;p5"/>
          <p:cNvSpPr txBox="1"/>
          <p:nvPr/>
        </p:nvSpPr>
        <p:spPr>
          <a:xfrm>
            <a:off x="78105" y="1809115"/>
            <a:ext cx="14688820" cy="47999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Direction from Q1 to Q5: Answer the questions given as per details given in the graph,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which provides the consumption of metal and plastic across 6 years.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4.What is the percentage increase in the total consumption of the products in 2006, over that in 2005?</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 33 1/3%		(b) 22 2/9%	(c) 16 2/3%	(d) 37.5%</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pic>
        <p:nvPicPr>
          <p:cNvPr id="294" name="Google Shape;294;p6"/>
          <p:cNvPicPr preferRelativeResize="0"/>
          <p:nvPr>
            <p:ph idx="1" type="body"/>
          </p:nvPr>
        </p:nvPicPr>
        <p:blipFill rotWithShape="1">
          <a:blip r:embed="rId3">
            <a:alphaModFix/>
          </a:blip>
          <a:srcRect b="0" l="0" r="0" t="0"/>
          <a:stretch/>
        </p:blipFill>
        <p:spPr>
          <a:xfrm>
            <a:off x="829945" y="2470150"/>
            <a:ext cx="8767445" cy="2533650"/>
          </a:xfrm>
          <a:prstGeom prst="rect">
            <a:avLst/>
          </a:prstGeom>
          <a:noFill/>
          <a:ln>
            <a:noFill/>
          </a:ln>
        </p:spPr>
      </p:pic>
      <p:sp>
        <p:nvSpPr>
          <p:cNvPr id="295" name="Google Shape;295;p6"/>
          <p:cNvSpPr txBox="1"/>
          <p:nvPr/>
        </p:nvSpPr>
        <p:spPr>
          <a:xfrm>
            <a:off x="0" y="1797685"/>
            <a:ext cx="14827885" cy="535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Direction from Q1 to Q5: Answer the questions given as per details given in the graph,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which provides the consumption of metal and plastic across 6 years.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5. During which period did the consumption of both the products, shows a similar trend (both increasing / decreasing / constant)?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 2003–04	(b) 2002–03	(c) 2001–02	(d) 2005–06</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01" name="Google Shape;301;p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 from Q6 to Q10: Study the following graph carefully and answer the questions given below it.</a:t>
            </a:r>
            <a:endParaRPr/>
          </a:p>
          <a:p>
            <a:pPr indent="0" lvl="0" marL="0" rtl="0" algn="l">
              <a:lnSpc>
                <a:spcPct val="100000"/>
              </a:lnSpc>
              <a:spcBef>
                <a:spcPts val="1400"/>
              </a:spcBef>
              <a:spcAft>
                <a:spcPts val="0"/>
              </a:spcAft>
              <a:buSzPts val="2000"/>
              <a:buNone/>
            </a:pPr>
            <a:r>
              <a:rPr lang="en-US"/>
              <a:t>Production and sale of printers of various companies in a month.</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6.	What is the average number of units sold by all the companies together?</a:t>
            </a:r>
            <a:endParaRPr/>
          </a:p>
          <a:p>
            <a:pPr indent="0" lvl="0" marL="0" rtl="0" algn="l">
              <a:lnSpc>
                <a:spcPct val="100000"/>
              </a:lnSpc>
              <a:spcBef>
                <a:spcPts val="1400"/>
              </a:spcBef>
              <a:spcAft>
                <a:spcPts val="0"/>
              </a:spcAft>
              <a:buSzPts val="2000"/>
              <a:buNone/>
            </a:pPr>
            <a:r>
              <a:rPr lang="en-US"/>
              <a:t>	(a) 360		(b) 390		(c) 375		(d) 410</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p:txBody>
      </p:sp>
      <p:pic>
        <p:nvPicPr>
          <p:cNvPr id="302" name="Google Shape;302;p7"/>
          <p:cNvPicPr preferRelativeResize="0"/>
          <p:nvPr/>
        </p:nvPicPr>
        <p:blipFill rotWithShape="1">
          <a:blip r:embed="rId3">
            <a:alphaModFix/>
          </a:blip>
          <a:srcRect b="0" l="0" r="0" t="0"/>
          <a:stretch/>
        </p:blipFill>
        <p:spPr>
          <a:xfrm>
            <a:off x="1392555" y="2860040"/>
            <a:ext cx="8949690" cy="245681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08" name="Google Shape;308;p8"/>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 from Q6 to Q10: Study the following graph carefully and answer the questions given below it.</a:t>
            </a:r>
            <a:endParaRPr/>
          </a:p>
          <a:p>
            <a:pPr indent="0" lvl="0" marL="0" rtl="0" algn="l">
              <a:lnSpc>
                <a:spcPct val="100000"/>
              </a:lnSpc>
              <a:spcBef>
                <a:spcPts val="1400"/>
              </a:spcBef>
              <a:spcAft>
                <a:spcPts val="0"/>
              </a:spcAft>
              <a:buSzPts val="2000"/>
              <a:buNone/>
            </a:pPr>
            <a:r>
              <a:rPr lang="en-US"/>
              <a:t>Production and sale of printers of various companies in a month.</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7.	Which company had the highest percentage of sale with respect to its production?</a:t>
            </a:r>
            <a:endParaRPr/>
          </a:p>
          <a:p>
            <a:pPr indent="0" lvl="0" marL="0" rtl="0" algn="l">
              <a:lnSpc>
                <a:spcPct val="100000"/>
              </a:lnSpc>
              <a:spcBef>
                <a:spcPts val="1400"/>
              </a:spcBef>
              <a:spcAft>
                <a:spcPts val="0"/>
              </a:spcAft>
              <a:buSzPts val="2000"/>
              <a:buNone/>
            </a:pPr>
            <a:r>
              <a:rPr lang="en-US"/>
              <a:t>	(a) D		(b) B		(c) E		(d) A</a:t>
            </a:r>
            <a:endParaRPr/>
          </a:p>
          <a:p>
            <a:pPr indent="0" lvl="0" marL="0" rtl="0" algn="l">
              <a:lnSpc>
                <a:spcPct val="100000"/>
              </a:lnSpc>
              <a:spcBef>
                <a:spcPts val="1400"/>
              </a:spcBef>
              <a:spcAft>
                <a:spcPts val="0"/>
              </a:spcAft>
              <a:buSzPts val="2000"/>
              <a:buNone/>
            </a:pPr>
            <a:r>
              <a:t/>
            </a:r>
            <a:endParaRPr/>
          </a:p>
        </p:txBody>
      </p:sp>
      <p:pic>
        <p:nvPicPr>
          <p:cNvPr id="309" name="Google Shape;309;p8"/>
          <p:cNvPicPr preferRelativeResize="0"/>
          <p:nvPr/>
        </p:nvPicPr>
        <p:blipFill rotWithShape="1">
          <a:blip r:embed="rId3">
            <a:alphaModFix/>
          </a:blip>
          <a:srcRect b="0" l="0" r="0" t="0"/>
          <a:stretch/>
        </p:blipFill>
        <p:spPr>
          <a:xfrm>
            <a:off x="1351915" y="2910840"/>
            <a:ext cx="8726170" cy="245681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15" name="Google Shape;315;p9"/>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 from Q6 to Q10: Study the following graph carefully and answer the questions given below it.</a:t>
            </a:r>
            <a:endParaRPr/>
          </a:p>
          <a:p>
            <a:pPr indent="0" lvl="0" marL="0" rtl="0" algn="l">
              <a:lnSpc>
                <a:spcPct val="100000"/>
              </a:lnSpc>
              <a:spcBef>
                <a:spcPts val="1400"/>
              </a:spcBef>
              <a:spcAft>
                <a:spcPts val="0"/>
              </a:spcAft>
              <a:buSzPts val="2000"/>
              <a:buNone/>
            </a:pPr>
            <a:r>
              <a:rPr lang="en-US"/>
              <a:t>Production and sale of printers of various companies in a month.</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8.	What is the average number of units produced by all the companies together?</a:t>
            </a:r>
            <a:endParaRPr/>
          </a:p>
          <a:p>
            <a:pPr indent="0" lvl="0" marL="0" rtl="0" algn="l">
              <a:lnSpc>
                <a:spcPct val="100000"/>
              </a:lnSpc>
              <a:spcBef>
                <a:spcPts val="1400"/>
              </a:spcBef>
              <a:spcAft>
                <a:spcPts val="0"/>
              </a:spcAft>
              <a:buSzPts val="2000"/>
              <a:buNone/>
            </a:pPr>
            <a:r>
              <a:rPr lang="en-US"/>
              <a:t>	(a) 675		(b) 650		(c) 625		(d) 600</a:t>
            </a:r>
            <a:endParaRPr/>
          </a:p>
          <a:p>
            <a:pPr indent="0" lvl="0" marL="0" rtl="0" algn="l">
              <a:lnSpc>
                <a:spcPct val="100000"/>
              </a:lnSpc>
              <a:spcBef>
                <a:spcPts val="1400"/>
              </a:spcBef>
              <a:spcAft>
                <a:spcPts val="0"/>
              </a:spcAft>
              <a:buSzPts val="2000"/>
              <a:buNone/>
            </a:pPr>
            <a:r>
              <a:t/>
            </a:r>
            <a:endParaRPr/>
          </a:p>
        </p:txBody>
      </p:sp>
      <p:pic>
        <p:nvPicPr>
          <p:cNvPr id="316" name="Google Shape;316;p9"/>
          <p:cNvPicPr preferRelativeResize="0"/>
          <p:nvPr/>
        </p:nvPicPr>
        <p:blipFill rotWithShape="1">
          <a:blip r:embed="rId3">
            <a:alphaModFix/>
          </a:blip>
          <a:srcRect b="0" l="0" r="0" t="0"/>
          <a:stretch/>
        </p:blipFill>
        <p:spPr>
          <a:xfrm>
            <a:off x="1231265" y="2945130"/>
            <a:ext cx="9020175" cy="245681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0"/>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22" name="Google Shape;322;p10"/>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lnSpcReduction="20000"/>
          </a:bodyPr>
          <a:lstStyle/>
          <a:p>
            <a:pPr indent="0" lvl="0" marL="0" rtl="0" algn="l">
              <a:lnSpc>
                <a:spcPct val="100000"/>
              </a:lnSpc>
              <a:spcBef>
                <a:spcPts val="0"/>
              </a:spcBef>
              <a:spcAft>
                <a:spcPts val="0"/>
              </a:spcAft>
              <a:buSzPts val="2000"/>
              <a:buNone/>
            </a:pPr>
            <a:r>
              <a:rPr lang="en-US"/>
              <a:t>Direction from Q6 to Q10: Study the following graph carefully and answer the questions given below it.</a:t>
            </a:r>
            <a:endParaRPr/>
          </a:p>
          <a:p>
            <a:pPr indent="0" lvl="0" marL="0" rtl="0" algn="l">
              <a:lnSpc>
                <a:spcPct val="100000"/>
              </a:lnSpc>
              <a:spcBef>
                <a:spcPts val="1400"/>
              </a:spcBef>
              <a:spcAft>
                <a:spcPts val="0"/>
              </a:spcAft>
              <a:buSzPts val="2000"/>
              <a:buNone/>
            </a:pPr>
            <a:r>
              <a:rPr lang="en-US"/>
              <a:t>Production and sale of printers of various companies in a month.</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9.	The total units sold by the companies A, B and C together is approximately what per cent of the total units 	produced by these companies?</a:t>
            </a:r>
            <a:endParaRPr/>
          </a:p>
          <a:p>
            <a:pPr indent="0" lvl="0" marL="0" rtl="0" algn="l">
              <a:lnSpc>
                <a:spcPct val="100000"/>
              </a:lnSpc>
              <a:spcBef>
                <a:spcPts val="1400"/>
              </a:spcBef>
              <a:spcAft>
                <a:spcPts val="0"/>
              </a:spcAft>
              <a:buSzPts val="2000"/>
              <a:buNone/>
            </a:pPr>
            <a:r>
              <a:rPr lang="en-US"/>
              <a:t>	(a) 62		(b) 50		(c) 76		(d) 58</a:t>
            </a:r>
            <a:endParaRPr/>
          </a:p>
          <a:p>
            <a:pPr indent="0" lvl="0" marL="0" rtl="0" algn="l">
              <a:lnSpc>
                <a:spcPct val="100000"/>
              </a:lnSpc>
              <a:spcBef>
                <a:spcPts val="1400"/>
              </a:spcBef>
              <a:spcAft>
                <a:spcPts val="0"/>
              </a:spcAft>
              <a:buSzPts val="2000"/>
              <a:buNone/>
            </a:pPr>
            <a:r>
              <a:t/>
            </a:r>
            <a:endParaRPr/>
          </a:p>
        </p:txBody>
      </p:sp>
      <p:pic>
        <p:nvPicPr>
          <p:cNvPr id="323" name="Google Shape;323;p10"/>
          <p:cNvPicPr preferRelativeResize="0"/>
          <p:nvPr/>
        </p:nvPicPr>
        <p:blipFill rotWithShape="1">
          <a:blip r:embed="rId3">
            <a:alphaModFix/>
          </a:blip>
          <a:srcRect b="0" l="0" r="0" t="0"/>
          <a:stretch/>
        </p:blipFill>
        <p:spPr>
          <a:xfrm>
            <a:off x="1960880" y="2890520"/>
            <a:ext cx="8564245" cy="24568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1"/>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29" name="Google Shape;329;p11"/>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 from Q6 to Q10: Study the following graph carefully and answer the questions given below it.</a:t>
            </a:r>
            <a:endParaRPr/>
          </a:p>
          <a:p>
            <a:pPr indent="0" lvl="0" marL="0" rtl="0" algn="l">
              <a:lnSpc>
                <a:spcPct val="100000"/>
              </a:lnSpc>
              <a:spcBef>
                <a:spcPts val="1400"/>
              </a:spcBef>
              <a:spcAft>
                <a:spcPts val="0"/>
              </a:spcAft>
              <a:buSzPts val="2000"/>
              <a:buNone/>
            </a:pPr>
            <a:r>
              <a:rPr lang="en-US"/>
              <a:t>Production and sale of printers of various companies in a month.</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10.	What is the ratio of the total production of companies D and E to the total sale of the same companies?</a:t>
            </a:r>
            <a:endParaRPr/>
          </a:p>
          <a:p>
            <a:pPr indent="0" lvl="0" marL="0" rtl="0" algn="l">
              <a:lnSpc>
                <a:spcPct val="100000"/>
              </a:lnSpc>
              <a:spcBef>
                <a:spcPts val="1400"/>
              </a:spcBef>
              <a:spcAft>
                <a:spcPts val="0"/>
              </a:spcAft>
              <a:buSzPts val="2000"/>
              <a:buNone/>
            </a:pPr>
            <a:r>
              <a:rPr lang="en-US"/>
              <a:t>	(a) 28:15		(b) 9:5		(c) 15:11		(d) 2:3</a:t>
            </a:r>
            <a:endParaRPr/>
          </a:p>
          <a:p>
            <a:pPr indent="0" lvl="0" marL="0" rtl="0" algn="l">
              <a:lnSpc>
                <a:spcPct val="100000"/>
              </a:lnSpc>
              <a:spcBef>
                <a:spcPts val="1400"/>
              </a:spcBef>
              <a:spcAft>
                <a:spcPts val="0"/>
              </a:spcAft>
              <a:buSzPts val="2000"/>
              <a:buNone/>
            </a:pPr>
            <a:r>
              <a:t/>
            </a:r>
            <a:endParaRPr/>
          </a:p>
        </p:txBody>
      </p:sp>
      <p:sp>
        <p:nvSpPr>
          <p:cNvPr id="330" name="Google Shape;330;p11"/>
          <p:cNvSpPr txBox="1"/>
          <p:nvPr/>
        </p:nvSpPr>
        <p:spPr>
          <a:xfrm>
            <a:off x="5283835" y="3309620"/>
            <a:ext cx="30988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31" name="Google Shape;331;p11"/>
          <p:cNvPicPr preferRelativeResize="0"/>
          <p:nvPr/>
        </p:nvPicPr>
        <p:blipFill rotWithShape="1">
          <a:blip r:embed="rId3">
            <a:alphaModFix/>
          </a:blip>
          <a:srcRect b="0" l="0" r="0" t="0"/>
          <a:stretch/>
        </p:blipFill>
        <p:spPr>
          <a:xfrm>
            <a:off x="530860" y="2809875"/>
            <a:ext cx="10106025" cy="24568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37" name="Google Shape;337;p1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lnSpcReduction="10000"/>
          </a:bodyPr>
          <a:lstStyle/>
          <a:p>
            <a:pPr indent="0" lvl="0" marL="0" rtl="0" algn="l">
              <a:lnSpc>
                <a:spcPct val="100000"/>
              </a:lnSpc>
              <a:spcBef>
                <a:spcPts val="0"/>
              </a:spcBef>
              <a:spcAft>
                <a:spcPts val="0"/>
              </a:spcAft>
              <a:buSzPts val="2400"/>
              <a:buNone/>
            </a:pPr>
            <a:r>
              <a:rPr lang="en-US" sz="2400"/>
              <a:t>Directions for Q11to Q13: Answer the questions based on the information given below.</a:t>
            </a:r>
            <a:endParaRPr sz="2400"/>
          </a:p>
          <a:p>
            <a:pPr indent="0" lvl="0" marL="0" rtl="0" algn="l">
              <a:lnSpc>
                <a:spcPct val="100000"/>
              </a:lnSpc>
              <a:spcBef>
                <a:spcPts val="1400"/>
              </a:spcBef>
              <a:spcAft>
                <a:spcPts val="0"/>
              </a:spcAft>
              <a:buSzPts val="2400"/>
              <a:buNone/>
            </a:pPr>
            <a:r>
              <a:rPr lang="en-US" sz="2400"/>
              <a:t>The given pie chart shows the percentage distribution of number of different types of chocolates distributed by Akshay. Total number of chocolates distributed = 240    Percentage distribution of the types of chocolates distributed</a:t>
            </a:r>
            <a:endParaRPr sz="2400"/>
          </a:p>
          <a:p>
            <a:pPr indent="0" lvl="0" marL="0" rtl="0" algn="l">
              <a:lnSpc>
                <a:spcPct val="100000"/>
              </a:lnSpc>
              <a:spcBef>
                <a:spcPts val="1400"/>
              </a:spcBef>
              <a:spcAft>
                <a:spcPts val="0"/>
              </a:spcAft>
              <a:buSzPts val="2400"/>
              <a:buNone/>
            </a:pPr>
            <a:r>
              <a:rPr lang="en-US" sz="2400"/>
              <a:t>                                                                     11.	The average number of chocolates of Dairy Milk, 5											-star and Mars taken together is equal to number																 of chocolates distributed of which of the given 											type?</a:t>
            </a:r>
            <a:endParaRPr sz="2400"/>
          </a:p>
          <a:p>
            <a:pPr indent="0" lvl="0" marL="0" rtl="0" algn="l">
              <a:lnSpc>
                <a:spcPct val="100000"/>
              </a:lnSpc>
              <a:spcBef>
                <a:spcPts val="1400"/>
              </a:spcBef>
              <a:spcAft>
                <a:spcPts val="0"/>
              </a:spcAft>
              <a:buSzPts val="2400"/>
              <a:buNone/>
            </a:pPr>
            <a:r>
              <a:rPr lang="en-US" sz="2400"/>
              <a:t>						(a) 5-Star		(b) Snickers	(c) Mars							(d) Dairy milk</a:t>
            </a:r>
            <a:endParaRPr sz="2400"/>
          </a:p>
          <a:p>
            <a:pPr indent="0" lvl="0" marL="0" rtl="0" algn="l">
              <a:lnSpc>
                <a:spcPct val="100000"/>
              </a:lnSpc>
              <a:spcBef>
                <a:spcPts val="1400"/>
              </a:spcBef>
              <a:spcAft>
                <a:spcPts val="0"/>
              </a:spcAft>
              <a:buSzPts val="2400"/>
              <a:buNone/>
            </a:pPr>
            <a:r>
              <a:t/>
            </a:r>
            <a:endParaRPr sz="2400"/>
          </a:p>
          <a:p>
            <a:pPr indent="0" lvl="0" marL="0" rtl="0" algn="l">
              <a:lnSpc>
                <a:spcPct val="100000"/>
              </a:lnSpc>
              <a:spcBef>
                <a:spcPts val="1400"/>
              </a:spcBef>
              <a:spcAft>
                <a:spcPts val="0"/>
              </a:spcAft>
              <a:buSzPts val="2400"/>
              <a:buNone/>
            </a:pPr>
            <a:r>
              <a:rPr lang="en-US" sz="2400"/>
              <a:t> </a:t>
            </a:r>
            <a:endParaRPr sz="2400"/>
          </a:p>
        </p:txBody>
      </p:sp>
      <p:pic>
        <p:nvPicPr>
          <p:cNvPr id="338" name="Google Shape;338;p17"/>
          <p:cNvPicPr preferRelativeResize="0"/>
          <p:nvPr/>
        </p:nvPicPr>
        <p:blipFill rotWithShape="1">
          <a:blip r:embed="rId3">
            <a:alphaModFix/>
          </a:blip>
          <a:srcRect b="5380" l="14184" r="15272" t="18796"/>
          <a:stretch/>
        </p:blipFill>
        <p:spPr>
          <a:xfrm>
            <a:off x="-196655" y="3020730"/>
            <a:ext cx="3745230" cy="278574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pic>
        <p:nvPicPr>
          <p:cNvPr id="344" name="Google Shape;344;p18"/>
          <p:cNvPicPr preferRelativeResize="0"/>
          <p:nvPr>
            <p:ph idx="1" type="body"/>
          </p:nvPr>
        </p:nvPicPr>
        <p:blipFill rotWithShape="1">
          <a:blip r:embed="rId3">
            <a:alphaModFix/>
          </a:blip>
          <a:srcRect b="5380" l="14184" r="15272" t="18796"/>
          <a:stretch/>
        </p:blipFill>
        <p:spPr>
          <a:xfrm>
            <a:off x="-233045" y="2002155"/>
            <a:ext cx="4838700" cy="3590925"/>
          </a:xfrm>
          <a:prstGeom prst="rect">
            <a:avLst/>
          </a:prstGeom>
          <a:noFill/>
          <a:ln>
            <a:noFill/>
          </a:ln>
        </p:spPr>
      </p:pic>
      <p:sp>
        <p:nvSpPr>
          <p:cNvPr id="345" name="Google Shape;345;p18"/>
          <p:cNvSpPr txBox="1"/>
          <p:nvPr/>
        </p:nvSpPr>
        <p:spPr>
          <a:xfrm>
            <a:off x="4816475" y="1927860"/>
            <a:ext cx="7296300" cy="286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Directions for Q11 to Q13: Answer the questions based on the information given below.</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given pie chart shows the percentage distribution of number of different types of chocolates distributed by Akshay. Total number of chocolates distributed = 240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Percentage distribution of the types of chocolates distributed</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12.	Find the ratio of number of chocolates of 5-Star and Mars taken together to the number of chocolates of Dairy milk and Twix taken together.</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 10:7		(b) 7:5		(c) 5:4		(d) 4:3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pic>
        <p:nvPicPr>
          <p:cNvPr id="351" name="Google Shape;351;p19"/>
          <p:cNvPicPr preferRelativeResize="0"/>
          <p:nvPr>
            <p:ph idx="1" type="body"/>
          </p:nvPr>
        </p:nvPicPr>
        <p:blipFill rotWithShape="1">
          <a:blip r:embed="rId3">
            <a:alphaModFix/>
          </a:blip>
          <a:srcRect b="5380" l="14184" r="15272" t="18796"/>
          <a:stretch/>
        </p:blipFill>
        <p:spPr>
          <a:xfrm>
            <a:off x="-5" y="1815765"/>
            <a:ext cx="4838700" cy="3591000"/>
          </a:xfrm>
          <a:prstGeom prst="rect">
            <a:avLst/>
          </a:prstGeom>
          <a:noFill/>
          <a:ln>
            <a:noFill/>
          </a:ln>
        </p:spPr>
      </p:pic>
      <p:sp>
        <p:nvSpPr>
          <p:cNvPr id="352" name="Google Shape;352;p19"/>
          <p:cNvSpPr txBox="1"/>
          <p:nvPr/>
        </p:nvSpPr>
        <p:spPr>
          <a:xfrm>
            <a:off x="4977765" y="2042160"/>
            <a:ext cx="6789300" cy="314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Directions for Q11 to Q13: Answer the questions based on the information given below.</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given pie chart shows the percentage distribution of number of different types of chocolates distributed by Akshay. Total number of chocolates distributed = 240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Percentage distribution of the types of chocolates distributed</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13.	The number of chocolates of Mars distributed by Akshay is what percentage more or less than the number of chocolates of 5-Star distributed by Akshay?</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 20%		(b) 5%		(c) 10%	(d) 50%</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58" name="Google Shape;358;p15"/>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 from Q14 to Q18: Table shown below shows population of five different cities. Some data is given in percent while some data is given in numbers. Study the table carefully and solve the following questions.</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14.	Male population of city B is how much more than female population of city X?</a:t>
            </a:r>
            <a:endParaRPr/>
          </a:p>
          <a:p>
            <a:pPr indent="0" lvl="0" marL="0" rtl="0" algn="l">
              <a:lnSpc>
                <a:spcPct val="100000"/>
              </a:lnSpc>
              <a:spcBef>
                <a:spcPts val="1400"/>
              </a:spcBef>
              <a:spcAft>
                <a:spcPts val="0"/>
              </a:spcAft>
              <a:buSzPts val="2000"/>
              <a:buNone/>
            </a:pPr>
            <a:r>
              <a:rPr lang="en-US"/>
              <a:t>	(a) 2900		(b) 2800	(c) 2820		(d) 2920</a:t>
            </a:r>
            <a:endParaRPr/>
          </a:p>
        </p:txBody>
      </p:sp>
      <p:pic>
        <p:nvPicPr>
          <p:cNvPr descr="Description: https://1.bp.blogspot.com/-J0sE98xbzOE/Wv_wZhUHz-I/AAAAAAAACos/aDpCPs73lZ0UVD4FPWf9lOoWqQFZJPPvQCLcBGAs/s1600/1.PNG" id="359" name="Google Shape;359;p15">
            <a:hlinkClick r:id="rId3"/>
          </p:cNvPr>
          <p:cNvPicPr preferRelativeResize="0"/>
          <p:nvPr/>
        </p:nvPicPr>
        <p:blipFill rotWithShape="1">
          <a:blip r:embed="rId4">
            <a:alphaModFix/>
          </a:blip>
          <a:srcRect b="0" l="0" r="0" t="0"/>
          <a:stretch/>
        </p:blipFill>
        <p:spPr>
          <a:xfrm>
            <a:off x="2462530" y="2886075"/>
            <a:ext cx="7327900" cy="203898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65" name="Google Shape;365;p16"/>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800"/>
              <a:buNone/>
            </a:pPr>
            <a:r>
              <a:rPr lang="en-US" sz="2800"/>
              <a:t>Direction from Q11 to Q15: Table shown below shows population of five different cities. Some data is given in percent while some data is given in numbers. Study the table carefully and solve the following questions.</a:t>
            </a:r>
            <a:endParaRPr sz="2800"/>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rPr lang="en-US" sz="2800"/>
              <a:t>15.	Find the ratio of transgender population of city Z to the transgender population of city A.</a:t>
            </a:r>
            <a:endParaRPr sz="2800"/>
          </a:p>
          <a:p>
            <a:pPr indent="0" lvl="0" marL="0" rtl="0" algn="l">
              <a:lnSpc>
                <a:spcPct val="100000"/>
              </a:lnSpc>
              <a:spcBef>
                <a:spcPts val="1400"/>
              </a:spcBef>
              <a:spcAft>
                <a:spcPts val="0"/>
              </a:spcAft>
              <a:buSzPts val="2800"/>
              <a:buNone/>
            </a:pPr>
            <a:r>
              <a:rPr lang="en-US" sz="2800"/>
              <a:t>	(a) 4/5		(b) 2/5		(c) 3/5		(d) 5/4</a:t>
            </a:r>
            <a:endParaRPr sz="2800"/>
          </a:p>
        </p:txBody>
      </p:sp>
      <p:pic>
        <p:nvPicPr>
          <p:cNvPr descr="Description: https://1.bp.blogspot.com/-J0sE98xbzOE/Wv_wZhUHz-I/AAAAAAAACos/aDpCPs73lZ0UVD4FPWf9lOoWqQFZJPPvQCLcBGAs/s1600/1.PNG" id="366" name="Google Shape;366;p16">
            <a:hlinkClick r:id="rId3"/>
          </p:cNvPr>
          <p:cNvPicPr preferRelativeResize="0"/>
          <p:nvPr/>
        </p:nvPicPr>
        <p:blipFill rotWithShape="1">
          <a:blip r:embed="rId4">
            <a:alphaModFix/>
          </a:blip>
          <a:srcRect b="0" l="0" r="0" t="0"/>
          <a:stretch/>
        </p:blipFill>
        <p:spPr>
          <a:xfrm>
            <a:off x="1793240" y="3170555"/>
            <a:ext cx="8726805" cy="203898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72" name="Google Shape;372;p1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 from Q11 to Q15: Table shown below shows population of five different cities. Some data is given in percent while some data is given in numbers. Study the table carefully and solve the following questions.</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16.	Ratio of literate male to Illiterate male of city A is 11 : 7. What is the difference between literate male and Illiterate male of city A.</a:t>
            </a:r>
            <a:endParaRPr/>
          </a:p>
          <a:p>
            <a:pPr indent="0" lvl="0" marL="0" rtl="0" algn="l">
              <a:lnSpc>
                <a:spcPct val="100000"/>
              </a:lnSpc>
              <a:spcBef>
                <a:spcPts val="1400"/>
              </a:spcBef>
              <a:spcAft>
                <a:spcPts val="0"/>
              </a:spcAft>
              <a:buSzPts val="2000"/>
              <a:buNone/>
            </a:pPr>
            <a:r>
              <a:rPr lang="en-US"/>
              <a:t>	(a) 1200		(b) 900		(c) 1400		(d) 800</a:t>
            </a:r>
            <a:endParaRPr/>
          </a:p>
        </p:txBody>
      </p:sp>
      <p:pic>
        <p:nvPicPr>
          <p:cNvPr descr="Description: https://1.bp.blogspot.com/-J0sE98xbzOE/Wv_wZhUHz-I/AAAAAAAACos/aDpCPs73lZ0UVD4FPWf9lOoWqQFZJPPvQCLcBGAs/s1600/1.PNG" id="373" name="Google Shape;373;p13">
            <a:hlinkClick r:id="rId3"/>
          </p:cNvPr>
          <p:cNvPicPr preferRelativeResize="0"/>
          <p:nvPr/>
        </p:nvPicPr>
        <p:blipFill rotWithShape="1">
          <a:blip r:embed="rId4">
            <a:alphaModFix/>
          </a:blip>
          <a:srcRect b="0" l="0" r="0" t="0"/>
          <a:stretch/>
        </p:blipFill>
        <p:spPr>
          <a:xfrm>
            <a:off x="2188845" y="2744470"/>
            <a:ext cx="7926070" cy="203898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79" name="Google Shape;379;p1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lnSpcReduction="20000"/>
          </a:bodyPr>
          <a:lstStyle/>
          <a:p>
            <a:pPr indent="0" lvl="0" marL="0" rtl="0" algn="l">
              <a:lnSpc>
                <a:spcPct val="100000"/>
              </a:lnSpc>
              <a:spcBef>
                <a:spcPts val="0"/>
              </a:spcBef>
              <a:spcAft>
                <a:spcPts val="0"/>
              </a:spcAft>
              <a:buSzPts val="2000"/>
              <a:buNone/>
            </a:pPr>
            <a:r>
              <a:rPr lang="en-US"/>
              <a:t>Direction from Q11 to Q15: Table shown below shows population of five different cities. Some data is given in percent while some data is given in numbers. Study the table carefully and solve the following questions.</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Note: Total population = Male + Female + Transgender</a:t>
            </a:r>
            <a:endParaRPr/>
          </a:p>
          <a:p>
            <a:pPr indent="0" lvl="0" marL="0" rtl="0" algn="l">
              <a:lnSpc>
                <a:spcPct val="100000"/>
              </a:lnSpc>
              <a:spcBef>
                <a:spcPts val="1400"/>
              </a:spcBef>
              <a:spcAft>
                <a:spcPts val="0"/>
              </a:spcAft>
              <a:buSzPts val="2000"/>
              <a:buNone/>
            </a:pPr>
            <a:r>
              <a:rPr lang="en-US"/>
              <a:t>17.	Population of city Z is what percent less than population of city Y.</a:t>
            </a:r>
            <a:endParaRPr/>
          </a:p>
          <a:p>
            <a:pPr indent="0" lvl="0" marL="0" rtl="0" algn="l">
              <a:lnSpc>
                <a:spcPct val="100000"/>
              </a:lnSpc>
              <a:spcBef>
                <a:spcPts val="1400"/>
              </a:spcBef>
              <a:spcAft>
                <a:spcPts val="0"/>
              </a:spcAft>
              <a:buSzPts val="2000"/>
              <a:buNone/>
            </a:pPr>
            <a:r>
              <a:rPr lang="en-US"/>
              <a:t>	(a) 30%		(b) 25%		(c) 20%		(d) 35%</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p:txBody>
      </p:sp>
      <p:pic>
        <p:nvPicPr>
          <p:cNvPr descr="Description: https://1.bp.blogspot.com/-J0sE98xbzOE/Wv_wZhUHz-I/AAAAAAAACos/aDpCPs73lZ0UVD4FPWf9lOoWqQFZJPPvQCLcBGAs/s1600/1.PNG" id="380" name="Google Shape;380;p12">
            <a:hlinkClick r:id="rId3"/>
          </p:cNvPr>
          <p:cNvPicPr preferRelativeResize="0"/>
          <p:nvPr/>
        </p:nvPicPr>
        <p:blipFill rotWithShape="1">
          <a:blip r:embed="rId4">
            <a:alphaModFix/>
          </a:blip>
          <a:srcRect b="0" l="0" r="0" t="0"/>
          <a:stretch/>
        </p:blipFill>
        <p:spPr>
          <a:xfrm>
            <a:off x="1276350" y="2734310"/>
            <a:ext cx="8879205" cy="203898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86" name="Google Shape;386;p14"/>
          <p:cNvSpPr txBox="1"/>
          <p:nvPr>
            <p:ph idx="1" type="body"/>
          </p:nvPr>
        </p:nvSpPr>
        <p:spPr>
          <a:xfrm>
            <a:off x="519500" y="1833300"/>
            <a:ext cx="11460300" cy="50247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 from Q11 to Q15: Table shown below shows population of five different cities. Some data is given in percent while some data is given in numbers. Study the table carefully and solve the following questions.</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18.	Female population in city Z is how much percent less than male and transgender population of city A.</a:t>
            </a:r>
            <a:endParaRPr/>
          </a:p>
          <a:p>
            <a:pPr indent="0" lvl="0" marL="0" rtl="0" algn="l">
              <a:lnSpc>
                <a:spcPct val="100000"/>
              </a:lnSpc>
              <a:spcBef>
                <a:spcPts val="1400"/>
              </a:spcBef>
              <a:spcAft>
                <a:spcPts val="0"/>
              </a:spcAft>
              <a:buSzPts val="2000"/>
              <a:buNone/>
            </a:pPr>
            <a:r>
              <a:rPr lang="en-US"/>
              <a:t>	(a) 25%	(b) 33(1/3)%	(c) 50%		(d) 66(2/3)%</a:t>
            </a:r>
            <a:endParaRPr/>
          </a:p>
        </p:txBody>
      </p:sp>
      <p:pic>
        <p:nvPicPr>
          <p:cNvPr descr="Description: https://1.bp.blogspot.com/-J0sE98xbzOE/Wv_wZhUHz-I/AAAAAAAACos/aDpCPs73lZ0UVD4FPWf9lOoWqQFZJPPvQCLcBGAs/s1600/1.PNG" id="387" name="Google Shape;387;p14">
            <a:hlinkClick r:id="rId3"/>
          </p:cNvPr>
          <p:cNvPicPr preferRelativeResize="0"/>
          <p:nvPr/>
        </p:nvPicPr>
        <p:blipFill rotWithShape="1">
          <a:blip r:embed="rId4">
            <a:alphaModFix/>
          </a:blip>
          <a:srcRect b="0" l="0" r="0" t="0"/>
          <a:stretch/>
        </p:blipFill>
        <p:spPr>
          <a:xfrm>
            <a:off x="1899725" y="2630655"/>
            <a:ext cx="7793355" cy="203898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0"/>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93" name="Google Shape;393;p20"/>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Directions for Q19 to Q23: Study the following graph and the table and answer the questions given below.</a:t>
            </a:r>
            <a:endParaRPr/>
          </a:p>
          <a:p>
            <a:pPr indent="0" lvl="0" marL="0" rtl="0" algn="l">
              <a:lnSpc>
                <a:spcPct val="100000"/>
              </a:lnSpc>
              <a:spcBef>
                <a:spcPts val="1400"/>
              </a:spcBef>
              <a:spcAft>
                <a:spcPts val="0"/>
              </a:spcAft>
              <a:buSzPts val="2000"/>
              <a:buNone/>
            </a:pPr>
            <a:r>
              <a:rPr lang="en-US"/>
              <a:t> Data of different states regarding population of states in the year 2012  </a:t>
            </a:r>
            <a:endParaRPr/>
          </a:p>
          <a:p>
            <a:pPr indent="0" lvl="0" marL="0" rtl="0" algn="l">
              <a:lnSpc>
                <a:spcPct val="100000"/>
              </a:lnSpc>
              <a:spcBef>
                <a:spcPts val="1400"/>
              </a:spcBef>
              <a:spcAft>
                <a:spcPts val="0"/>
              </a:spcAft>
              <a:buSzPts val="2000"/>
              <a:buNone/>
            </a:pPr>
            <a:r>
              <a:rPr lang="en-US"/>
              <a:t>					Total population of the given states = 2000000.</a:t>
            </a:r>
            <a:endParaRPr/>
          </a:p>
          <a:p>
            <a:pPr indent="0" lvl="0" marL="0" rtl="0" algn="l">
              <a:lnSpc>
                <a:spcPct val="100000"/>
              </a:lnSpc>
              <a:spcBef>
                <a:spcPts val="1400"/>
              </a:spcBef>
              <a:spcAft>
                <a:spcPts val="0"/>
              </a:spcAft>
              <a:buSzPts val="2000"/>
              <a:buNone/>
            </a:pPr>
            <a:r>
              <a:t/>
            </a:r>
            <a:endParaRPr/>
          </a:p>
        </p:txBody>
      </p:sp>
      <p:pic>
        <p:nvPicPr>
          <p:cNvPr id="394" name="Google Shape;394;p20"/>
          <p:cNvPicPr preferRelativeResize="0"/>
          <p:nvPr/>
        </p:nvPicPr>
        <p:blipFill rotWithShape="1">
          <a:blip r:embed="rId3">
            <a:alphaModFix/>
          </a:blip>
          <a:srcRect b="7933" l="4845" r="6178" t="6799"/>
          <a:stretch/>
        </p:blipFill>
        <p:spPr>
          <a:xfrm>
            <a:off x="166305" y="3380705"/>
            <a:ext cx="4313555" cy="4333875"/>
          </a:xfrm>
          <a:prstGeom prst="rect">
            <a:avLst/>
          </a:prstGeom>
          <a:noFill/>
          <a:ln>
            <a:noFill/>
          </a:ln>
        </p:spPr>
      </p:pic>
      <p:pic>
        <p:nvPicPr>
          <p:cNvPr id="395" name="Google Shape;395;p20"/>
          <p:cNvPicPr preferRelativeResize="0"/>
          <p:nvPr/>
        </p:nvPicPr>
        <p:blipFill rotWithShape="1">
          <a:blip r:embed="rId4">
            <a:alphaModFix/>
          </a:blip>
          <a:srcRect b="0" l="0" r="0" t="0"/>
          <a:stretch/>
        </p:blipFill>
        <p:spPr>
          <a:xfrm>
            <a:off x="4704980" y="3810185"/>
            <a:ext cx="6921499" cy="3239135"/>
          </a:xfrm>
          <a:prstGeom prst="rect">
            <a:avLst/>
          </a:prstGeom>
          <a:noFill/>
          <a:ln cap="flat" cmpd="sng" w="9525">
            <a:solidFill>
              <a:schemeClr val="dk1"/>
            </a:solidFill>
            <a:prstDash val="solid"/>
            <a:miter lim="800000"/>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401" name="Google Shape;401;p2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19.	What was the number of males in D state in the year 2012?</a:t>
            </a:r>
            <a:endParaRPr/>
          </a:p>
          <a:p>
            <a:pPr indent="0" lvl="0" marL="0" rtl="0" algn="l">
              <a:lnSpc>
                <a:spcPct val="100000"/>
              </a:lnSpc>
              <a:spcBef>
                <a:spcPts val="1400"/>
              </a:spcBef>
              <a:spcAft>
                <a:spcPts val="0"/>
              </a:spcAft>
              <a:buSzPts val="2000"/>
              <a:buNone/>
            </a:pPr>
            <a:r>
              <a:rPr lang="en-US"/>
              <a:t>	(a) 220000		(b) 120000	(c) 260000	(d) 240000</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407" name="Google Shape;407;p2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Directions for Q19 to Q23: Study the following graph and the table and answer the questions given below.</a:t>
            </a:r>
            <a:endParaRPr/>
          </a:p>
          <a:p>
            <a:pPr indent="0" lvl="0" marL="0" rtl="0" algn="l">
              <a:lnSpc>
                <a:spcPct val="100000"/>
              </a:lnSpc>
              <a:spcBef>
                <a:spcPts val="1400"/>
              </a:spcBef>
              <a:spcAft>
                <a:spcPts val="0"/>
              </a:spcAft>
              <a:buSzPts val="2000"/>
              <a:buNone/>
            </a:pPr>
            <a:r>
              <a:rPr lang="en-US"/>
              <a:t> Data of different states regarding population of states in the year 2012</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						Total population of the given states = 2000000.</a:t>
            </a:r>
            <a:endParaRPr/>
          </a:p>
          <a:p>
            <a:pPr indent="0" lvl="0" marL="0" rtl="0" algn="l">
              <a:lnSpc>
                <a:spcPct val="100000"/>
              </a:lnSpc>
              <a:spcBef>
                <a:spcPts val="1400"/>
              </a:spcBef>
              <a:spcAft>
                <a:spcPts val="0"/>
              </a:spcAft>
              <a:buSzPts val="2000"/>
              <a:buNone/>
            </a:pPr>
            <a:r>
              <a:t/>
            </a:r>
            <a:endParaRPr/>
          </a:p>
        </p:txBody>
      </p:sp>
      <p:pic>
        <p:nvPicPr>
          <p:cNvPr id="408" name="Google Shape;408;p22"/>
          <p:cNvPicPr preferRelativeResize="0"/>
          <p:nvPr/>
        </p:nvPicPr>
        <p:blipFill rotWithShape="1">
          <a:blip r:embed="rId3">
            <a:alphaModFix/>
          </a:blip>
          <a:srcRect b="7933" l="4845" r="6178" t="6799"/>
          <a:stretch/>
        </p:blipFill>
        <p:spPr>
          <a:xfrm>
            <a:off x="170180" y="2799080"/>
            <a:ext cx="4313555" cy="4333875"/>
          </a:xfrm>
          <a:prstGeom prst="rect">
            <a:avLst/>
          </a:prstGeom>
          <a:noFill/>
          <a:ln>
            <a:noFill/>
          </a:ln>
        </p:spPr>
      </p:pic>
      <p:pic>
        <p:nvPicPr>
          <p:cNvPr id="409" name="Google Shape;409;p22"/>
          <p:cNvPicPr preferRelativeResize="0"/>
          <p:nvPr/>
        </p:nvPicPr>
        <p:blipFill rotWithShape="1">
          <a:blip r:embed="rId4">
            <a:alphaModFix/>
          </a:blip>
          <a:srcRect b="0" l="0" r="0" t="0"/>
          <a:stretch/>
        </p:blipFill>
        <p:spPr>
          <a:xfrm>
            <a:off x="5267008" y="3822700"/>
            <a:ext cx="6344285" cy="2580640"/>
          </a:xfrm>
          <a:prstGeom prst="rect">
            <a:avLst/>
          </a:prstGeom>
          <a:noFill/>
          <a:ln cap="flat" cmpd="sng" w="9525">
            <a:solidFill>
              <a:schemeClr val="dk1"/>
            </a:solidFill>
            <a:prstDash val="solid"/>
            <a:miter lim="800000"/>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1"/>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415" name="Google Shape;415;p21"/>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20.	What was the total number of illiterate people in B state and C state in 2012?</a:t>
            </a:r>
            <a:endParaRPr/>
          </a:p>
          <a:p>
            <a:pPr indent="0" lvl="0" marL="0" rtl="0" algn="l">
              <a:lnSpc>
                <a:spcPct val="100000"/>
              </a:lnSpc>
              <a:spcBef>
                <a:spcPts val="1400"/>
              </a:spcBef>
              <a:spcAft>
                <a:spcPts val="0"/>
              </a:spcAft>
              <a:buSzPts val="2000"/>
              <a:buNone/>
            </a:pPr>
            <a:r>
              <a:rPr lang="en-US"/>
              <a:t>	(a) 225000		(b) 150000	(c) 230000	(d) 330000</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421" name="Google Shape;421;p24"/>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Directions for Q19 to Q23: Study the following graph and the table and answer the questions given below.</a:t>
            </a:r>
            <a:endParaRPr/>
          </a:p>
          <a:p>
            <a:pPr indent="0" lvl="0" marL="0" rtl="0" algn="l">
              <a:lnSpc>
                <a:spcPct val="100000"/>
              </a:lnSpc>
              <a:spcBef>
                <a:spcPts val="1400"/>
              </a:spcBef>
              <a:spcAft>
                <a:spcPts val="0"/>
              </a:spcAft>
              <a:buSzPts val="2000"/>
              <a:buNone/>
            </a:pPr>
            <a:r>
              <a:rPr lang="en-US"/>
              <a:t> Data of different states regarding population of states in the year 2012</a:t>
            </a:r>
            <a:endParaRPr/>
          </a:p>
          <a:p>
            <a:pPr indent="0" lvl="0" marL="0" rtl="0" algn="l">
              <a:lnSpc>
                <a:spcPct val="100000"/>
              </a:lnSpc>
              <a:spcBef>
                <a:spcPts val="1400"/>
              </a:spcBef>
              <a:spcAft>
                <a:spcPts val="0"/>
              </a:spcAft>
              <a:buSzPts val="2000"/>
              <a:buNone/>
            </a:pPr>
            <a:r>
              <a:rPr lang="en-US"/>
              <a:t>						Total population of the given states = 2000000.</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p:txBody>
      </p:sp>
      <p:pic>
        <p:nvPicPr>
          <p:cNvPr id="422" name="Google Shape;422;p24"/>
          <p:cNvPicPr preferRelativeResize="0"/>
          <p:nvPr/>
        </p:nvPicPr>
        <p:blipFill rotWithShape="1">
          <a:blip r:embed="rId3">
            <a:alphaModFix/>
          </a:blip>
          <a:srcRect b="7933" l="4845" r="6178" t="6799"/>
          <a:stretch/>
        </p:blipFill>
        <p:spPr>
          <a:xfrm>
            <a:off x="170180" y="2799080"/>
            <a:ext cx="4313555" cy="4333875"/>
          </a:xfrm>
          <a:prstGeom prst="rect">
            <a:avLst/>
          </a:prstGeom>
          <a:noFill/>
          <a:ln>
            <a:noFill/>
          </a:ln>
        </p:spPr>
      </p:pic>
      <p:pic>
        <p:nvPicPr>
          <p:cNvPr id="423" name="Google Shape;423;p24"/>
          <p:cNvPicPr preferRelativeResize="0"/>
          <p:nvPr/>
        </p:nvPicPr>
        <p:blipFill rotWithShape="1">
          <a:blip r:embed="rId4">
            <a:alphaModFix/>
          </a:blip>
          <a:srcRect b="0" l="0" r="0" t="0"/>
          <a:stretch/>
        </p:blipFill>
        <p:spPr>
          <a:xfrm>
            <a:off x="4861243" y="3456940"/>
            <a:ext cx="6344285" cy="2580640"/>
          </a:xfrm>
          <a:prstGeom prst="rect">
            <a:avLst/>
          </a:prstGeom>
          <a:noFill/>
          <a:ln cap="flat" cmpd="sng" w="9525">
            <a:solidFill>
              <a:schemeClr val="dk1"/>
            </a:solidFill>
            <a:prstDash val="solid"/>
            <a:miter lim="800000"/>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429" name="Google Shape;429;p2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21.	What is the ratio of the number of females in G states to the number of females in B state?</a:t>
            </a:r>
            <a:endParaRPr/>
          </a:p>
          <a:p>
            <a:pPr indent="0" lvl="0" marL="0" rtl="0" algn="l">
              <a:lnSpc>
                <a:spcPct val="100000"/>
              </a:lnSpc>
              <a:spcBef>
                <a:spcPts val="1400"/>
              </a:spcBef>
              <a:spcAft>
                <a:spcPts val="0"/>
              </a:spcAft>
              <a:buSzPts val="2000"/>
              <a:buNone/>
            </a:pPr>
            <a:r>
              <a:rPr lang="en-US"/>
              <a:t>	(a) 2:3		(b) 1:3		(c) 1:4		(d) 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435" name="Google Shape;435;p26"/>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Directions for Q19 to Q23: Study the following graph and the table and answer the questions given below.</a:t>
            </a:r>
            <a:endParaRPr/>
          </a:p>
          <a:p>
            <a:pPr indent="0" lvl="0" marL="0" rtl="0" algn="l">
              <a:lnSpc>
                <a:spcPct val="100000"/>
              </a:lnSpc>
              <a:spcBef>
                <a:spcPts val="1400"/>
              </a:spcBef>
              <a:spcAft>
                <a:spcPts val="0"/>
              </a:spcAft>
              <a:buSzPts val="2000"/>
              <a:buNone/>
            </a:pPr>
            <a:r>
              <a:rPr lang="en-US"/>
              <a:t> Data of different states regarding population of states in the year 2012</a:t>
            </a:r>
            <a:endParaRPr/>
          </a:p>
          <a:p>
            <a:pPr indent="0" lvl="0" marL="0" rtl="0" algn="l">
              <a:lnSpc>
                <a:spcPct val="100000"/>
              </a:lnSpc>
              <a:spcBef>
                <a:spcPts val="1400"/>
              </a:spcBef>
              <a:spcAft>
                <a:spcPts val="0"/>
              </a:spcAft>
              <a:buSzPts val="2000"/>
              <a:buNone/>
            </a:pPr>
            <a:r>
              <a:rPr lang="en-US"/>
              <a:t>						Total population of the given states = 2000000.</a:t>
            </a:r>
            <a:endParaRPr/>
          </a:p>
          <a:p>
            <a:pPr indent="0" lvl="0" marL="0" rtl="0" algn="l">
              <a:lnSpc>
                <a:spcPct val="100000"/>
              </a:lnSpc>
              <a:spcBef>
                <a:spcPts val="1400"/>
              </a:spcBef>
              <a:spcAft>
                <a:spcPts val="0"/>
              </a:spcAft>
              <a:buSzPts val="2000"/>
              <a:buNone/>
            </a:pPr>
            <a:r>
              <a:t/>
            </a:r>
            <a:endParaRPr/>
          </a:p>
        </p:txBody>
      </p:sp>
      <p:pic>
        <p:nvPicPr>
          <p:cNvPr id="436" name="Google Shape;436;p26"/>
          <p:cNvPicPr preferRelativeResize="0"/>
          <p:nvPr/>
        </p:nvPicPr>
        <p:blipFill rotWithShape="1">
          <a:blip r:embed="rId3">
            <a:alphaModFix/>
          </a:blip>
          <a:srcRect b="7933" l="4845" r="6178" t="6799"/>
          <a:stretch/>
        </p:blipFill>
        <p:spPr>
          <a:xfrm>
            <a:off x="200660" y="2524125"/>
            <a:ext cx="4313555" cy="4333875"/>
          </a:xfrm>
          <a:prstGeom prst="rect">
            <a:avLst/>
          </a:prstGeom>
          <a:noFill/>
          <a:ln>
            <a:noFill/>
          </a:ln>
        </p:spPr>
      </p:pic>
      <p:pic>
        <p:nvPicPr>
          <p:cNvPr id="437" name="Google Shape;437;p26"/>
          <p:cNvPicPr preferRelativeResize="0"/>
          <p:nvPr/>
        </p:nvPicPr>
        <p:blipFill rotWithShape="1">
          <a:blip r:embed="rId4">
            <a:alphaModFix/>
          </a:blip>
          <a:srcRect b="0" l="0" r="0" t="0"/>
          <a:stretch/>
        </p:blipFill>
        <p:spPr>
          <a:xfrm>
            <a:off x="5571173" y="3462020"/>
            <a:ext cx="6344285" cy="2580640"/>
          </a:xfrm>
          <a:prstGeom prst="rect">
            <a:avLst/>
          </a:prstGeom>
          <a:noFill/>
          <a:ln cap="flat" cmpd="sng" w="9525">
            <a:solidFill>
              <a:schemeClr val="dk1"/>
            </a:solidFill>
            <a:prstDash val="solid"/>
            <a:miter lim="800000"/>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443" name="Google Shape;443;p25"/>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22.	In the year 2013, there was an increase of 12% in the population of F state and 10% in the population of E state compared to 2012, what was the ratio of F state and E state in 2013?</a:t>
            </a:r>
            <a:endParaRPr/>
          </a:p>
          <a:p>
            <a:pPr indent="0" lvl="0" marL="0" rtl="0" algn="l">
              <a:lnSpc>
                <a:spcPct val="100000"/>
              </a:lnSpc>
              <a:spcBef>
                <a:spcPts val="1400"/>
              </a:spcBef>
              <a:spcAft>
                <a:spcPts val="0"/>
              </a:spcAft>
              <a:buSzPts val="2000"/>
              <a:buNone/>
            </a:pPr>
            <a:r>
              <a:rPr lang="en-US"/>
              <a:t>	(a) 14:11		(b) 11:10		(c) 13:14		(d) 15:13</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449" name="Google Shape;449;p28"/>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Directions for Q19 to Q23: Study the following graph and the table and answer the questions given below.</a:t>
            </a:r>
            <a:endParaRPr/>
          </a:p>
          <a:p>
            <a:pPr indent="0" lvl="0" marL="0" rtl="0" algn="l">
              <a:lnSpc>
                <a:spcPct val="100000"/>
              </a:lnSpc>
              <a:spcBef>
                <a:spcPts val="1400"/>
              </a:spcBef>
              <a:spcAft>
                <a:spcPts val="0"/>
              </a:spcAft>
              <a:buSzPts val="2000"/>
              <a:buNone/>
            </a:pPr>
            <a:r>
              <a:rPr lang="en-US"/>
              <a:t> Data of different states regarding population of states in the year 2012</a:t>
            </a:r>
            <a:endParaRPr/>
          </a:p>
          <a:p>
            <a:pPr indent="0" lvl="0" marL="0" rtl="0" algn="l">
              <a:lnSpc>
                <a:spcPct val="100000"/>
              </a:lnSpc>
              <a:spcBef>
                <a:spcPts val="1400"/>
              </a:spcBef>
              <a:spcAft>
                <a:spcPts val="0"/>
              </a:spcAft>
              <a:buSzPts val="2000"/>
              <a:buNone/>
            </a:pPr>
            <a:r>
              <a:rPr lang="en-US"/>
              <a:t>						Total population of the given states = 2000000.</a:t>
            </a:r>
            <a:endParaRPr/>
          </a:p>
          <a:p>
            <a:pPr indent="0" lvl="0" marL="0" rtl="0" algn="l">
              <a:lnSpc>
                <a:spcPct val="100000"/>
              </a:lnSpc>
              <a:spcBef>
                <a:spcPts val="1400"/>
              </a:spcBef>
              <a:spcAft>
                <a:spcPts val="0"/>
              </a:spcAft>
              <a:buSzPts val="2000"/>
              <a:buNone/>
            </a:pPr>
            <a:r>
              <a:t/>
            </a:r>
            <a:endParaRPr/>
          </a:p>
        </p:txBody>
      </p:sp>
      <p:pic>
        <p:nvPicPr>
          <p:cNvPr id="450" name="Google Shape;450;p28"/>
          <p:cNvPicPr preferRelativeResize="0"/>
          <p:nvPr/>
        </p:nvPicPr>
        <p:blipFill rotWithShape="1">
          <a:blip r:embed="rId3">
            <a:alphaModFix/>
          </a:blip>
          <a:srcRect b="7933" l="4845" r="6178" t="6799"/>
          <a:stretch/>
        </p:blipFill>
        <p:spPr>
          <a:xfrm>
            <a:off x="170180" y="2799080"/>
            <a:ext cx="4313555" cy="4333875"/>
          </a:xfrm>
          <a:prstGeom prst="rect">
            <a:avLst/>
          </a:prstGeom>
          <a:noFill/>
          <a:ln>
            <a:noFill/>
          </a:ln>
        </p:spPr>
      </p:pic>
      <p:pic>
        <p:nvPicPr>
          <p:cNvPr id="451" name="Google Shape;451;p28"/>
          <p:cNvPicPr preferRelativeResize="0"/>
          <p:nvPr/>
        </p:nvPicPr>
        <p:blipFill rotWithShape="1">
          <a:blip r:embed="rId4">
            <a:alphaModFix/>
          </a:blip>
          <a:srcRect b="0" l="0" r="0" t="0"/>
          <a:stretch/>
        </p:blipFill>
        <p:spPr>
          <a:xfrm>
            <a:off x="4820603" y="3284855"/>
            <a:ext cx="6344285" cy="2580640"/>
          </a:xfrm>
          <a:prstGeom prst="rect">
            <a:avLst/>
          </a:prstGeom>
          <a:noFill/>
          <a:ln cap="flat" cmpd="sng" w="9525">
            <a:solidFill>
              <a:schemeClr val="dk1"/>
            </a:solidFill>
            <a:prstDash val="solid"/>
            <a:miter lim="800000"/>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457" name="Google Shape;457;p29"/>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23.	What will be the percentage of the total number of males in states A, C and E together to the total population of all the given states?</a:t>
            </a:r>
            <a:endParaRPr/>
          </a:p>
          <a:p>
            <a:pPr indent="0" lvl="0" marL="0" rtl="0" algn="l">
              <a:lnSpc>
                <a:spcPct val="100000"/>
              </a:lnSpc>
              <a:spcBef>
                <a:spcPts val="1400"/>
              </a:spcBef>
              <a:spcAft>
                <a:spcPts val="0"/>
              </a:spcAft>
              <a:buSzPts val="2000"/>
              <a:buNone/>
            </a:pPr>
            <a:r>
              <a:rPr lang="en-US"/>
              <a:t>	(a) 9.05%		(b) 10.3%		(c) 6.67%		(d) 7.49%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0"/>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463" name="Google Shape;463;p30"/>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                                                                                       </a:t>
            </a:r>
            <a:r>
              <a:rPr lang="en-US" sz="3600"/>
              <a:t>THANK YOU</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 spider">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2022-04-07T04:00:00Z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11DABD0E8F484802ACE4D4BDCB386F65</vt:lpwstr>
  </property>
  <property fmtid="{D5CDD505-2E9C-101B-9397-08002B2CF9AE}" pid="4" name="KSOProductBuildVer">
    <vt:lpwstr>1033-11.2.0.11074</vt:lpwstr>
  </property>
</Properties>
</file>