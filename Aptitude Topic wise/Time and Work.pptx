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hw8yBaMk3/UjjWAsF0D9QqZVBF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14" name="Shape 14"/>
        <p:cNvGrpSpPr/>
        <p:nvPr/>
      </p:nvGrpSpPr>
      <p:grpSpPr>
        <a:xfrm>
          <a:off x="0" y="0"/>
          <a:ext cx="0" cy="0"/>
          <a:chOff x="0" y="0"/>
          <a:chExt cx="0" cy="0"/>
        </a:xfrm>
      </p:grpSpPr>
      <p:sp>
        <p:nvSpPr>
          <p:cNvPr id="15" name="Google Shape;15;p24"/>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 name="Google Shape;16;p24"/>
          <p:cNvSpPr/>
          <p:nvPr/>
        </p:nvSpPr>
        <p:spPr>
          <a:xfrm>
            <a:off x="6394450" y="0"/>
            <a:ext cx="153926"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 name="Google Shape;17;p2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24"/>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2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20" name="Google Shape;20;p24"/>
          <p:cNvSpPr/>
          <p:nvPr>
            <p:ph idx="2" type="pic"/>
          </p:nvPr>
        </p:nvSpPr>
        <p:spPr>
          <a:xfrm>
            <a:off x="0" y="0"/>
            <a:ext cx="6311900" cy="6858000"/>
          </a:xfrm>
          <a:prstGeom prst="rect">
            <a:avLst/>
          </a:prstGeom>
          <a:noFill/>
          <a:ln>
            <a:noFill/>
          </a:ln>
        </p:spPr>
      </p:sp>
      <p:sp>
        <p:nvSpPr>
          <p:cNvPr id="21" name="Google Shape;21;p24"/>
          <p:cNvSpPr txBox="1"/>
          <p:nvPr>
            <p:ph type="ctrTitle"/>
          </p:nvPr>
        </p:nvSpPr>
        <p:spPr>
          <a:xfrm>
            <a:off x="6629400" y="758952"/>
            <a:ext cx="4526280" cy="3227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6000"/>
              <a:buFont typeface="Calibri"/>
              <a:buNone/>
              <a:defRPr b="1" sz="6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4"/>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rgbClr val="3F3F3F"/>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24"/>
          <p:cNvSpPr/>
          <p:nvPr/>
        </p:nvSpPr>
        <p:spPr>
          <a:xfrm>
            <a:off x="6311900" y="0"/>
            <a:ext cx="15392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2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5"/>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7" name="Google Shape;27;p2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2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2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30" name="Shape 30"/>
        <p:cNvGrpSpPr/>
        <p:nvPr/>
      </p:nvGrpSpPr>
      <p:grpSpPr>
        <a:xfrm>
          <a:off x="0" y="0"/>
          <a:ext cx="0" cy="0"/>
          <a:chOff x="0" y="0"/>
          <a:chExt cx="0" cy="0"/>
        </a:xfrm>
      </p:grpSpPr>
      <p:sp>
        <p:nvSpPr>
          <p:cNvPr id="31" name="Google Shape;31;p26"/>
          <p:cNvSpPr/>
          <p:nvPr>
            <p:ph idx="2" type="pic"/>
          </p:nvPr>
        </p:nvSpPr>
        <p:spPr>
          <a:xfrm>
            <a:off x="0" y="0"/>
            <a:ext cx="12192000" cy="6858000"/>
          </a:xfrm>
          <a:prstGeom prst="rect">
            <a:avLst/>
          </a:prstGeom>
          <a:noFill/>
          <a:ln>
            <a:noFill/>
          </a:ln>
        </p:spPr>
      </p:sp>
      <p:sp>
        <p:nvSpPr>
          <p:cNvPr id="32" name="Google Shape;32;p2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2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2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35" name="Google Shape;35;p26"/>
          <p:cNvSpPr txBox="1"/>
          <p:nvPr>
            <p:ph idx="1" type="subTitle"/>
          </p:nvPr>
        </p:nvSpPr>
        <p:spPr>
          <a:xfrm>
            <a:off x="1212850" y="4508500"/>
            <a:ext cx="511810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36" name="Google Shape;36;p26"/>
          <p:cNvSpPr txBox="1"/>
          <p:nvPr>
            <p:ph type="ctrTitle"/>
          </p:nvPr>
        </p:nvSpPr>
        <p:spPr>
          <a:xfrm>
            <a:off x="1212850" y="2057400"/>
            <a:ext cx="5118100" cy="1929066"/>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400"/>
              <a:buFont typeface="Calibri"/>
              <a:buNone/>
              <a:defRPr b="1" sz="5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solidFill>
          <a:schemeClr val="lt1"/>
        </a:solidFill>
      </p:bgPr>
    </p:bg>
    <p:spTree>
      <p:nvGrpSpPr>
        <p:cNvPr id="37" name="Shape 37"/>
        <p:cNvGrpSpPr/>
        <p:nvPr/>
      </p:nvGrpSpPr>
      <p:grpSpPr>
        <a:xfrm>
          <a:off x="0" y="0"/>
          <a:ext cx="0" cy="0"/>
          <a:chOff x="0" y="0"/>
          <a:chExt cx="0" cy="0"/>
        </a:xfrm>
      </p:grpSpPr>
      <p:sp>
        <p:nvSpPr>
          <p:cNvPr id="38" name="Google Shape;38;p27"/>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 name="Google Shape;39;p2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2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2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42" name="Google Shape;42;p27"/>
          <p:cNvSpPr/>
          <p:nvPr>
            <p:ph idx="2" type="pic"/>
          </p:nvPr>
        </p:nvSpPr>
        <p:spPr>
          <a:xfrm>
            <a:off x="0" y="0"/>
            <a:ext cx="6311900" cy="6858000"/>
          </a:xfrm>
          <a:prstGeom prst="rect">
            <a:avLst/>
          </a:prstGeom>
          <a:noFill/>
          <a:ln>
            <a:noFill/>
          </a:ln>
        </p:spPr>
      </p:sp>
      <p:sp>
        <p:nvSpPr>
          <p:cNvPr id="43" name="Google Shape;43;p27"/>
          <p:cNvSpPr/>
          <p:nvPr/>
        </p:nvSpPr>
        <p:spPr>
          <a:xfrm>
            <a:off x="2451099"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 name="Google Shape;44;p27"/>
          <p:cNvSpPr txBox="1"/>
          <p:nvPr>
            <p:ph type="title"/>
          </p:nvPr>
        </p:nvSpPr>
        <p:spPr>
          <a:xfrm>
            <a:off x="2641599" y="3746500"/>
            <a:ext cx="8331202" cy="13081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7"/>
          <p:cNvSpPr txBox="1"/>
          <p:nvPr>
            <p:ph idx="1" type="body"/>
          </p:nvPr>
        </p:nvSpPr>
        <p:spPr>
          <a:xfrm>
            <a:off x="26416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6" name="Google Shape;46;p27"/>
          <p:cNvSpPr/>
          <p:nvPr/>
        </p:nvSpPr>
        <p:spPr>
          <a:xfrm>
            <a:off x="37528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showMasterSp="0">
  <p:cSld name="1_Section Header">
    <p:bg>
      <p:bgPr>
        <a:solidFill>
          <a:schemeClr val="lt1"/>
        </a:solidFill>
      </p:bgPr>
    </p:bg>
    <p:spTree>
      <p:nvGrpSpPr>
        <p:cNvPr id="47" name="Shape 47"/>
        <p:cNvGrpSpPr/>
        <p:nvPr/>
      </p:nvGrpSpPr>
      <p:grpSpPr>
        <a:xfrm>
          <a:off x="0" y="0"/>
          <a:ext cx="0" cy="0"/>
          <a:chOff x="0" y="0"/>
          <a:chExt cx="0" cy="0"/>
        </a:xfrm>
      </p:grpSpPr>
      <p:sp>
        <p:nvSpPr>
          <p:cNvPr id="48" name="Google Shape;48;p28"/>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28"/>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28"/>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51" name="Google Shape;51;p28"/>
          <p:cNvSpPr/>
          <p:nvPr>
            <p:ph idx="2" type="pic"/>
          </p:nvPr>
        </p:nvSpPr>
        <p:spPr>
          <a:xfrm>
            <a:off x="0" y="0"/>
            <a:ext cx="12192000" cy="6858000"/>
          </a:xfrm>
          <a:prstGeom prst="rect">
            <a:avLst/>
          </a:prstGeom>
          <a:noFill/>
          <a:ln>
            <a:noFill/>
          </a:ln>
        </p:spPr>
      </p:sp>
      <p:sp>
        <p:nvSpPr>
          <p:cNvPr id="52" name="Google Shape;52;p28"/>
          <p:cNvSpPr/>
          <p:nvPr/>
        </p:nvSpPr>
        <p:spPr>
          <a:xfrm>
            <a:off x="1735138"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3" name="Google Shape;53;p28"/>
          <p:cNvSpPr txBox="1"/>
          <p:nvPr>
            <p:ph type="title"/>
          </p:nvPr>
        </p:nvSpPr>
        <p:spPr>
          <a:xfrm>
            <a:off x="1930399" y="3746500"/>
            <a:ext cx="8331202" cy="13081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8"/>
          <p:cNvSpPr txBox="1"/>
          <p:nvPr>
            <p:ph idx="1" type="body"/>
          </p:nvPr>
        </p:nvSpPr>
        <p:spPr>
          <a:xfrm>
            <a:off x="19304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5" name="Google Shape;55;p28"/>
          <p:cNvSpPr/>
          <p:nvPr/>
        </p:nvSpPr>
        <p:spPr>
          <a:xfrm>
            <a:off x="35369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2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9"/>
          <p:cNvSpPr txBox="1"/>
          <p:nvPr>
            <p:ph idx="1" type="body"/>
          </p:nvPr>
        </p:nvSpPr>
        <p:spPr>
          <a:xfrm>
            <a:off x="1097280" y="2120900"/>
            <a:ext cx="4639736" cy="374819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29"/>
          <p:cNvSpPr txBox="1"/>
          <p:nvPr>
            <p:ph idx="2" type="body"/>
          </p:nvPr>
        </p:nvSpPr>
        <p:spPr>
          <a:xfrm>
            <a:off x="6515944" y="2120900"/>
            <a:ext cx="4639736" cy="374819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0" name="Google Shape;60;p2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2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2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3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30"/>
          <p:cNvSpPr txBox="1"/>
          <p:nvPr>
            <p:ph idx="1" type="body"/>
          </p:nvPr>
        </p:nvSpPr>
        <p:spPr>
          <a:xfrm>
            <a:off x="1097280"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6" name="Google Shape;66;p30"/>
          <p:cNvSpPr txBox="1"/>
          <p:nvPr>
            <p:ph idx="2" type="body"/>
          </p:nvPr>
        </p:nvSpPr>
        <p:spPr>
          <a:xfrm>
            <a:off x="1186731" y="2958274"/>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7" name="Google Shape;67;p30"/>
          <p:cNvSpPr txBox="1"/>
          <p:nvPr>
            <p:ph idx="3" type="body"/>
          </p:nvPr>
        </p:nvSpPr>
        <p:spPr>
          <a:xfrm>
            <a:off x="6515944"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8" name="Google Shape;68;p30"/>
          <p:cNvSpPr txBox="1"/>
          <p:nvPr>
            <p:ph idx="4" type="body"/>
          </p:nvPr>
        </p:nvSpPr>
        <p:spPr>
          <a:xfrm>
            <a:off x="6605395" y="2958273"/>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9" name="Google Shape;69;p3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3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3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31"/>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4" name="Shape 74"/>
        <p:cNvGrpSpPr/>
        <p:nvPr/>
      </p:nvGrpSpPr>
      <p:grpSpPr>
        <a:xfrm>
          <a:off x="0" y="0"/>
          <a:ext cx="0" cy="0"/>
          <a:chOff x="0" y="0"/>
          <a:chExt cx="0" cy="0"/>
        </a:xfrm>
      </p:grpSpPr>
      <p:sp>
        <p:nvSpPr>
          <p:cNvPr id="75" name="Google Shape;75;p32"/>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 name="Google Shape;76;p3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3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3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9" name="Shape 79"/>
        <p:cNvGrpSpPr/>
        <p:nvPr/>
      </p:nvGrpSpPr>
      <p:grpSpPr>
        <a:xfrm>
          <a:off x="0" y="0"/>
          <a:ext cx="0" cy="0"/>
          <a:chOff x="0" y="0"/>
          <a:chExt cx="0" cy="0"/>
        </a:xfrm>
      </p:grpSpPr>
      <p:sp>
        <p:nvSpPr>
          <p:cNvPr id="80" name="Google Shape;80;p33"/>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33"/>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3"/>
          <p:cNvSpPr txBox="1"/>
          <p:nvPr>
            <p:ph type="title"/>
          </p:nvPr>
        </p:nvSpPr>
        <p:spPr>
          <a:xfrm>
            <a:off x="1092200" y="786383"/>
            <a:ext cx="3068833" cy="2093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33"/>
          <p:cNvSpPr txBox="1"/>
          <p:nvPr>
            <p:ph idx="1" type="body"/>
          </p:nvPr>
        </p:nvSpPr>
        <p:spPr>
          <a:xfrm>
            <a:off x="5458984" y="812800"/>
            <a:ext cx="5713841" cy="4868609"/>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4" name="Google Shape;84;p33"/>
          <p:cNvSpPr txBox="1"/>
          <p:nvPr>
            <p:ph idx="2" type="body"/>
          </p:nvPr>
        </p:nvSpPr>
        <p:spPr>
          <a:xfrm>
            <a:off x="1092200" y="3043050"/>
            <a:ext cx="3068832" cy="263835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800"/>
              <a:buNone/>
              <a:defRPr sz="1800">
                <a:solidFill>
                  <a:srgbClr val="FFFFFF"/>
                </a:solidFill>
              </a:defRPr>
            </a:lvl1pPr>
            <a:lvl2pPr indent="-228600" lvl="1" marL="914400" algn="l">
              <a:lnSpc>
                <a:spcPct val="100000"/>
              </a:lnSpc>
              <a:spcBef>
                <a:spcPts val="2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5" name="Google Shape;85;p33"/>
          <p:cNvSpPr/>
          <p:nvPr/>
        </p:nvSpPr>
        <p:spPr>
          <a:xfrm>
            <a:off x="0" y="139700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33"/>
          <p:cNvSpPr/>
          <p:nvPr/>
        </p:nvSpPr>
        <p:spPr>
          <a:xfrm>
            <a:off x="5458983" y="624142"/>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3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3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3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cxnSp>
        <p:nvCxnSpPr>
          <p:cNvPr id="90" name="Google Shape;90;p33"/>
          <p:cNvCxnSpPr/>
          <p:nvPr/>
        </p:nvCxnSpPr>
        <p:spPr>
          <a:xfrm rot="10800000">
            <a:off x="1092200" y="6446838"/>
            <a:ext cx="1643438" cy="0"/>
          </a:xfrm>
          <a:prstGeom prst="straightConnector1">
            <a:avLst/>
          </a:prstGeom>
          <a:noFill/>
          <a:ln cap="flat" cmpd="sng" w="28575">
            <a:solidFill>
              <a:schemeClr val="dk2"/>
            </a:solidFill>
            <a:prstDash val="solid"/>
            <a:round/>
            <a:headEnd len="sm" w="sm" type="none"/>
            <a:tailEnd len="sm" w="sm" type="none"/>
          </a:ln>
        </p:spPr>
      </p:cxnSp>
      <p:cxnSp>
        <p:nvCxnSpPr>
          <p:cNvPr id="91" name="Google Shape;91;p33"/>
          <p:cNvCxnSpPr/>
          <p:nvPr/>
        </p:nvCxnSpPr>
        <p:spPr>
          <a:xfrm rot="10800000">
            <a:off x="8420100" y="6429376"/>
            <a:ext cx="1000462" cy="0"/>
          </a:xfrm>
          <a:prstGeom prst="straightConnector1">
            <a:avLst/>
          </a:prstGeom>
          <a:noFill/>
          <a:ln cap="flat" cmpd="sng" w="28575">
            <a:solidFill>
              <a:schemeClr val="lt2"/>
            </a:solidFill>
            <a:prstDash val="solid"/>
            <a:round/>
            <a:headEnd len="sm" w="sm" type="none"/>
            <a:tailEnd len="sm" w="sm" type="none"/>
          </a:ln>
        </p:spPr>
      </p:cxnSp>
      <p:cxnSp>
        <p:nvCxnSpPr>
          <p:cNvPr id="92" name="Google Shape;92;p33"/>
          <p:cNvCxnSpPr/>
          <p:nvPr/>
        </p:nvCxnSpPr>
        <p:spPr>
          <a:xfrm rot="10800000">
            <a:off x="10765675" y="6446838"/>
            <a:ext cx="407258" cy="6350"/>
          </a:xfrm>
          <a:prstGeom prst="straightConnector1">
            <a:avLst/>
          </a:prstGeom>
          <a:noFill/>
          <a:ln cap="flat" cmpd="sng" w="28575">
            <a:solidFill>
              <a:schemeClr val="lt2"/>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3" name="Shape 93"/>
        <p:cNvGrpSpPr/>
        <p:nvPr/>
      </p:nvGrpSpPr>
      <p:grpSpPr>
        <a:xfrm>
          <a:off x="0" y="0"/>
          <a:ext cx="0" cy="0"/>
          <a:chOff x="0" y="0"/>
          <a:chExt cx="0" cy="0"/>
        </a:xfrm>
      </p:grpSpPr>
      <p:sp>
        <p:nvSpPr>
          <p:cNvPr id="94" name="Google Shape;94;p3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34"/>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6" name="Google Shape;96;p3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7" name="Google Shape;97;p34"/>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3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showMasterSp="0">
  <p:cSld name="1_Content with Caption">
    <p:spTree>
      <p:nvGrpSpPr>
        <p:cNvPr id="99" name="Shape 99"/>
        <p:cNvGrpSpPr/>
        <p:nvPr/>
      </p:nvGrpSpPr>
      <p:grpSpPr>
        <a:xfrm>
          <a:off x="0" y="0"/>
          <a:ext cx="0" cy="0"/>
          <a:chOff x="0" y="0"/>
          <a:chExt cx="0" cy="0"/>
        </a:xfrm>
      </p:grpSpPr>
      <p:sp>
        <p:nvSpPr>
          <p:cNvPr id="100" name="Google Shape;100;p35"/>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35"/>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5"/>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3" name="Google Shape;103;p35"/>
          <p:cNvSpPr/>
          <p:nvPr/>
        </p:nvSpPr>
        <p:spPr>
          <a:xfrm>
            <a:off x="0" y="2003424"/>
            <a:ext cx="1036320" cy="185737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35"/>
          <p:cNvSpPr/>
          <p:nvPr/>
        </p:nvSpPr>
        <p:spPr>
          <a:xfrm>
            <a:off x="5458983" y="377398"/>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3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6" name="Google Shape;106;p3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7" name="Google Shape;107;p3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08" name="Google Shape;108;p35"/>
          <p:cNvSpPr/>
          <p:nvPr/>
        </p:nvSpPr>
        <p:spPr>
          <a:xfrm>
            <a:off x="1078230" y="2003423"/>
            <a:ext cx="3576082" cy="1857378"/>
          </a:xfrm>
          <a:prstGeom prst="rect">
            <a:avLst/>
          </a:prstGeom>
          <a:solidFill>
            <a:srgbClr val="27304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 name="Google Shape;109;p35"/>
          <p:cNvSpPr txBox="1"/>
          <p:nvPr>
            <p:ph type="title"/>
          </p:nvPr>
        </p:nvSpPr>
        <p:spPr>
          <a:xfrm>
            <a:off x="1092200" y="1885125"/>
            <a:ext cx="3314700"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35"/>
          <p:cNvSpPr/>
          <p:nvPr/>
        </p:nvSpPr>
        <p:spPr>
          <a:xfrm>
            <a:off x="1092200" y="993775"/>
            <a:ext cx="1036320" cy="936626"/>
          </a:xfrm>
          <a:prstGeom prst="rect">
            <a:avLst/>
          </a:prstGeom>
          <a:solidFill>
            <a:srgbClr val="CFD3E6">
              <a:alpha val="2588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with Caption" showMasterSp="0">
  <p:cSld name="2_Content with Caption">
    <p:spTree>
      <p:nvGrpSpPr>
        <p:cNvPr id="111" name="Shape 111"/>
        <p:cNvGrpSpPr/>
        <p:nvPr/>
      </p:nvGrpSpPr>
      <p:grpSpPr>
        <a:xfrm>
          <a:off x="0" y="0"/>
          <a:ext cx="0" cy="0"/>
          <a:chOff x="0" y="0"/>
          <a:chExt cx="0" cy="0"/>
        </a:xfrm>
      </p:grpSpPr>
      <p:sp>
        <p:nvSpPr>
          <p:cNvPr id="112" name="Google Shape;112;p36"/>
          <p:cNvSpPr/>
          <p:nvPr>
            <p:ph idx="2" type="pic"/>
          </p:nvPr>
        </p:nvSpPr>
        <p:spPr>
          <a:xfrm>
            <a:off x="0" y="0"/>
            <a:ext cx="4654296" cy="5864225"/>
          </a:xfrm>
          <a:prstGeom prst="rect">
            <a:avLst/>
          </a:prstGeom>
          <a:noFill/>
          <a:ln>
            <a:noFill/>
          </a:ln>
        </p:spPr>
      </p:sp>
      <p:sp>
        <p:nvSpPr>
          <p:cNvPr id="113" name="Google Shape;113;p36"/>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36"/>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15" name="Google Shape;115;p3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6" name="Google Shape;116;p3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 name="Google Shape;117;p3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18" name="Google Shape;118;p36"/>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 with Caption" showMasterSp="0">
  <p:cSld name="6_Content with Caption">
    <p:spTree>
      <p:nvGrpSpPr>
        <p:cNvPr id="119" name="Shape 119"/>
        <p:cNvGrpSpPr/>
        <p:nvPr/>
      </p:nvGrpSpPr>
      <p:grpSpPr>
        <a:xfrm>
          <a:off x="0" y="0"/>
          <a:ext cx="0" cy="0"/>
          <a:chOff x="0" y="0"/>
          <a:chExt cx="0" cy="0"/>
        </a:xfrm>
      </p:grpSpPr>
      <p:sp>
        <p:nvSpPr>
          <p:cNvPr id="120" name="Google Shape;120;p37"/>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 name="Google Shape;121;p37"/>
          <p:cNvSpPr txBox="1"/>
          <p:nvPr>
            <p:ph type="title"/>
          </p:nvPr>
        </p:nvSpPr>
        <p:spPr>
          <a:xfrm>
            <a:off x="4984722" y="548355"/>
            <a:ext cx="6054846" cy="634336"/>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FFFFF"/>
              </a:buClr>
              <a:buSzPts val="3600"/>
              <a:buFont typeface="Calibri"/>
              <a:buNone/>
              <a:defRPr b="1" i="0" sz="36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37"/>
          <p:cNvSpPr txBox="1"/>
          <p:nvPr>
            <p:ph idx="1" type="body"/>
          </p:nvPr>
        </p:nvSpPr>
        <p:spPr>
          <a:xfrm>
            <a:off x="5100833" y="1611313"/>
            <a:ext cx="6072099" cy="375510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23" name="Google Shape;123;p3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 name="Google Shape;124;p3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5" name="Google Shape;125;p3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26" name="Google Shape;126;p37"/>
          <p:cNvSpPr/>
          <p:nvPr>
            <p:ph idx="2" type="pic"/>
          </p:nvPr>
        </p:nvSpPr>
        <p:spPr>
          <a:xfrm>
            <a:off x="0" y="0"/>
            <a:ext cx="4654296" cy="586422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ontent with Caption" showMasterSp="0">
  <p:cSld name="7_Content with Caption">
    <p:spTree>
      <p:nvGrpSpPr>
        <p:cNvPr id="127" name="Shape 127"/>
        <p:cNvGrpSpPr/>
        <p:nvPr/>
      </p:nvGrpSpPr>
      <p:grpSpPr>
        <a:xfrm>
          <a:off x="0" y="0"/>
          <a:ext cx="0" cy="0"/>
          <a:chOff x="0" y="0"/>
          <a:chExt cx="0" cy="0"/>
        </a:xfrm>
      </p:grpSpPr>
      <p:sp>
        <p:nvSpPr>
          <p:cNvPr id="128" name="Google Shape;128;p38"/>
          <p:cNvSpPr/>
          <p:nvPr>
            <p:ph idx="2" type="pic"/>
          </p:nvPr>
        </p:nvSpPr>
        <p:spPr>
          <a:xfrm>
            <a:off x="0" y="0"/>
            <a:ext cx="12192000" cy="3541486"/>
          </a:xfrm>
          <a:prstGeom prst="rect">
            <a:avLst/>
          </a:prstGeom>
          <a:noFill/>
          <a:ln>
            <a:noFill/>
          </a:ln>
        </p:spPr>
      </p:sp>
      <p:sp>
        <p:nvSpPr>
          <p:cNvPr id="129" name="Google Shape;129;p38"/>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38"/>
          <p:cNvSpPr txBox="1"/>
          <p:nvPr>
            <p:ph type="title"/>
          </p:nvPr>
        </p:nvSpPr>
        <p:spPr>
          <a:xfrm>
            <a:off x="3068577" y="880375"/>
            <a:ext cx="6054846" cy="634336"/>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rgbClr val="3F3F3F"/>
              </a:buClr>
              <a:buSzPts val="3600"/>
              <a:buFont typeface="Calibri"/>
              <a:buNone/>
              <a:defRPr b="1" i="0" sz="3600">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38"/>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38"/>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38"/>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34" name="Google Shape;134;p38"/>
          <p:cNvSpPr/>
          <p:nvPr/>
        </p:nvSpPr>
        <p:spPr>
          <a:xfrm>
            <a:off x="5577840" y="0"/>
            <a:ext cx="103632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nt with Caption" showMasterSp="0">
  <p:cSld name="3_Content with Caption">
    <p:spTree>
      <p:nvGrpSpPr>
        <p:cNvPr id="135" name="Shape 135"/>
        <p:cNvGrpSpPr/>
        <p:nvPr/>
      </p:nvGrpSpPr>
      <p:grpSpPr>
        <a:xfrm>
          <a:off x="0" y="0"/>
          <a:ext cx="0" cy="0"/>
          <a:chOff x="0" y="0"/>
          <a:chExt cx="0" cy="0"/>
        </a:xfrm>
      </p:grpSpPr>
      <p:sp>
        <p:nvSpPr>
          <p:cNvPr id="136" name="Google Shape;136;p39"/>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39"/>
          <p:cNvSpPr/>
          <p:nvPr/>
        </p:nvSpPr>
        <p:spPr>
          <a:xfrm>
            <a:off x="4654312" y="507333"/>
            <a:ext cx="7537688" cy="48495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39"/>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9"/>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39"/>
          <p:cNvSpPr txBox="1"/>
          <p:nvPr>
            <p:ph idx="1" type="body"/>
          </p:nvPr>
        </p:nvSpPr>
        <p:spPr>
          <a:xfrm>
            <a:off x="6473373" y="943430"/>
            <a:ext cx="4699452"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41" name="Google Shape;141;p3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2" name="Google Shape;142;p3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3" name="Google Shape;143;p3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44" name="Google Shape;144;p39"/>
          <p:cNvSpPr/>
          <p:nvPr/>
        </p:nvSpPr>
        <p:spPr>
          <a:xfrm>
            <a:off x="4370251" y="2322780"/>
            <a:ext cx="1348378" cy="1218664"/>
          </a:xfrm>
          <a:prstGeom prst="rect">
            <a:avLst/>
          </a:prstGeom>
          <a:solidFill>
            <a:srgbClr val="BECA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 with Caption" showMasterSp="0">
  <p:cSld name="4_Content with Caption">
    <p:spTree>
      <p:nvGrpSpPr>
        <p:cNvPr id="145" name="Shape 145"/>
        <p:cNvGrpSpPr/>
        <p:nvPr/>
      </p:nvGrpSpPr>
      <p:grpSpPr>
        <a:xfrm>
          <a:off x="0" y="0"/>
          <a:ext cx="0" cy="0"/>
          <a:chOff x="0" y="0"/>
          <a:chExt cx="0" cy="0"/>
        </a:xfrm>
      </p:grpSpPr>
      <p:sp>
        <p:nvSpPr>
          <p:cNvPr id="146" name="Google Shape;146;p40"/>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40"/>
          <p:cNvSpPr/>
          <p:nvPr/>
        </p:nvSpPr>
        <p:spPr>
          <a:xfrm>
            <a:off x="4654312" y="507333"/>
            <a:ext cx="7537688" cy="484955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40"/>
          <p:cNvSpPr/>
          <p:nvPr/>
        </p:nvSpPr>
        <p:spPr>
          <a:xfrm>
            <a:off x="16" y="0"/>
            <a:ext cx="4654296" cy="5864225"/>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0"/>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40"/>
          <p:cNvSpPr txBox="1"/>
          <p:nvPr>
            <p:ph idx="1" type="body"/>
          </p:nvPr>
        </p:nvSpPr>
        <p:spPr>
          <a:xfrm>
            <a:off x="6518529" y="943430"/>
            <a:ext cx="4654296"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51" name="Google Shape;151;p4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4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3" name="Google Shape;153;p4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54" name="Google Shape;154;p40"/>
          <p:cNvSpPr/>
          <p:nvPr/>
        </p:nvSpPr>
        <p:spPr>
          <a:xfrm>
            <a:off x="4370251" y="2322780"/>
            <a:ext cx="1348378" cy="1218664"/>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55" name="Shape 155"/>
        <p:cNvGrpSpPr/>
        <p:nvPr/>
      </p:nvGrpSpPr>
      <p:grpSpPr>
        <a:xfrm>
          <a:off x="0" y="0"/>
          <a:ext cx="0" cy="0"/>
          <a:chOff x="0" y="0"/>
          <a:chExt cx="0" cy="0"/>
        </a:xfrm>
      </p:grpSpPr>
      <p:sp>
        <p:nvSpPr>
          <p:cNvPr id="156" name="Google Shape;156;p41"/>
          <p:cNvSpPr/>
          <p:nvPr/>
        </p:nvSpPr>
        <p:spPr>
          <a:xfrm>
            <a:off x="0" y="4578350"/>
            <a:ext cx="12188825" cy="227965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1"/>
          <p:cNvSpPr/>
          <p:nvPr>
            <p:ph idx="2" type="pic"/>
          </p:nvPr>
        </p:nvSpPr>
        <p:spPr>
          <a:xfrm>
            <a:off x="15" y="0"/>
            <a:ext cx="12191985" cy="4578350"/>
          </a:xfrm>
          <a:prstGeom prst="rect">
            <a:avLst/>
          </a:prstGeom>
          <a:solidFill>
            <a:schemeClr val="lt1"/>
          </a:solidFill>
          <a:ln>
            <a:noFill/>
          </a:ln>
        </p:spPr>
      </p:sp>
      <p:sp>
        <p:nvSpPr>
          <p:cNvPr id="158" name="Google Shape;158;p41"/>
          <p:cNvSpPr txBox="1"/>
          <p:nvPr>
            <p:ph type="title"/>
          </p:nvPr>
        </p:nvSpPr>
        <p:spPr>
          <a:xfrm>
            <a:off x="1097279" y="4799362"/>
            <a:ext cx="10113645" cy="743682"/>
          </a:xfrm>
          <a:prstGeom prst="rect">
            <a:avLst/>
          </a:prstGeom>
          <a:noFill/>
          <a:ln>
            <a:noFill/>
          </a:ln>
        </p:spPr>
        <p:txBody>
          <a:bodyPr anchorCtr="0" anchor="b" bIns="0" lIns="91425" spcFirstLastPara="1" rIns="91425" wrap="square" tIns="0">
            <a:noAutofit/>
          </a:bodyPr>
          <a:lstStyle>
            <a:lvl1pPr lvl="0" algn="ctr">
              <a:lnSpc>
                <a:spcPct val="90000"/>
              </a:lnSpc>
              <a:spcBef>
                <a:spcPts val="0"/>
              </a:spcBef>
              <a:spcAft>
                <a:spcPts val="0"/>
              </a:spcAft>
              <a:buClr>
                <a:srgbClr val="FFFFFF"/>
              </a:buClr>
              <a:buSzPts val="4400"/>
              <a:buFont typeface="Calibri"/>
              <a:buNone/>
              <a:defRPr b="1" sz="44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41"/>
          <p:cNvSpPr txBox="1"/>
          <p:nvPr>
            <p:ph idx="1" type="body"/>
          </p:nvPr>
        </p:nvSpPr>
        <p:spPr>
          <a:xfrm>
            <a:off x="1097279" y="5715000"/>
            <a:ext cx="10113264" cy="609600"/>
          </a:xfrm>
          <a:prstGeom prst="rect">
            <a:avLst/>
          </a:prstGeom>
          <a:noFill/>
          <a:ln>
            <a:noFill/>
          </a:ln>
        </p:spPr>
        <p:txBody>
          <a:bodyPr anchorCtr="0" anchor="t" bIns="0" lIns="91425" spcFirstLastPara="1" rIns="91425" wrap="square" tIns="0">
            <a:normAutofit/>
          </a:bodyPr>
          <a:lstStyle>
            <a:lvl1pPr indent="-228600" lvl="0" marL="457200" algn="l">
              <a:lnSpc>
                <a:spcPct val="100000"/>
              </a:lnSpc>
              <a:spcBef>
                <a:spcPts val="0"/>
              </a:spcBef>
              <a:spcAft>
                <a:spcPts val="0"/>
              </a:spcAft>
              <a:buSzPts val="1800"/>
              <a:buNone/>
              <a:defRPr sz="1800">
                <a:solidFill>
                  <a:srgbClr val="FFFFFF"/>
                </a:solidFill>
              </a:defRPr>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60" name="Google Shape;160;p4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41"/>
          <p:cNvSpPr txBox="1"/>
          <p:nvPr>
            <p:ph idx="11" type="ftr"/>
          </p:nvPr>
        </p:nvSpPr>
        <p:spPr>
          <a:xfrm>
            <a:off x="1097279" y="6446838"/>
            <a:ext cx="681826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2" name="Google Shape;162;p4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lt1"/>
                </a:solidFill>
                <a:latin typeface="Calibri"/>
                <a:ea typeface="Calibri"/>
                <a:cs typeface="Calibri"/>
                <a:sym typeface="Calibri"/>
              </a:defRPr>
            </a:lvl1pPr>
            <a:lvl2pPr indent="0" lvl="1" marL="0" marR="0" rtl="0" algn="l">
              <a:spcBef>
                <a:spcPts val="0"/>
              </a:spcBef>
              <a:buNone/>
              <a:defRPr sz="1800">
                <a:solidFill>
                  <a:schemeClr val="lt1"/>
                </a:solidFill>
                <a:latin typeface="Calibri"/>
                <a:ea typeface="Calibri"/>
                <a:cs typeface="Calibri"/>
                <a:sym typeface="Calibri"/>
              </a:defRPr>
            </a:lvl2pPr>
            <a:lvl3pPr indent="0" lvl="2" marL="0" marR="0" rtl="0" algn="l">
              <a:spcBef>
                <a:spcPts val="0"/>
              </a:spcBef>
              <a:buNone/>
              <a:defRPr sz="1800">
                <a:solidFill>
                  <a:schemeClr val="lt1"/>
                </a:solidFill>
                <a:latin typeface="Calibri"/>
                <a:ea typeface="Calibri"/>
                <a:cs typeface="Calibri"/>
                <a:sym typeface="Calibri"/>
              </a:defRPr>
            </a:lvl3pPr>
            <a:lvl4pPr indent="0" lvl="3" marL="0" marR="0" rtl="0" algn="l">
              <a:spcBef>
                <a:spcPts val="0"/>
              </a:spcBef>
              <a:buNone/>
              <a:defRPr sz="1800">
                <a:solidFill>
                  <a:schemeClr val="lt1"/>
                </a:solidFill>
                <a:latin typeface="Calibri"/>
                <a:ea typeface="Calibri"/>
                <a:cs typeface="Calibri"/>
                <a:sym typeface="Calibri"/>
              </a:defRPr>
            </a:lvl4pPr>
            <a:lvl5pPr indent="0" lvl="4" marL="0" marR="0" rtl="0" algn="l">
              <a:spcBef>
                <a:spcPts val="0"/>
              </a:spcBef>
              <a:buNone/>
              <a:defRPr sz="1800">
                <a:solidFill>
                  <a:schemeClr val="lt1"/>
                </a:solidFill>
                <a:latin typeface="Calibri"/>
                <a:ea typeface="Calibri"/>
                <a:cs typeface="Calibri"/>
                <a:sym typeface="Calibri"/>
              </a:defRPr>
            </a:lvl5pPr>
            <a:lvl6pPr indent="0" lvl="5" marL="0" marR="0" rtl="0" algn="l">
              <a:spcBef>
                <a:spcPts val="0"/>
              </a:spcBef>
              <a:buNone/>
              <a:defRPr sz="1800">
                <a:solidFill>
                  <a:schemeClr val="lt1"/>
                </a:solidFill>
                <a:latin typeface="Calibri"/>
                <a:ea typeface="Calibri"/>
                <a:cs typeface="Calibri"/>
                <a:sym typeface="Calibri"/>
              </a:defRPr>
            </a:lvl6pPr>
            <a:lvl7pPr indent="0" lvl="6" marL="0" marR="0" rtl="0" algn="l">
              <a:spcBef>
                <a:spcPts val="0"/>
              </a:spcBef>
              <a:buNone/>
              <a:defRPr sz="1800">
                <a:solidFill>
                  <a:schemeClr val="lt1"/>
                </a:solidFill>
                <a:latin typeface="Calibri"/>
                <a:ea typeface="Calibri"/>
                <a:cs typeface="Calibri"/>
                <a:sym typeface="Calibri"/>
              </a:defRPr>
            </a:lvl7pPr>
            <a:lvl8pPr indent="0" lvl="7" marL="0" marR="0" rtl="0" algn="l">
              <a:spcBef>
                <a:spcPts val="0"/>
              </a:spcBef>
              <a:buNone/>
              <a:defRPr sz="1800">
                <a:solidFill>
                  <a:schemeClr val="lt1"/>
                </a:solidFill>
                <a:latin typeface="Calibri"/>
                <a:ea typeface="Calibri"/>
                <a:cs typeface="Calibri"/>
                <a:sym typeface="Calibri"/>
              </a:defRPr>
            </a:lvl8pPr>
            <a:lvl9pPr indent="0" lvl="8" marL="0" marR="0" rtl="0" algn="l">
              <a:spcBef>
                <a:spcPts val="0"/>
              </a:spcBef>
              <a:buNone/>
              <a:defRPr sz="1800">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63" name="Google Shape;163;p41"/>
          <p:cNvSpPr/>
          <p:nvPr/>
        </p:nvSpPr>
        <p:spPr>
          <a:xfrm>
            <a:off x="3536950" y="4535901"/>
            <a:ext cx="5118100" cy="12566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4" name="Shape 164"/>
        <p:cNvGrpSpPr/>
        <p:nvPr/>
      </p:nvGrpSpPr>
      <p:grpSpPr>
        <a:xfrm>
          <a:off x="0" y="0"/>
          <a:ext cx="0" cy="0"/>
          <a:chOff x="0" y="0"/>
          <a:chExt cx="0" cy="0"/>
        </a:xfrm>
      </p:grpSpPr>
      <p:sp>
        <p:nvSpPr>
          <p:cNvPr id="165" name="Google Shape;165;p4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42"/>
          <p:cNvSpPr txBox="1"/>
          <p:nvPr>
            <p:ph idx="1" type="body"/>
          </p:nvPr>
        </p:nvSpPr>
        <p:spPr>
          <a:xfrm rot="5400000">
            <a:off x="3548743" y="-1715589"/>
            <a:ext cx="5024845" cy="12122331"/>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67" name="Google Shape;167;p4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8" name="Google Shape;168;p4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9" name="Google Shape;169;p4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70" name="Shape 170"/>
        <p:cNvGrpSpPr/>
        <p:nvPr/>
      </p:nvGrpSpPr>
      <p:grpSpPr>
        <a:xfrm>
          <a:off x="0" y="0"/>
          <a:ext cx="0" cy="0"/>
          <a:chOff x="0" y="0"/>
          <a:chExt cx="0" cy="0"/>
        </a:xfrm>
      </p:grpSpPr>
      <p:sp>
        <p:nvSpPr>
          <p:cNvPr id="171" name="Google Shape;171;p43"/>
          <p:cNvSpPr txBox="1"/>
          <p:nvPr>
            <p:ph type="title"/>
          </p:nvPr>
        </p:nvSpPr>
        <p:spPr>
          <a:xfrm rot="5400000">
            <a:off x="7683554" y="2387546"/>
            <a:ext cx="4530725" cy="244803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43"/>
          <p:cNvSpPr txBox="1"/>
          <p:nvPr>
            <p:ph idx="1" type="body"/>
          </p:nvPr>
        </p:nvSpPr>
        <p:spPr>
          <a:xfrm rot="5400000">
            <a:off x="2566989" y="-128588"/>
            <a:ext cx="4530723" cy="7480300"/>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73" name="Google Shape;173;p4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4" name="Google Shape;174;p4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5" name="Google Shape;175;p4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76" name="Google Shape;176;p43"/>
          <p:cNvSpPr/>
          <p:nvPr/>
        </p:nvSpPr>
        <p:spPr>
          <a:xfrm rot="-5400000">
            <a:off x="8871481" y="-14658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3"/>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 name="Google Shape;11;p2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F3F3F"/>
              </a:buClr>
              <a:buSzPts val="4800"/>
              <a:buFont typeface="Calibri"/>
              <a:buNone/>
              <a:defRPr b="1"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marR="0" rtl="0" algn="l">
              <a:lnSpc>
                <a:spcPct val="100000"/>
              </a:lnSpc>
              <a:spcBef>
                <a:spcPts val="1200"/>
              </a:spcBef>
              <a:spcAft>
                <a:spcPts val="0"/>
              </a:spcAft>
              <a:buClr>
                <a:schemeClr val="accent1"/>
              </a:buClr>
              <a:buSzPts val="2000"/>
              <a:buFont typeface="Noto Sans Symbols"/>
              <a:buNone/>
              <a:defRPr b="0" i="0" sz="2000" u="none" cap="none" strike="noStrike">
                <a:solidFill>
                  <a:srgbClr val="3F3F3F"/>
                </a:solidFill>
                <a:latin typeface="Cambria"/>
                <a:ea typeface="Cambria"/>
                <a:cs typeface="Cambria"/>
                <a:sym typeface="Cambria"/>
              </a:defRPr>
            </a:lvl1pPr>
            <a:lvl2pPr indent="-342900" lvl="1" marL="914400" marR="0" rtl="0" algn="l">
              <a:lnSpc>
                <a:spcPct val="100000"/>
              </a:lnSpc>
              <a:spcBef>
                <a:spcPts val="200"/>
              </a:spcBef>
              <a:spcAft>
                <a:spcPts val="0"/>
              </a:spcAft>
              <a:buClr>
                <a:schemeClr val="accent1"/>
              </a:buClr>
              <a:buSzPts val="1800"/>
              <a:buFont typeface="Noto Sans Symbols"/>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pic>
        <p:nvPicPr>
          <p:cNvPr id="13" name="Google Shape;13;p23"/>
          <p:cNvPicPr preferRelativeResize="0"/>
          <p:nvPr/>
        </p:nvPicPr>
        <p:blipFill rotWithShape="1">
          <a:blip r:embed="rId1">
            <a:alphaModFix/>
          </a:blip>
          <a:srcRect b="0" l="0" r="0" t="0"/>
          <a:stretch/>
        </p:blipFill>
        <p:spPr>
          <a:xfrm>
            <a:off x="104503" y="-95794"/>
            <a:ext cx="12087497" cy="18331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
          <p:cNvSpPr txBox="1"/>
          <p:nvPr>
            <p:ph type="ctrTitle"/>
          </p:nvPr>
        </p:nvSpPr>
        <p:spPr>
          <a:xfrm>
            <a:off x="6629399" y="696686"/>
            <a:ext cx="5144589" cy="32897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0000"/>
              </a:buClr>
              <a:buSzPts val="6000"/>
              <a:buFont typeface="Calibri"/>
              <a:buNone/>
            </a:pPr>
            <a:r>
              <a:rPr lang="en-US">
                <a:solidFill>
                  <a:srgbClr val="FF0000"/>
                </a:solidFill>
              </a:rPr>
              <a:t>Time and Work</a:t>
            </a:r>
            <a:endParaRPr/>
          </a:p>
        </p:txBody>
      </p:sp>
      <p:sp>
        <p:nvSpPr>
          <p:cNvPr id="183" name="Google Shape;183;p1"/>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400"/>
              <a:buNone/>
            </a:pPr>
            <a:r>
              <a:rPr lang="en-US">
                <a:latin typeface="Calibri"/>
                <a:ea typeface="Calibri"/>
                <a:cs typeface="Calibri"/>
                <a:sym typeface="Calibri"/>
              </a:rPr>
              <a:t>VIGNESH M</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a:p>
            <a:pPr indent="0" lvl="0" marL="0" rtl="0" algn="l">
              <a:lnSpc>
                <a:spcPct val="90000"/>
              </a:lnSpc>
              <a:spcBef>
                <a:spcPts val="0"/>
              </a:spcBef>
              <a:spcAft>
                <a:spcPts val="0"/>
              </a:spcAft>
              <a:buClr>
                <a:srgbClr val="3F3F3F"/>
              </a:buClr>
              <a:buSzPts val="4800"/>
              <a:buFont typeface="Calibri"/>
              <a:buNone/>
            </a:pPr>
            <a:r>
              <a:t/>
            </a:r>
            <a:endParaRPr/>
          </a:p>
        </p:txBody>
      </p:sp>
      <p:sp>
        <p:nvSpPr>
          <p:cNvPr id="189" name="Google Shape;189;p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lnSpcReduction="20000"/>
          </a:bodyPr>
          <a:lstStyle/>
          <a:p>
            <a:pPr indent="0" lvl="0" marL="0" rtl="0" algn="l">
              <a:lnSpc>
                <a:spcPct val="100000"/>
              </a:lnSpc>
              <a:spcBef>
                <a:spcPts val="0"/>
              </a:spcBef>
              <a:spcAft>
                <a:spcPts val="0"/>
              </a:spcAft>
              <a:buSzPts val="2400"/>
              <a:buNone/>
            </a:pPr>
            <a:r>
              <a:rPr lang="en-US" sz="2400"/>
              <a:t>1. Twenty women can do a work in sixteen days. Sixteen men can completed the same work in fifteen days. What is the ratio between the capacity of a man and women?</a:t>
            </a:r>
            <a:endParaRPr/>
          </a:p>
          <a:p>
            <a:pPr indent="0" lvl="0" marL="0" rtl="0" algn="l">
              <a:lnSpc>
                <a:spcPct val="100000"/>
              </a:lnSpc>
              <a:spcBef>
                <a:spcPts val="1400"/>
              </a:spcBef>
              <a:spcAft>
                <a:spcPts val="0"/>
              </a:spcAft>
              <a:buSzPts val="2400"/>
              <a:buNone/>
            </a:pPr>
            <a:r>
              <a:rPr lang="en-US" sz="2400"/>
              <a:t>a) 3:4   b) 4:3    c) 5:3 </a:t>
            </a:r>
            <a:endParaRPr/>
          </a:p>
          <a:p>
            <a:pPr indent="0" lvl="0" marL="0" rtl="0" algn="l">
              <a:lnSpc>
                <a:spcPct val="100000"/>
              </a:lnSpc>
              <a:spcBef>
                <a:spcPts val="1400"/>
              </a:spcBef>
              <a:spcAft>
                <a:spcPts val="0"/>
              </a:spcAft>
              <a:buSzPts val="2400"/>
              <a:buNone/>
            </a:pPr>
            <a:r>
              <a:rPr lang="en-US" sz="2400"/>
              <a:t>2. 5 mat-weavers can weave 5 mats in 5 days. At the same time, how many mats would be woven by 10 mat- weavers in 10 days?</a:t>
            </a:r>
            <a:endParaRPr/>
          </a:p>
          <a:p>
            <a:pPr indent="0" lvl="0" marL="0" rtl="0" algn="l">
              <a:lnSpc>
                <a:spcPct val="100000"/>
              </a:lnSpc>
              <a:spcBef>
                <a:spcPts val="1400"/>
              </a:spcBef>
              <a:spcAft>
                <a:spcPts val="0"/>
              </a:spcAft>
              <a:buSzPts val="2400"/>
              <a:buNone/>
            </a:pPr>
            <a:r>
              <a:rPr lang="en-US" sz="2400"/>
              <a:t>a. 10 mats    b. 15 mats    c. 20 mats    d. 30 mats</a:t>
            </a:r>
            <a:endParaRPr/>
          </a:p>
          <a:p>
            <a:pPr indent="0" lvl="0" marL="0" rtl="0" algn="l">
              <a:spcBef>
                <a:spcPts val="1400"/>
              </a:spcBef>
              <a:spcAft>
                <a:spcPts val="0"/>
              </a:spcAft>
              <a:buClr>
                <a:schemeClr val="dk1"/>
              </a:buClr>
              <a:buSzPts val="1100"/>
              <a:buFont typeface="Arial"/>
              <a:buNone/>
            </a:pPr>
            <a:r>
              <a:rPr lang="en-US" sz="2400"/>
              <a:t>3.</a:t>
            </a:r>
            <a:r>
              <a:rPr lang="en-US" sz="2400"/>
              <a:t>39 persons can repair a road in 12 days, working 5 hours a day. In how many days will 30 persons, working 6 hours a day, complete the work?</a:t>
            </a:r>
            <a:endParaRPr sz="2400"/>
          </a:p>
          <a:p>
            <a:pPr indent="0" lvl="0" marL="0" rtl="0" algn="l">
              <a:spcBef>
                <a:spcPts val="1400"/>
              </a:spcBef>
              <a:spcAft>
                <a:spcPts val="0"/>
              </a:spcAft>
              <a:buClr>
                <a:schemeClr val="dk1"/>
              </a:buClr>
              <a:buSzPts val="2400"/>
              <a:buFont typeface="Arial"/>
              <a:buNone/>
            </a:pPr>
            <a:r>
              <a:rPr lang="en-US" sz="2400"/>
              <a:t>4. 3 pumps, working 4 hours a day, can empty a tank in 2 days. How many hours a day must 4 pumps work, to empty the tank in one day? </a:t>
            </a:r>
            <a:endParaRPr/>
          </a:p>
          <a:p>
            <a:pPr indent="0" lvl="0" marL="0" rtl="0" algn="l">
              <a:spcBef>
                <a:spcPts val="1400"/>
              </a:spcBef>
              <a:spcAft>
                <a:spcPts val="0"/>
              </a:spcAft>
              <a:buClr>
                <a:schemeClr val="dk1"/>
              </a:buClr>
              <a:buSzPts val="2400"/>
              <a:buFont typeface="Arial"/>
              <a:buNone/>
            </a:pPr>
            <a:r>
              <a:rPr lang="en-US" sz="2400"/>
              <a:t>a. 7 hours   b. 8 hours    c. 6 hours   d. 5 hours</a:t>
            </a:r>
            <a:endParaRPr/>
          </a:p>
          <a:p>
            <a:pPr indent="0" lvl="0" marL="0" rtl="0" algn="l">
              <a:lnSpc>
                <a:spcPct val="100000"/>
              </a:lnSpc>
              <a:spcBef>
                <a:spcPts val="1400"/>
              </a:spcBef>
              <a:spcAft>
                <a:spcPts val="0"/>
              </a:spcAft>
              <a:buSzPts val="2400"/>
              <a:buNone/>
            </a:pPr>
            <a:r>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195" name="Google Shape;195;p4"/>
          <p:cNvSpPr txBox="1"/>
          <p:nvPr>
            <p:ph idx="1" type="body"/>
          </p:nvPr>
        </p:nvSpPr>
        <p:spPr>
          <a:xfrm>
            <a:off x="78377" y="1837509"/>
            <a:ext cx="12043954" cy="5020490"/>
          </a:xfrm>
          <a:prstGeom prst="rect">
            <a:avLst/>
          </a:prstGeom>
          <a:noFill/>
          <a:ln>
            <a:noFill/>
          </a:ln>
        </p:spPr>
        <p:txBody>
          <a:bodyPr anchorCtr="0" anchor="t" bIns="45700" lIns="0" spcFirstLastPara="1" rIns="0" wrap="square" tIns="45700">
            <a:normAutofit lnSpcReduction="20000"/>
          </a:bodyPr>
          <a:lstStyle/>
          <a:p>
            <a:pPr indent="0" lvl="0" marL="0" rtl="0" algn="l">
              <a:lnSpc>
                <a:spcPct val="100000"/>
              </a:lnSpc>
              <a:spcBef>
                <a:spcPts val="0"/>
              </a:spcBef>
              <a:spcAft>
                <a:spcPts val="0"/>
              </a:spcAft>
              <a:buSzPts val="2800"/>
              <a:buNone/>
            </a:pPr>
            <a:r>
              <a:rPr lang="en-US" sz="2800"/>
              <a:t>5.A certain number of men can complete a piece of work in 180 days. If there are 30 men less, it will take 20 days more for the work to be completed. How many men were there originally?</a:t>
            </a:r>
            <a:endParaRPr/>
          </a:p>
          <a:p>
            <a:pPr indent="0" lvl="0" marL="0" rtl="0" algn="l">
              <a:lnSpc>
                <a:spcPct val="100000"/>
              </a:lnSpc>
              <a:spcBef>
                <a:spcPts val="1400"/>
              </a:spcBef>
              <a:spcAft>
                <a:spcPts val="0"/>
              </a:spcAft>
              <a:buSzPts val="2800"/>
              <a:buNone/>
            </a:pPr>
            <a:r>
              <a:rPr lang="en-US" sz="2800"/>
              <a:t>A. 135  B. 165  C 150  D. 300</a:t>
            </a:r>
            <a:endParaRPr/>
          </a:p>
          <a:p>
            <a:pPr indent="0" lvl="0" marL="0" rtl="0" algn="l">
              <a:lnSpc>
                <a:spcPct val="100000"/>
              </a:lnSpc>
              <a:spcBef>
                <a:spcPts val="1400"/>
              </a:spcBef>
              <a:spcAft>
                <a:spcPts val="0"/>
              </a:spcAft>
              <a:buSzPts val="2800"/>
              <a:buNone/>
            </a:pPr>
            <a:r>
              <a:rPr lang="en-US" sz="2800"/>
              <a:t>6. Seven men can complete a work in 12 days. They started the work and after 5 days, two men left .How many days will they take to complete the remaining work?</a:t>
            </a:r>
            <a:endParaRPr/>
          </a:p>
          <a:p>
            <a:pPr indent="0" lvl="0" marL="0" rtl="0" algn="l">
              <a:lnSpc>
                <a:spcPct val="100000"/>
              </a:lnSpc>
              <a:spcBef>
                <a:spcPts val="1400"/>
              </a:spcBef>
              <a:spcAft>
                <a:spcPts val="0"/>
              </a:spcAft>
              <a:buSzPts val="2800"/>
              <a:buNone/>
            </a:pPr>
            <a:r>
              <a:rPr lang="en-US" sz="2800"/>
              <a:t>a) 2 days   b) 4 days  c) 9 4/5 days  d) None of these</a:t>
            </a:r>
            <a:endParaRPr sz="2800"/>
          </a:p>
          <a:p>
            <a:pPr indent="0" lvl="0" marL="0" rtl="0" algn="l">
              <a:spcBef>
                <a:spcPts val="0"/>
              </a:spcBef>
              <a:spcAft>
                <a:spcPts val="0"/>
              </a:spcAft>
              <a:buClr>
                <a:schemeClr val="dk1"/>
              </a:buClr>
              <a:buSzPts val="2400"/>
              <a:buFont typeface="Arial"/>
              <a:buNone/>
            </a:pPr>
            <a:r>
              <a:rPr lang="en-US" sz="2400"/>
              <a:t>7.12 men complete a work in 9 days. After they have worked for 6 days,6 more men join them. How many days will they take to complete the remaining work?</a:t>
            </a:r>
            <a:endParaRPr/>
          </a:p>
          <a:p>
            <a:pPr indent="0" lvl="0" marL="0" rtl="0" algn="l">
              <a:spcBef>
                <a:spcPts val="1400"/>
              </a:spcBef>
              <a:spcAft>
                <a:spcPts val="0"/>
              </a:spcAft>
              <a:buClr>
                <a:schemeClr val="dk1"/>
              </a:buClr>
              <a:buSzPts val="2400"/>
              <a:buFont typeface="Arial"/>
              <a:buNone/>
            </a:pPr>
            <a:r>
              <a:rPr lang="en-US" sz="2400"/>
              <a:t>a) 2 days   b) 4 days   c) 3 days    d) 5 days   </a:t>
            </a:r>
            <a:endParaRPr/>
          </a:p>
          <a:p>
            <a:pPr indent="0" lvl="0" marL="0" rtl="0" algn="l">
              <a:lnSpc>
                <a:spcPct val="100000"/>
              </a:lnSpc>
              <a:spcBef>
                <a:spcPts val="1400"/>
              </a:spcBef>
              <a:spcAft>
                <a:spcPts val="0"/>
              </a:spcAft>
              <a:buSzPts val="2800"/>
              <a:buNone/>
            </a:pPr>
            <a:r>
              <a:t/>
            </a:r>
            <a:endParaRPr sz="2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01" name="Google Shape;201;p6"/>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US" sz="2400"/>
              <a:t>8.10 men can complete a piece of work in 15 days and 15 women can complete the same work in 12 days. If all the 10 men and 15 women work together, in how many days will the work get completed?</a:t>
            </a:r>
            <a:endParaRPr/>
          </a:p>
          <a:p>
            <a:pPr indent="0" lvl="0" marL="0" rtl="0" algn="l">
              <a:lnSpc>
                <a:spcPct val="100000"/>
              </a:lnSpc>
              <a:spcBef>
                <a:spcPts val="1400"/>
              </a:spcBef>
              <a:spcAft>
                <a:spcPts val="0"/>
              </a:spcAft>
              <a:buSzPts val="2400"/>
              <a:buNone/>
            </a:pPr>
            <a:r>
              <a:rPr lang="en-US" sz="2400"/>
              <a:t>a) 6   b) 6 1/3    c) 6 2/3   d) 7 2/3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07" name="Google Shape;207;p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US" sz="2400"/>
              <a:t>9.A works twice as fast as B. If B can complete a work in 12 days independently, the number ofdays in which A and B can together finish the work in:</a:t>
            </a:r>
            <a:endParaRPr/>
          </a:p>
          <a:p>
            <a:pPr indent="0" lvl="0" marL="0" rtl="0" algn="l">
              <a:lnSpc>
                <a:spcPct val="100000"/>
              </a:lnSpc>
              <a:spcBef>
                <a:spcPts val="1400"/>
              </a:spcBef>
              <a:spcAft>
                <a:spcPts val="0"/>
              </a:spcAft>
              <a:buSzPts val="2400"/>
              <a:buNone/>
            </a:pPr>
            <a:r>
              <a:rPr lang="en-US" sz="2400"/>
              <a:t>a) 4 days b) 6 days c) 8 days d) 18 day</a:t>
            </a:r>
            <a:endParaRPr/>
          </a:p>
          <a:p>
            <a:pPr indent="0" lvl="0" marL="0" rtl="0" algn="l">
              <a:lnSpc>
                <a:spcPct val="100000"/>
              </a:lnSpc>
              <a:spcBef>
                <a:spcPts val="1400"/>
              </a:spcBef>
              <a:spcAft>
                <a:spcPts val="0"/>
              </a:spcAft>
              <a:buSzPts val="2400"/>
              <a:buNone/>
            </a:pPr>
            <a:r>
              <a:t/>
            </a:r>
            <a:endParaRPr sz="2400"/>
          </a:p>
          <a:p>
            <a:pPr indent="0" lvl="0" marL="0" rtl="0" algn="l">
              <a:lnSpc>
                <a:spcPct val="100000"/>
              </a:lnSpc>
              <a:spcBef>
                <a:spcPts val="1400"/>
              </a:spcBef>
              <a:spcAft>
                <a:spcPts val="0"/>
              </a:spcAft>
              <a:buSzPts val="2400"/>
              <a:buNone/>
            </a:pPr>
            <a:r>
              <a:rPr lang="en-US" sz="2400"/>
              <a:t>10.Sakshi can do a piece of work in 20 days. Tanya is 25% more efficient than Sakshi. The number of days taken by Tanya to do the same piece of work is:</a:t>
            </a:r>
            <a:endParaRPr/>
          </a:p>
          <a:p>
            <a:pPr indent="0" lvl="0" marL="0" rtl="0" algn="l">
              <a:lnSpc>
                <a:spcPct val="100000"/>
              </a:lnSpc>
              <a:spcBef>
                <a:spcPts val="1400"/>
              </a:spcBef>
              <a:spcAft>
                <a:spcPts val="0"/>
              </a:spcAft>
              <a:buSzPts val="2400"/>
              <a:buNone/>
            </a:pPr>
            <a:r>
              <a:rPr lang="en-US" sz="2400"/>
              <a:t>a) 15  b) 16    c) 18     d) 25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13" name="Google Shape;213;p8"/>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US" sz="2400"/>
              <a:t>11.A takes twice as much time as B or thrice as much time as C to finish a piece of work.Working together, they can finish the work in 2 days. B can do the work alone in:</a:t>
            </a:r>
            <a:endParaRPr/>
          </a:p>
          <a:p>
            <a:pPr indent="0" lvl="0" marL="0" rtl="0" algn="l">
              <a:lnSpc>
                <a:spcPct val="100000"/>
              </a:lnSpc>
              <a:spcBef>
                <a:spcPts val="1400"/>
              </a:spcBef>
              <a:spcAft>
                <a:spcPts val="0"/>
              </a:spcAft>
              <a:buSzPts val="2400"/>
              <a:buNone/>
            </a:pPr>
            <a:r>
              <a:rPr lang="en-US" sz="2400"/>
              <a:t>a) 4 days  b) 6 days c) 8 days  d) 12 days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19" name="Google Shape;219;p9"/>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400"/>
              <a:buNone/>
            </a:pPr>
            <a:r>
              <a:rPr lang="en-US" sz="2400"/>
              <a:t>12.A can do piece of work in 30 days while B alone can do it in 40 days.  In how many days can A and B working together do it?  </a:t>
            </a:r>
            <a:endParaRPr/>
          </a:p>
          <a:p>
            <a:pPr indent="0" lvl="0" marL="0" rtl="0" algn="l">
              <a:lnSpc>
                <a:spcPct val="100000"/>
              </a:lnSpc>
              <a:spcBef>
                <a:spcPts val="1400"/>
              </a:spcBef>
              <a:spcAft>
                <a:spcPts val="0"/>
              </a:spcAft>
              <a:buSzPts val="2400"/>
              <a:buNone/>
            </a:pPr>
            <a:r>
              <a:t/>
            </a:r>
            <a:endParaRPr sz="2400"/>
          </a:p>
          <a:p>
            <a:pPr indent="0" lvl="0" marL="0" rtl="0" algn="l">
              <a:lnSpc>
                <a:spcPct val="100000"/>
              </a:lnSpc>
              <a:spcBef>
                <a:spcPts val="1400"/>
              </a:spcBef>
              <a:spcAft>
                <a:spcPts val="0"/>
              </a:spcAft>
              <a:buSzPts val="2400"/>
              <a:buNone/>
            </a:pPr>
            <a:r>
              <a:t/>
            </a:r>
            <a:endParaRPr sz="2400"/>
          </a:p>
          <a:p>
            <a:pPr indent="0" lvl="0" marL="0" rtl="0" algn="l">
              <a:lnSpc>
                <a:spcPct val="100000"/>
              </a:lnSpc>
              <a:spcBef>
                <a:spcPts val="1400"/>
              </a:spcBef>
              <a:spcAft>
                <a:spcPts val="0"/>
              </a:spcAft>
              <a:buSzPts val="2400"/>
              <a:buNone/>
            </a:pPr>
            <a:r>
              <a:t/>
            </a:r>
            <a:endParaRPr sz="2400"/>
          </a:p>
          <a:p>
            <a:pPr indent="0" lvl="0" marL="0" rtl="0" algn="l">
              <a:lnSpc>
                <a:spcPct val="100000"/>
              </a:lnSpc>
              <a:spcBef>
                <a:spcPts val="1400"/>
              </a:spcBef>
              <a:spcAft>
                <a:spcPts val="0"/>
              </a:spcAft>
              <a:buSzPts val="2400"/>
              <a:buNone/>
            </a:pPr>
            <a:r>
              <a:rPr lang="en-US" sz="2400"/>
              <a:t>13.A can lay railway track between two given stations in 16 days and B can do the same job in12 days, with help of C, they did the job in 4 days only. Then, C alone can do the job in</a:t>
            </a:r>
            <a:endParaRPr/>
          </a:p>
          <a:p>
            <a:pPr indent="0" lvl="0" marL="0" rtl="0" algn="l">
              <a:lnSpc>
                <a:spcPct val="100000"/>
              </a:lnSpc>
              <a:spcBef>
                <a:spcPts val="1400"/>
              </a:spcBef>
              <a:spcAft>
                <a:spcPts val="0"/>
              </a:spcAft>
              <a:buSzPts val="2400"/>
              <a:buNone/>
            </a:pPr>
            <a:r>
              <a:rPr lang="en-US" sz="2400"/>
              <a:t>a) 9 1/5    b) 9 2/5    c) 9 3/5   d) 10  </a:t>
            </a:r>
            <a:endParaRPr/>
          </a:p>
          <a:p>
            <a:pPr indent="0" lvl="0" marL="0" rtl="0" algn="l">
              <a:lnSpc>
                <a:spcPct val="100000"/>
              </a:lnSpc>
              <a:spcBef>
                <a:spcPts val="1400"/>
              </a:spcBef>
              <a:spcAft>
                <a:spcPts val="0"/>
              </a:spcAft>
              <a:buSzPts val="2400"/>
              <a:buNone/>
            </a:pPr>
            <a:r>
              <a:rPr lang="en-US" sz="2400"/>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0"/>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25" name="Google Shape;225;p10"/>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Autofit/>
          </a:bodyPr>
          <a:lstStyle/>
          <a:p>
            <a:pPr indent="0" lvl="0" marL="0" rtl="0" algn="l">
              <a:lnSpc>
                <a:spcPct val="100000"/>
              </a:lnSpc>
              <a:spcBef>
                <a:spcPts val="0"/>
              </a:spcBef>
              <a:spcAft>
                <a:spcPts val="0"/>
              </a:spcAft>
              <a:buSzPts val="2400"/>
              <a:buNone/>
            </a:pPr>
            <a:r>
              <a:rPr lang="en-US" sz="2400"/>
              <a:t>14. A can finish a work in 18 days and B can do the same work in 15 days. B worked for 10 days and left the job. In how many days, A alone can finish the remaining work?</a:t>
            </a:r>
            <a:endParaRPr/>
          </a:p>
          <a:p>
            <a:pPr indent="0" lvl="0" marL="0" rtl="0" algn="l">
              <a:lnSpc>
                <a:spcPct val="100000"/>
              </a:lnSpc>
              <a:spcBef>
                <a:spcPts val="1400"/>
              </a:spcBef>
              <a:spcAft>
                <a:spcPts val="0"/>
              </a:spcAft>
              <a:buSzPts val="2400"/>
              <a:buNone/>
            </a:pPr>
            <a:r>
              <a:rPr lang="en-US" sz="2400"/>
              <a:t>a) 5   b) 7    c ) 6   d) 8</a:t>
            </a:r>
            <a:endParaRPr/>
          </a:p>
          <a:p>
            <a:pPr indent="0" lvl="0" marL="0" rtl="0" algn="l">
              <a:lnSpc>
                <a:spcPct val="100000"/>
              </a:lnSpc>
              <a:spcBef>
                <a:spcPts val="1400"/>
              </a:spcBef>
              <a:spcAft>
                <a:spcPts val="0"/>
              </a:spcAft>
              <a:buSzPts val="2400"/>
              <a:buNone/>
            </a:pPr>
            <a:r>
              <a:t/>
            </a:r>
            <a:endParaRPr sz="2400"/>
          </a:p>
          <a:p>
            <a:pPr indent="0" lvl="0" marL="0" rtl="0" algn="l">
              <a:lnSpc>
                <a:spcPct val="100000"/>
              </a:lnSpc>
              <a:spcBef>
                <a:spcPts val="1400"/>
              </a:spcBef>
              <a:spcAft>
                <a:spcPts val="0"/>
              </a:spcAft>
              <a:buSzPts val="2400"/>
              <a:buNone/>
            </a:pPr>
            <a:r>
              <a:rPr lang="en-US" sz="2400"/>
              <a:t>15.A and B can do a piece of work in 45 days and 40 days respectively. They began to the work together but A leaves after some days and then B completed the remaining work in 23 days. The number of days which A work was?</a:t>
            </a:r>
            <a:endParaRPr/>
          </a:p>
          <a:p>
            <a:pPr indent="0" lvl="0" marL="0" rtl="0" algn="l">
              <a:lnSpc>
                <a:spcPct val="100000"/>
              </a:lnSpc>
              <a:spcBef>
                <a:spcPts val="1400"/>
              </a:spcBef>
              <a:spcAft>
                <a:spcPts val="0"/>
              </a:spcAft>
              <a:buSzPts val="2400"/>
              <a:buNone/>
            </a:pPr>
            <a:r>
              <a:rPr lang="en-US" sz="2400"/>
              <a:t>a)8   b)6   c)9  d)12</a:t>
            </a:r>
            <a:endParaRPr/>
          </a:p>
          <a:p>
            <a:pPr indent="0" lvl="0" marL="0" rtl="0" algn="l">
              <a:lnSpc>
                <a:spcPct val="100000"/>
              </a:lnSpc>
              <a:spcBef>
                <a:spcPts val="1400"/>
              </a:spcBef>
              <a:spcAft>
                <a:spcPts val="0"/>
              </a:spcAft>
              <a:buSzPts val="2400"/>
              <a:buNone/>
            </a:pPr>
            <a:r>
              <a:rPr lang="en-US" sz="2400"/>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1"/>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31" name="Google Shape;231;p11"/>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16.X and Y can do a piece of work in 20 days and 12 days respectively. X started the work alone and then after 4 days .Y joined him till the completion of the work. How long did the work last?</a:t>
            </a:r>
            <a:endParaRPr/>
          </a:p>
          <a:p>
            <a:pPr indent="0" lvl="0" marL="0" rtl="0" algn="l">
              <a:lnSpc>
                <a:spcPct val="100000"/>
              </a:lnSpc>
              <a:spcBef>
                <a:spcPts val="1400"/>
              </a:spcBef>
              <a:spcAft>
                <a:spcPts val="0"/>
              </a:spcAft>
              <a:buSzPts val="2000"/>
              <a:buNone/>
            </a:pPr>
            <a:r>
              <a:rPr lang="en-US"/>
              <a:t>a) 6 days  b) 10 days   c) 15 days  d) 20 days</a:t>
            </a:r>
            <a:endParaRPr/>
          </a:p>
          <a:p>
            <a:pPr indent="0" lvl="0" marL="0" rtl="0" algn="l">
              <a:lnSpc>
                <a:spcPct val="100000"/>
              </a:lnSpc>
              <a:spcBef>
                <a:spcPts val="1400"/>
              </a:spcBef>
              <a:spcAft>
                <a:spcPts val="0"/>
              </a:spcAft>
              <a:buSzPts val="2000"/>
              <a:buNone/>
            </a:pPr>
            <a:r>
              <a:rPr lang="en-US"/>
              <a:t> </a:t>
            </a:r>
            <a:endParaRPr/>
          </a:p>
          <a:p>
            <a:pPr indent="0" lvl="0" marL="0" rtl="0" algn="l">
              <a:lnSpc>
                <a:spcPct val="100000"/>
              </a:lnSpc>
              <a:spcBef>
                <a:spcPts val="1400"/>
              </a:spcBef>
              <a:spcAft>
                <a:spcPts val="0"/>
              </a:spcAft>
              <a:buSzPts val="2000"/>
              <a:buNone/>
            </a:pPr>
            <a:r>
              <a:rPr lang="en-US"/>
              <a:t>17. A can finish a work in 24 days, B in 9 days and C in 12 days. B and C start the work but are forced to leave after 3 days. The remaining work was done by A in?</a:t>
            </a:r>
            <a:endParaRPr/>
          </a:p>
          <a:p>
            <a:pPr indent="0" lvl="0" marL="0" rtl="0" algn="l">
              <a:lnSpc>
                <a:spcPct val="100000"/>
              </a:lnSpc>
              <a:spcBef>
                <a:spcPts val="1400"/>
              </a:spcBef>
              <a:spcAft>
                <a:spcPts val="0"/>
              </a:spcAft>
              <a:buSzPts val="2000"/>
              <a:buNone/>
            </a:pPr>
            <a:r>
              <a:rPr lang="en-US"/>
              <a:t>a) 6 days    b) 5 days    c) 10 days   d) 15days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37" name="Google Shape;237;p1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1400"/>
              </a:spcBef>
              <a:spcAft>
                <a:spcPts val="0"/>
              </a:spcAft>
              <a:buClr>
                <a:schemeClr val="dk1"/>
              </a:buClr>
              <a:buSzPts val="1100"/>
              <a:buFont typeface="Arial"/>
              <a:buNone/>
            </a:pPr>
            <a:r>
              <a:rPr lang="en-US"/>
              <a:t>18.A,B,C can do the work in 10,12,15 days respectively,A left 5 days before the completion of work and B left 2 days after A had left,the number of days required for completion of the whole work is?</a:t>
            </a:r>
            <a:endParaRPr/>
          </a:p>
          <a:p>
            <a:pPr indent="0" lvl="0" marL="0" rtl="0" algn="l">
              <a:lnSpc>
                <a:spcPct val="100000"/>
              </a:lnSpc>
              <a:spcBef>
                <a:spcPts val="1400"/>
              </a:spcBef>
              <a:spcAft>
                <a:spcPts val="0"/>
              </a:spcAft>
              <a:buClr>
                <a:schemeClr val="dk1"/>
              </a:buClr>
              <a:buSzPts val="1100"/>
              <a:buFont typeface="Arial"/>
              <a:buNone/>
            </a:pPr>
            <a:r>
              <a:rPr lang="en-US"/>
              <a:t>a) 7  b) 12  c)8  d) 24</a:t>
            </a:r>
            <a:endParaRPr/>
          </a:p>
          <a:p>
            <a:pPr indent="0" lvl="0" marL="0" rtl="0" algn="l">
              <a:lnSpc>
                <a:spcPct val="100000"/>
              </a:lnSpc>
              <a:spcBef>
                <a:spcPts val="1400"/>
              </a:spcBef>
              <a:spcAft>
                <a:spcPts val="0"/>
              </a:spcAft>
              <a:buClr>
                <a:schemeClr val="dk1"/>
              </a:buClr>
              <a:buSzPts val="1100"/>
              <a:buFont typeface="Arial"/>
              <a:buNone/>
            </a:pPr>
            <a:r>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43" name="Google Shape;243;p1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t/>
            </a:r>
            <a:endParaRPr/>
          </a:p>
          <a:p>
            <a:pPr indent="0" lvl="0" marL="0" rtl="0" algn="l">
              <a:lnSpc>
                <a:spcPct val="100000"/>
              </a:lnSpc>
              <a:spcBef>
                <a:spcPts val="1400"/>
              </a:spcBef>
              <a:spcAft>
                <a:spcPts val="0"/>
              </a:spcAft>
              <a:buSzPts val="2000"/>
              <a:buNone/>
            </a:pPr>
            <a:r>
              <a:rPr lang="en-US"/>
              <a:t>19.A and B can do a piece of work in 30 days, while B and C can do the same work in 24 days  and C and A in 20 days. They all work together for 10 days Then B and C leave. How many days more will A take to finish the work?</a:t>
            </a:r>
            <a:endParaRPr/>
          </a:p>
          <a:p>
            <a:pPr indent="0" lvl="0" marL="0" rtl="0" algn="l">
              <a:lnSpc>
                <a:spcPct val="100000"/>
              </a:lnSpc>
              <a:spcBef>
                <a:spcPts val="1400"/>
              </a:spcBef>
              <a:spcAft>
                <a:spcPts val="0"/>
              </a:spcAft>
              <a:buSzPts val="2000"/>
              <a:buNone/>
            </a:pPr>
            <a:r>
              <a:rPr lang="en-US"/>
              <a:t>a) 18 days   b) 36 days   c) 24 days   d) 30 days</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49" name="Google Shape;249;p14"/>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20.A and B can separately do a piece of work in 20 and 15 days respectively. They worked together for 6 days, after which B was replaced by C. If the work was finished in next 4 days, then the number of days in which C alone could do the work will be?</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a) 30 days   b) 35 days   c) 40 days  d) 60 days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55" name="Google Shape;255;p15"/>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21.A tank can be filled in 20 minutes. There is a leakage which can empty it in 60 minutes.In how many minutes tank can be filled?</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22.Tap A can fill the empty tank in 12 hours, but due to a leak in the bottom it is filled in 15 hours, if the tank is full and then tap A is closed then in how many hours the leak can empty it?</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a) 45 hours b) 48 hours c) 52 hours d) 60 hour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61" name="Google Shape;261;p16"/>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220"/>
              <a:buNone/>
            </a:pPr>
            <a:r>
              <a:rPr lang="en-US" sz="2220"/>
              <a:t>23.</a:t>
            </a:r>
            <a:r>
              <a:rPr lang="en-US" sz="2220"/>
              <a:t>Two pipes A and B can fill a cistern in 15 hours and 10 hours respectively. tap C can empty the full cistern in 30 hours. All the three taps were open for 2 hours, when it was remembered that the emptying tap had been left open. It was then closed. How many hours more would it take for the cistern to be filled ?</a:t>
            </a:r>
            <a:endParaRPr/>
          </a:p>
          <a:p>
            <a:pPr indent="0" lvl="0" marL="0" rtl="0" algn="l">
              <a:lnSpc>
                <a:spcPct val="100000"/>
              </a:lnSpc>
              <a:spcBef>
                <a:spcPts val="1400"/>
              </a:spcBef>
              <a:spcAft>
                <a:spcPts val="0"/>
              </a:spcAft>
              <a:buSzPts val="2220"/>
              <a:buNone/>
            </a:pPr>
            <a:r>
              <a:rPr lang="en-US" sz="2220"/>
              <a:t>a) 30 min. b) 1hrs 12 min c) 4hrs 24min d) 3.5 hrs</a:t>
            </a:r>
            <a:endParaRPr/>
          </a:p>
          <a:p>
            <a:pPr indent="0" lvl="0" marL="0" rtl="0" algn="l">
              <a:lnSpc>
                <a:spcPct val="100000"/>
              </a:lnSpc>
              <a:spcBef>
                <a:spcPts val="1400"/>
              </a:spcBef>
              <a:spcAft>
                <a:spcPts val="0"/>
              </a:spcAft>
              <a:buSzPts val="2220"/>
              <a:buNone/>
            </a:pPr>
            <a:r>
              <a:t/>
            </a:r>
            <a:endParaRPr sz="2220"/>
          </a:p>
          <a:p>
            <a:pPr indent="0" lvl="0" marL="0" rtl="0" algn="l">
              <a:lnSpc>
                <a:spcPct val="100000"/>
              </a:lnSpc>
              <a:spcBef>
                <a:spcPts val="1400"/>
              </a:spcBef>
              <a:spcAft>
                <a:spcPts val="0"/>
              </a:spcAft>
              <a:buSzPts val="2220"/>
              <a:buNone/>
            </a:pPr>
            <a:r>
              <a:rPr lang="en-US" sz="2220"/>
              <a:t>24.Pipes A and B can fill a tank in 5 and 6 hours respectively. Pipe C can empty it in 12 hours. If all the three pipes are opened together, then the tank will be filled in:</a:t>
            </a:r>
            <a:endParaRPr/>
          </a:p>
          <a:p>
            <a:pPr indent="0" lvl="0" marL="0" rtl="0" algn="l">
              <a:lnSpc>
                <a:spcPct val="100000"/>
              </a:lnSpc>
              <a:spcBef>
                <a:spcPts val="1400"/>
              </a:spcBef>
              <a:spcAft>
                <a:spcPts val="0"/>
              </a:spcAft>
              <a:buSzPts val="2220"/>
              <a:buNone/>
            </a:pPr>
            <a:r>
              <a:rPr lang="en-US" sz="2220"/>
              <a:t>A.1 13/17hours     B.	2 8/11hours   C.3 9/17hours      D.4 1/2hours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67" name="Google Shape;267;p1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800"/>
              <a:buNone/>
            </a:pPr>
            <a:r>
              <a:rPr lang="en-US" sz="2800"/>
              <a:t>25.A pump can fill a tank with water in 2 hours. Because of a leak, it took  2 1/3 hours to fill the tank. The leak can drain all the water of the tank in:</a:t>
            </a:r>
            <a:endParaRPr/>
          </a:p>
          <a:p>
            <a:pPr indent="0" lvl="0" marL="0" rtl="0" algn="l">
              <a:lnSpc>
                <a:spcPct val="100000"/>
              </a:lnSpc>
              <a:spcBef>
                <a:spcPts val="1400"/>
              </a:spcBef>
              <a:spcAft>
                <a:spcPts val="0"/>
              </a:spcAft>
              <a:buSzPts val="2800"/>
              <a:buNone/>
            </a:pPr>
            <a:r>
              <a:rPr lang="en-US" sz="2800"/>
              <a:t>A. 4 1/3hours     B.7 hours   C.8 hours  D.14 hours</a:t>
            </a:r>
            <a:endParaRPr/>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rPr lang="en-US" sz="2800"/>
              <a:t>26. A tank is filled in 5 hours by three pipes A, B and C. The pipe C is twice as fast as B and B is twice as fast as A. How much time will pipe A alone take to fill the tank?</a:t>
            </a:r>
            <a:endParaRPr/>
          </a:p>
          <a:p>
            <a:pPr indent="0" lvl="0" marL="0" rtl="0" algn="l">
              <a:lnSpc>
                <a:spcPct val="100000"/>
              </a:lnSpc>
              <a:spcBef>
                <a:spcPts val="1400"/>
              </a:spcBef>
              <a:spcAft>
                <a:spcPts val="0"/>
              </a:spcAft>
              <a:buSzPts val="2800"/>
              <a:buNone/>
            </a:pPr>
            <a:r>
              <a:rPr lang="en-US" sz="2800"/>
              <a:t>A.20 hours      B.25 hours     C.35 hours     D.Cannot be determined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73" name="Google Shape;273;p18"/>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27.Two pipes A and B can fill a tank in 15 minutes and 20 minutes respectively. Both the pipes are opened together but after 4 minutes, pipe A is turned off. What is the total time required to fill the tank?</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A.10 min. 20 sec.     B.	11 min. 45 sec.      C.	12 min. 30 sec.       *D.14 min. 40 sec.</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28.Three pipes A, B and C can fill a tank in 6 hours. After working at it together for 2 hours, C is closed and A and B can fill the remaining part in 7 hours. The number of hours taken by C alone to fill the tank is:</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A.10    B.12    C.14   D.	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79" name="Google Shape;279;p19"/>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800"/>
              <a:buNone/>
            </a:pPr>
            <a:r>
              <a:rPr lang="en-US" sz="2800"/>
              <a:t>29.Three taps A, B and C can fill a tank in 12, 15 and 20 hours respectively. If A is open all the time and B and C are open for one hour each alternately, the tank will be full in:</a:t>
            </a:r>
            <a:endParaRPr/>
          </a:p>
          <a:p>
            <a:pPr indent="0" lvl="0" marL="0" rtl="0" algn="l">
              <a:lnSpc>
                <a:spcPct val="100000"/>
              </a:lnSpc>
              <a:spcBef>
                <a:spcPts val="1400"/>
              </a:spcBef>
              <a:spcAft>
                <a:spcPts val="0"/>
              </a:spcAft>
              <a:buSzPts val="2800"/>
              <a:buNone/>
            </a:pPr>
            <a:r>
              <a:t/>
            </a:r>
            <a:endParaRPr sz="2800"/>
          </a:p>
          <a:p>
            <a:pPr indent="0" lvl="0" marL="0" rtl="0" algn="l">
              <a:lnSpc>
                <a:spcPct val="100000"/>
              </a:lnSpc>
              <a:spcBef>
                <a:spcPts val="1400"/>
              </a:spcBef>
              <a:spcAft>
                <a:spcPts val="0"/>
              </a:spcAft>
              <a:buSzPts val="2800"/>
              <a:buNone/>
            </a:pPr>
            <a:r>
              <a:rPr lang="en-US" sz="2800"/>
              <a:t> A.	6 hours   B.	6 2/3	hours   &amp;C.7 hours       D.	7 1/2	hours</a:t>
            </a:r>
            <a:endParaRPr/>
          </a:p>
          <a:p>
            <a:pPr indent="0" lvl="0" marL="0" rtl="0" algn="l">
              <a:lnSpc>
                <a:spcPct val="100000"/>
              </a:lnSpc>
              <a:spcBef>
                <a:spcPts val="1400"/>
              </a:spcBef>
              <a:spcAft>
                <a:spcPts val="0"/>
              </a:spcAft>
              <a:buSzPts val="2800"/>
              <a:buNone/>
            </a:pPr>
            <a:r>
              <a:t/>
            </a:r>
            <a:endParaRPr sz="2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0"/>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85" name="Google Shape;285;p20"/>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19.The ratio between the present ages of M and N is 5: 3 respectively. The ratio between M's age 4 years‘ago an N’s age after 4 years is 1: 1'. What is the ratio between M’s age after 4 years and N’s age 4 years ago? </a:t>
            </a:r>
            <a:endParaRPr/>
          </a:p>
          <a:p>
            <a:pPr indent="0" lvl="0" marL="0" rtl="0" algn="l">
              <a:lnSpc>
                <a:spcPct val="100000"/>
              </a:lnSpc>
              <a:spcBef>
                <a:spcPts val="1400"/>
              </a:spcBef>
              <a:spcAft>
                <a:spcPts val="0"/>
              </a:spcAft>
              <a:buSzPts val="2000"/>
              <a:buNone/>
            </a:pPr>
            <a:r>
              <a:rPr lang="en-US"/>
              <a:t> </a:t>
            </a:r>
            <a:endParaRPr/>
          </a:p>
          <a:p>
            <a:pPr indent="0" lvl="0" marL="0" rtl="0" algn="l">
              <a:lnSpc>
                <a:spcPct val="100000"/>
              </a:lnSpc>
              <a:spcBef>
                <a:spcPts val="1400"/>
              </a:spcBef>
              <a:spcAft>
                <a:spcPts val="0"/>
              </a:spcAft>
              <a:buSzPts val="2000"/>
              <a:buNone/>
            </a:pPr>
            <a:r>
              <a:rPr lang="en-US"/>
              <a:t> (a)2:1  (b) 1:3 (c) 4:1  (d) 3:1</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1"/>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91" name="Google Shape;291;p21"/>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US"/>
              <a:t>20. A father said to his son "I was as old as you are present at the time of your birth". If the father's age is 38 years now, the son's age five years back was:</a:t>
            </a:r>
            <a:endParaRPr/>
          </a:p>
          <a:p>
            <a:pPr indent="0" lvl="0" marL="0" rtl="0" algn="l">
              <a:lnSpc>
                <a:spcPct val="100000"/>
              </a:lnSpc>
              <a:spcBef>
                <a:spcPts val="1400"/>
              </a:spcBef>
              <a:spcAft>
                <a:spcPts val="0"/>
              </a:spcAft>
              <a:buSzPts val="2000"/>
              <a:buNone/>
            </a:pPr>
            <a:r>
              <a:rPr lang="en-US"/>
              <a:t>(a) 14 years b) 19 years c) 18 years d) 13 years</a:t>
            </a:r>
            <a:endParaRPr/>
          </a:p>
          <a:p>
            <a:pPr indent="0" lvl="0" marL="0" rtl="0" algn="l">
              <a:lnSpc>
                <a:spcPct val="100000"/>
              </a:lnSpc>
              <a:spcBef>
                <a:spcPts val="1400"/>
              </a:spcBef>
              <a:spcAft>
                <a:spcPts val="0"/>
              </a:spcAft>
              <a:buSzPts val="2000"/>
              <a:buNone/>
            </a:pPr>
            <a:r>
              <a:rPr lang="en-US"/>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97" name="Google Shape;297;p2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US"/>
              <a:t>                                                                                       </a:t>
            </a:r>
            <a:r>
              <a:rPr lang="en-US" sz="3600"/>
              <a:t>THANK YOU</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name="Q spider">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2022-04-07T04:00:00Z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3CA6A5C693F44A679621D2127AF8F510</vt:lpwstr>
  </property>
  <property fmtid="{D5CDD505-2E9C-101B-9397-08002B2CF9AE}" pid="4" name="KSOProductBuildVer">
    <vt:lpwstr>1033-11.2.0.11074</vt:lpwstr>
  </property>
</Properties>
</file>