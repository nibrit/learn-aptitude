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p:sldMasterIdLst>
    <p:sldMasterId id="2147483648" r:id="rId1"/>
    <p:sldMasterId id="2147483669" r:id="rId3"/>
  </p:sldMasterIdLst>
  <p:notesMasterIdLst>
    <p:notesMasterId r:id="rId5"/>
  </p:notesMasterIdLst>
  <p:handoutMasterIdLst>
    <p:handoutMasterId r:id="rId83"/>
  </p:handoutMasterIdLst>
  <p:sldIdLst>
    <p:sldId id="258" r:id="rId4"/>
    <p:sldId id="341" r:id="rId6"/>
    <p:sldId id="342" r:id="rId7"/>
    <p:sldId id="343" r:id="rId8"/>
    <p:sldId id="344" r:id="rId9"/>
    <p:sldId id="345" r:id="rId10"/>
    <p:sldId id="346" r:id="rId11"/>
    <p:sldId id="347" r:id="rId12"/>
    <p:sldId id="348" r:id="rId13"/>
    <p:sldId id="349" r:id="rId14"/>
    <p:sldId id="350" r:id="rId15"/>
    <p:sldId id="351" r:id="rId16"/>
    <p:sldId id="352" r:id="rId17"/>
    <p:sldId id="353" r:id="rId18"/>
    <p:sldId id="354" r:id="rId19"/>
    <p:sldId id="355" r:id="rId20"/>
    <p:sldId id="356" r:id="rId21"/>
    <p:sldId id="357" r:id="rId22"/>
    <p:sldId id="358" r:id="rId23"/>
    <p:sldId id="359" r:id="rId24"/>
    <p:sldId id="360" r:id="rId25"/>
    <p:sldId id="361" r:id="rId26"/>
    <p:sldId id="362" r:id="rId27"/>
    <p:sldId id="363" r:id="rId28"/>
    <p:sldId id="364" r:id="rId29"/>
    <p:sldId id="365" r:id="rId30"/>
    <p:sldId id="366" r:id="rId31"/>
    <p:sldId id="367" r:id="rId32"/>
    <p:sldId id="368" r:id="rId33"/>
    <p:sldId id="369" r:id="rId34"/>
    <p:sldId id="370" r:id="rId35"/>
    <p:sldId id="371" r:id="rId36"/>
    <p:sldId id="372" r:id="rId37"/>
    <p:sldId id="373" r:id="rId38"/>
    <p:sldId id="374" r:id="rId39"/>
    <p:sldId id="375" r:id="rId40"/>
    <p:sldId id="376" r:id="rId41"/>
    <p:sldId id="377" r:id="rId42"/>
    <p:sldId id="378" r:id="rId43"/>
    <p:sldId id="379" r:id="rId44"/>
    <p:sldId id="380" r:id="rId45"/>
    <p:sldId id="381" r:id="rId46"/>
    <p:sldId id="382" r:id="rId47"/>
    <p:sldId id="383" r:id="rId48"/>
    <p:sldId id="384" r:id="rId49"/>
    <p:sldId id="385" r:id="rId50"/>
    <p:sldId id="386" r:id="rId51"/>
    <p:sldId id="387" r:id="rId52"/>
    <p:sldId id="388" r:id="rId53"/>
    <p:sldId id="389" r:id="rId54"/>
    <p:sldId id="390" r:id="rId55"/>
    <p:sldId id="391" r:id="rId56"/>
    <p:sldId id="392" r:id="rId57"/>
    <p:sldId id="413" r:id="rId58"/>
    <p:sldId id="414" r:id="rId59"/>
    <p:sldId id="415" r:id="rId60"/>
    <p:sldId id="416" r:id="rId61"/>
    <p:sldId id="417" r:id="rId62"/>
    <p:sldId id="418" r:id="rId63"/>
    <p:sldId id="419" r:id="rId64"/>
    <p:sldId id="420" r:id="rId65"/>
    <p:sldId id="421" r:id="rId66"/>
    <p:sldId id="422" r:id="rId67"/>
    <p:sldId id="423" r:id="rId68"/>
    <p:sldId id="424" r:id="rId69"/>
    <p:sldId id="394" r:id="rId70"/>
    <p:sldId id="395" r:id="rId71"/>
    <p:sldId id="396" r:id="rId72"/>
    <p:sldId id="397" r:id="rId73"/>
    <p:sldId id="399" r:id="rId74"/>
    <p:sldId id="403" r:id="rId75"/>
    <p:sldId id="400" r:id="rId76"/>
    <p:sldId id="401" r:id="rId77"/>
    <p:sldId id="402" r:id="rId78"/>
    <p:sldId id="404" r:id="rId79"/>
    <p:sldId id="398" r:id="rId80"/>
    <p:sldId id="411" r:id="rId81"/>
    <p:sldId id="315" r:id="rId8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uthor"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39" autoAdjust="0"/>
  </p:normalViewPr>
  <p:slideViewPr>
    <p:cSldViewPr snapToGrid="0">
      <p:cViewPr varScale="1">
        <p:scale>
          <a:sx n="88" d="100"/>
          <a:sy n="88" d="100"/>
        </p:scale>
        <p:origin x="494" y="62"/>
      </p:cViewPr>
      <p:guideLst/>
    </p:cSldViewPr>
  </p:slideViewPr>
  <p:notesTextViewPr>
    <p:cViewPr>
      <p:scale>
        <a:sx n="1" d="1"/>
        <a:sy n="1" d="1"/>
      </p:scale>
      <p:origin x="0" y="0"/>
    </p:cViewPr>
  </p:notesTextViewPr>
  <p:notesViewPr>
    <p:cSldViewPr snapToGrid="0">
      <p:cViewPr>
        <p:scale>
          <a:sx n="50" d="100"/>
          <a:sy n="50" d="100"/>
        </p:scale>
        <p:origin x="3403" y="336"/>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7" Type="http://schemas.openxmlformats.org/officeDocument/2006/relationships/commentAuthors" Target="commentAuthors.xml"/><Relationship Id="rId86" Type="http://schemas.openxmlformats.org/officeDocument/2006/relationships/tableStyles" Target="tableStyles.xml"/><Relationship Id="rId85" Type="http://schemas.openxmlformats.org/officeDocument/2006/relationships/viewProps" Target="viewProps.xml"/><Relationship Id="rId84" Type="http://schemas.openxmlformats.org/officeDocument/2006/relationships/presProps" Target="presProps.xml"/><Relationship Id="rId83" Type="http://schemas.openxmlformats.org/officeDocument/2006/relationships/handoutMaster" Target="handoutMasters/handoutMaster1.xml"/><Relationship Id="rId82" Type="http://schemas.openxmlformats.org/officeDocument/2006/relationships/slide" Target="slides/slide78.xml"/><Relationship Id="rId81" Type="http://schemas.openxmlformats.org/officeDocument/2006/relationships/slide" Target="slides/slide77.xml"/><Relationship Id="rId80" Type="http://schemas.openxmlformats.org/officeDocument/2006/relationships/slide" Target="slides/slide76.xml"/><Relationship Id="rId8" Type="http://schemas.openxmlformats.org/officeDocument/2006/relationships/slide" Target="slides/slide4.xml"/><Relationship Id="rId79" Type="http://schemas.openxmlformats.org/officeDocument/2006/relationships/slide" Target="slides/slide75.xml"/><Relationship Id="rId78" Type="http://schemas.openxmlformats.org/officeDocument/2006/relationships/slide" Target="slides/slide74.xml"/><Relationship Id="rId77" Type="http://schemas.openxmlformats.org/officeDocument/2006/relationships/slide" Target="slides/slide73.xml"/><Relationship Id="rId76" Type="http://schemas.openxmlformats.org/officeDocument/2006/relationships/slide" Target="slides/slide72.xml"/><Relationship Id="rId75" Type="http://schemas.openxmlformats.org/officeDocument/2006/relationships/slide" Target="slides/slide71.xml"/><Relationship Id="rId74" Type="http://schemas.openxmlformats.org/officeDocument/2006/relationships/slide" Target="slides/slide70.xml"/><Relationship Id="rId73" Type="http://schemas.openxmlformats.org/officeDocument/2006/relationships/slide" Target="slides/slide69.xml"/><Relationship Id="rId72" Type="http://schemas.openxmlformats.org/officeDocument/2006/relationships/slide" Target="slides/slide68.xml"/><Relationship Id="rId71" Type="http://schemas.openxmlformats.org/officeDocument/2006/relationships/slide" Target="slides/slide67.xml"/><Relationship Id="rId70" Type="http://schemas.openxmlformats.org/officeDocument/2006/relationships/slide" Target="slides/slide66.xml"/><Relationship Id="rId7" Type="http://schemas.openxmlformats.org/officeDocument/2006/relationships/slide" Target="slides/slide3.xml"/><Relationship Id="rId69" Type="http://schemas.openxmlformats.org/officeDocument/2006/relationships/slide" Target="slides/slide65.xml"/><Relationship Id="rId68" Type="http://schemas.openxmlformats.org/officeDocument/2006/relationships/slide" Target="slides/slide64.xml"/><Relationship Id="rId67" Type="http://schemas.openxmlformats.org/officeDocument/2006/relationships/slide" Target="slides/slide63.xml"/><Relationship Id="rId66" Type="http://schemas.openxmlformats.org/officeDocument/2006/relationships/slide" Target="slides/slide62.xml"/><Relationship Id="rId65" Type="http://schemas.openxmlformats.org/officeDocument/2006/relationships/slide" Target="slides/slide61.xml"/><Relationship Id="rId64" Type="http://schemas.openxmlformats.org/officeDocument/2006/relationships/slide" Target="slides/slide60.xml"/><Relationship Id="rId63" Type="http://schemas.openxmlformats.org/officeDocument/2006/relationships/slide" Target="slides/slide59.xml"/><Relationship Id="rId62" Type="http://schemas.openxmlformats.org/officeDocument/2006/relationships/slide" Target="slides/slide58.xml"/><Relationship Id="rId61" Type="http://schemas.openxmlformats.org/officeDocument/2006/relationships/slide" Target="slides/slide57.xml"/><Relationship Id="rId60" Type="http://schemas.openxmlformats.org/officeDocument/2006/relationships/slide" Target="slides/slide56.xml"/><Relationship Id="rId6" Type="http://schemas.openxmlformats.org/officeDocument/2006/relationships/slide" Target="slides/slide2.xml"/><Relationship Id="rId59" Type="http://schemas.openxmlformats.org/officeDocument/2006/relationships/slide" Target="slides/slide55.xml"/><Relationship Id="rId58" Type="http://schemas.openxmlformats.org/officeDocument/2006/relationships/slide" Target="slides/slide54.xml"/><Relationship Id="rId57" Type="http://schemas.openxmlformats.org/officeDocument/2006/relationships/slide" Target="slides/slide53.xml"/><Relationship Id="rId56" Type="http://schemas.openxmlformats.org/officeDocument/2006/relationships/slide" Target="slides/slide52.xml"/><Relationship Id="rId55" Type="http://schemas.openxmlformats.org/officeDocument/2006/relationships/slide" Target="slides/slide51.xml"/><Relationship Id="rId54" Type="http://schemas.openxmlformats.org/officeDocument/2006/relationships/slide" Target="slides/slide50.xml"/><Relationship Id="rId53" Type="http://schemas.openxmlformats.org/officeDocument/2006/relationships/slide" Target="slides/slide49.xml"/><Relationship Id="rId52" Type="http://schemas.openxmlformats.org/officeDocument/2006/relationships/slide" Target="slides/slide48.xml"/><Relationship Id="rId51" Type="http://schemas.openxmlformats.org/officeDocument/2006/relationships/slide" Target="slides/slide47.xml"/><Relationship Id="rId50" Type="http://schemas.openxmlformats.org/officeDocument/2006/relationships/slide" Target="slides/slide46.xml"/><Relationship Id="rId5" Type="http://schemas.openxmlformats.org/officeDocument/2006/relationships/notesMaster" Target="notesMasters/notesMaster1.xml"/><Relationship Id="rId49" Type="http://schemas.openxmlformats.org/officeDocument/2006/relationships/slide" Target="slides/slide45.xml"/><Relationship Id="rId48" Type="http://schemas.openxmlformats.org/officeDocument/2006/relationships/slide" Target="slides/slide44.xml"/><Relationship Id="rId47" Type="http://schemas.openxmlformats.org/officeDocument/2006/relationships/slide" Target="slides/slide43.xml"/><Relationship Id="rId46" Type="http://schemas.openxmlformats.org/officeDocument/2006/relationships/slide" Target="slides/slide42.xml"/><Relationship Id="rId45" Type="http://schemas.openxmlformats.org/officeDocument/2006/relationships/slide" Target="slides/slide41.xml"/><Relationship Id="rId44" Type="http://schemas.openxmlformats.org/officeDocument/2006/relationships/slide" Target="slides/slide40.xml"/><Relationship Id="rId43" Type="http://schemas.openxmlformats.org/officeDocument/2006/relationships/slide" Target="slides/slide39.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748E1AF-6343-46AA-8AEF-4C12F4118850}" type="datetimeFigureOut">
              <a:rPr lang="en-US" smtClean="0"/>
            </a:fld>
            <a:endParaRPr lang="en-US"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52858E0-3D38-47B7-97D4-4FE08D90D359}" type="slidenum">
              <a:rPr lang="en-US" smtClean="0"/>
            </a:fld>
            <a:endParaRPr lang="en-US" dirty="0"/>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A9D2517-63AA-420A-887D-BE60360A8F4D}" type="datetimeFigureOut">
              <a:rPr lang="en-US" noProof="0" smtClean="0"/>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endParaRPr lang="en-US" noProof="0"/>
          </a:p>
          <a:p>
            <a:pPr lvl="1"/>
            <a:r>
              <a:rPr lang="en-US" noProof="0"/>
              <a:t>Second level</a:t>
            </a:r>
            <a:endParaRPr lang="en-US" noProof="0"/>
          </a:p>
          <a:p>
            <a:pPr lvl="2"/>
            <a:r>
              <a:rPr lang="en-US" noProof="0"/>
              <a:t>Third level</a:t>
            </a:r>
            <a:endParaRPr lang="en-US" noProof="0"/>
          </a:p>
          <a:p>
            <a:pPr lvl="3"/>
            <a:r>
              <a:rPr lang="en-US" noProof="0"/>
              <a:t>Fourth level</a:t>
            </a:r>
            <a:endParaRPr lang="en-US" noProof="0"/>
          </a:p>
          <a:p>
            <a:pPr lvl="4"/>
            <a:r>
              <a:rPr lang="en-US" noProof="0"/>
              <a:t>Fifth level</a:t>
            </a:r>
            <a:endParaRPr lang="en-US" noProof="0"/>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84ECAD9-32EE-4091-BDA5-6BD15ACC5E58}" type="slidenum">
              <a:rPr lang="en-US" noProof="0" smtClean="0"/>
            </a:fld>
            <a:endParaRPr lang="en-US" noProof="0"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84ECAD9-32EE-4091-BDA5-6BD15ACC5E58}" type="slidenum">
              <a:rPr lang="en-US" noProof="0" smtClean="0"/>
            </a:fld>
            <a:endParaRPr lang="en-US" noProof="0"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2" name="Slide Image Placeholder 1"/>
          <p:cNvSpPr>
            <a:spLocks noGrp="1" noRot="1" noChangeAspect="1"/>
          </p:cNvSpPr>
          <p:nvPr>
            <p:ph type="sldImg"/>
          </p:nvPr>
        </p:nvSpPr>
        <p:spPr>
          <a:xfrm>
            <a:off x="381000" y="685800"/>
            <a:ext cx="6096000" cy="3429000"/>
          </a:xfrm>
        </p:spPr>
      </p:sp>
      <p:sp>
        <p:nvSpPr>
          <p:cNvPr id="1048593" name="Notes Placeholder 2"/>
          <p:cNvSpPr>
            <a:spLocks noGrp="1"/>
          </p:cNvSpPr>
          <p:nvPr>
            <p:ph type="body" idx="1"/>
          </p:nvPr>
        </p:nvSpPr>
        <p:spPr/>
        <p:txBody>
          <a:bodyPr>
            <a:normAutofit/>
          </a:bodyPr>
          <a:lstStyle/>
          <a:p>
            <a:endParaRPr lang="en-US" dirty="0"/>
          </a:p>
        </p:txBody>
      </p:sp>
      <p:sp>
        <p:nvSpPr>
          <p:cNvPr id="1048594" name="Slide Number Placeholder 3"/>
          <p:cNvSpPr>
            <a:spLocks noGrp="1"/>
          </p:cNvSpPr>
          <p:nvPr>
            <p:ph type="sldNum" sz="quarter" idx="10"/>
          </p:nvPr>
        </p:nvSpPr>
        <p:spPr/>
        <p:txBody>
          <a:bodyPr/>
          <a:lstStyle/>
          <a:p>
            <a:fld id="{F8646707-6BBD-41A9-B4DF-0C76A73A2D2A}" type="slidenum">
              <a:rPr lang="en-US" smtClean="0"/>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6" name="Slide Image Placeholder 1"/>
          <p:cNvSpPr>
            <a:spLocks noGrp="1" noRot="1" noChangeAspect="1"/>
          </p:cNvSpPr>
          <p:nvPr>
            <p:ph type="sldImg"/>
          </p:nvPr>
        </p:nvSpPr>
        <p:spPr>
          <a:xfrm>
            <a:off x="381000" y="685800"/>
            <a:ext cx="6096000" cy="3429000"/>
          </a:xfrm>
        </p:spPr>
      </p:sp>
      <p:sp>
        <p:nvSpPr>
          <p:cNvPr id="1048597" name="Notes Placeholder 2"/>
          <p:cNvSpPr>
            <a:spLocks noGrp="1"/>
          </p:cNvSpPr>
          <p:nvPr>
            <p:ph type="body" idx="1"/>
          </p:nvPr>
        </p:nvSpPr>
        <p:spPr/>
        <p:txBody>
          <a:bodyPr>
            <a:normAutofit/>
          </a:bodyPr>
          <a:lstStyle/>
          <a:p>
            <a:endParaRPr lang="en-US" dirty="0"/>
          </a:p>
        </p:txBody>
      </p:sp>
      <p:sp>
        <p:nvSpPr>
          <p:cNvPr id="1048598" name="Slide Number Placeholder 3"/>
          <p:cNvSpPr>
            <a:spLocks noGrp="1"/>
          </p:cNvSpPr>
          <p:nvPr>
            <p:ph type="sldNum" sz="quarter" idx="10"/>
          </p:nvPr>
        </p:nvSpPr>
        <p:spPr/>
        <p:txBody>
          <a:bodyPr/>
          <a:lstStyle/>
          <a:p>
            <a:fld id="{F8646707-6BBD-41A9-B4DF-0C76A73A2D2A}" type="slidenum">
              <a:rPr lang="en-US" smtClean="0"/>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0" name="Slide Image Placeholder 1"/>
          <p:cNvSpPr>
            <a:spLocks noGrp="1" noRot="1" noChangeAspect="1"/>
          </p:cNvSpPr>
          <p:nvPr>
            <p:ph type="sldImg"/>
          </p:nvPr>
        </p:nvSpPr>
        <p:spPr>
          <a:xfrm>
            <a:off x="381000" y="685800"/>
            <a:ext cx="6096000" cy="3429000"/>
          </a:xfrm>
        </p:spPr>
      </p:sp>
      <p:sp>
        <p:nvSpPr>
          <p:cNvPr id="1048601" name="Notes Placeholder 2"/>
          <p:cNvSpPr>
            <a:spLocks noGrp="1"/>
          </p:cNvSpPr>
          <p:nvPr>
            <p:ph type="body" idx="1"/>
          </p:nvPr>
        </p:nvSpPr>
        <p:spPr/>
        <p:txBody>
          <a:bodyPr>
            <a:normAutofit/>
          </a:bodyPr>
          <a:lstStyle/>
          <a:p>
            <a:endParaRPr lang="en-US" dirty="0"/>
          </a:p>
        </p:txBody>
      </p:sp>
      <p:sp>
        <p:nvSpPr>
          <p:cNvPr id="1048602" name="Slide Number Placeholder 3"/>
          <p:cNvSpPr>
            <a:spLocks noGrp="1"/>
          </p:cNvSpPr>
          <p:nvPr>
            <p:ph type="sldNum" sz="quarter" idx="10"/>
          </p:nvPr>
        </p:nvSpPr>
        <p:spPr/>
        <p:txBody>
          <a:bodyPr/>
          <a:lstStyle/>
          <a:p>
            <a:fld id="{F8646707-6BBD-41A9-B4DF-0C76A73A2D2A}" type="slidenum">
              <a:rPr lang="en-US" smtClean="0"/>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4" name="Slide Image Placeholder 1"/>
          <p:cNvSpPr>
            <a:spLocks noGrp="1" noRot="1" noChangeAspect="1"/>
          </p:cNvSpPr>
          <p:nvPr>
            <p:ph type="sldImg"/>
          </p:nvPr>
        </p:nvSpPr>
        <p:spPr>
          <a:xfrm>
            <a:off x="381000" y="685800"/>
            <a:ext cx="6096000" cy="3429000"/>
          </a:xfrm>
        </p:spPr>
      </p:sp>
      <p:sp>
        <p:nvSpPr>
          <p:cNvPr id="1048605" name="Notes Placeholder 2"/>
          <p:cNvSpPr>
            <a:spLocks noGrp="1"/>
          </p:cNvSpPr>
          <p:nvPr>
            <p:ph type="body" idx="1"/>
          </p:nvPr>
        </p:nvSpPr>
        <p:spPr/>
        <p:txBody>
          <a:bodyPr>
            <a:normAutofit/>
          </a:bodyPr>
          <a:lstStyle/>
          <a:p>
            <a:endParaRPr lang="en-US" dirty="0"/>
          </a:p>
        </p:txBody>
      </p:sp>
      <p:sp>
        <p:nvSpPr>
          <p:cNvPr id="1048606" name="Slide Number Placeholder 3"/>
          <p:cNvSpPr>
            <a:spLocks noGrp="1"/>
          </p:cNvSpPr>
          <p:nvPr>
            <p:ph type="sldNum" sz="quarter" idx="10"/>
          </p:nvPr>
        </p:nvSpPr>
        <p:spPr/>
        <p:txBody>
          <a:bodyPr/>
          <a:lstStyle/>
          <a:p>
            <a:fld id="{F8646707-6BBD-41A9-B4DF-0C76A73A2D2A}" type="slidenum">
              <a:rPr lang="en-US" smtClean="0"/>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8" name="Slide Image Placeholder 1"/>
          <p:cNvSpPr>
            <a:spLocks noGrp="1" noRot="1" noChangeAspect="1"/>
          </p:cNvSpPr>
          <p:nvPr>
            <p:ph type="sldImg"/>
          </p:nvPr>
        </p:nvSpPr>
        <p:spPr>
          <a:xfrm>
            <a:off x="381000" y="685800"/>
            <a:ext cx="6096000" cy="3429000"/>
          </a:xfrm>
        </p:spPr>
      </p:sp>
      <p:sp>
        <p:nvSpPr>
          <p:cNvPr id="1048609" name="Notes Placeholder 2"/>
          <p:cNvSpPr>
            <a:spLocks noGrp="1"/>
          </p:cNvSpPr>
          <p:nvPr>
            <p:ph type="body" idx="1"/>
          </p:nvPr>
        </p:nvSpPr>
        <p:spPr/>
        <p:txBody>
          <a:bodyPr>
            <a:normAutofit/>
          </a:bodyPr>
          <a:lstStyle/>
          <a:p>
            <a:endParaRPr lang="en-US" dirty="0"/>
          </a:p>
        </p:txBody>
      </p:sp>
      <p:sp>
        <p:nvSpPr>
          <p:cNvPr id="1048610" name="Slide Number Placeholder 3"/>
          <p:cNvSpPr>
            <a:spLocks noGrp="1"/>
          </p:cNvSpPr>
          <p:nvPr>
            <p:ph type="sldNum" sz="quarter" idx="10"/>
          </p:nvPr>
        </p:nvSpPr>
        <p:spPr/>
        <p:txBody>
          <a:bodyPr/>
          <a:lstStyle/>
          <a:p>
            <a:fld id="{F8646707-6BBD-41A9-B4DF-0C76A73A2D2A}" type="slidenum">
              <a:rPr lang="en-US" smtClean="0"/>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2" name="Slide Image Placeholder 1"/>
          <p:cNvSpPr>
            <a:spLocks noGrp="1" noRot="1" noChangeAspect="1"/>
          </p:cNvSpPr>
          <p:nvPr>
            <p:ph type="sldImg"/>
          </p:nvPr>
        </p:nvSpPr>
        <p:spPr>
          <a:xfrm>
            <a:off x="381000" y="685800"/>
            <a:ext cx="6096000" cy="3429000"/>
          </a:xfrm>
        </p:spPr>
      </p:sp>
      <p:sp>
        <p:nvSpPr>
          <p:cNvPr id="1048613" name="Notes Placeholder 2"/>
          <p:cNvSpPr>
            <a:spLocks noGrp="1"/>
          </p:cNvSpPr>
          <p:nvPr>
            <p:ph type="body" idx="1"/>
          </p:nvPr>
        </p:nvSpPr>
        <p:spPr/>
        <p:txBody>
          <a:bodyPr>
            <a:normAutofit/>
          </a:bodyPr>
          <a:lstStyle/>
          <a:p>
            <a:endParaRPr lang="en-US" dirty="0"/>
          </a:p>
        </p:txBody>
      </p:sp>
      <p:sp>
        <p:nvSpPr>
          <p:cNvPr id="1048614" name="Slide Number Placeholder 3"/>
          <p:cNvSpPr>
            <a:spLocks noGrp="1"/>
          </p:cNvSpPr>
          <p:nvPr>
            <p:ph type="sldNum" sz="quarter" idx="10"/>
          </p:nvPr>
        </p:nvSpPr>
        <p:spPr/>
        <p:txBody>
          <a:bodyPr/>
          <a:lstStyle/>
          <a:p>
            <a:fld id="{F8646707-6BBD-41A9-B4DF-0C76A73A2D2A}" type="slidenum">
              <a:rPr lang="en-US" smtClean="0"/>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6" name="Slide Image Placeholder 1"/>
          <p:cNvSpPr>
            <a:spLocks noGrp="1" noRot="1" noChangeAspect="1"/>
          </p:cNvSpPr>
          <p:nvPr>
            <p:ph type="sldImg"/>
          </p:nvPr>
        </p:nvSpPr>
        <p:spPr>
          <a:xfrm>
            <a:off x="381000" y="685800"/>
            <a:ext cx="6096000" cy="3429000"/>
          </a:xfrm>
        </p:spPr>
      </p:sp>
      <p:sp>
        <p:nvSpPr>
          <p:cNvPr id="1048617" name="Notes Placeholder 2"/>
          <p:cNvSpPr>
            <a:spLocks noGrp="1"/>
          </p:cNvSpPr>
          <p:nvPr>
            <p:ph type="body" idx="1"/>
          </p:nvPr>
        </p:nvSpPr>
        <p:spPr/>
        <p:txBody>
          <a:bodyPr>
            <a:normAutofit/>
          </a:bodyPr>
          <a:lstStyle/>
          <a:p>
            <a:endParaRPr lang="en-US" dirty="0"/>
          </a:p>
        </p:txBody>
      </p:sp>
      <p:sp>
        <p:nvSpPr>
          <p:cNvPr id="1048618" name="Slide Number Placeholder 3"/>
          <p:cNvSpPr>
            <a:spLocks noGrp="1"/>
          </p:cNvSpPr>
          <p:nvPr>
            <p:ph type="sldNum" sz="quarter" idx="10"/>
          </p:nvPr>
        </p:nvSpPr>
        <p:spPr/>
        <p:txBody>
          <a:bodyPr/>
          <a:lstStyle/>
          <a:p>
            <a:fld id="{F8646707-6BBD-41A9-B4DF-0C76A73A2D2A}" type="slidenum">
              <a:rPr lang="en-US" smtClean="0"/>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20" name="Slide Image Placeholder 1"/>
          <p:cNvSpPr>
            <a:spLocks noGrp="1" noRot="1" noChangeAspect="1"/>
          </p:cNvSpPr>
          <p:nvPr>
            <p:ph type="sldImg"/>
          </p:nvPr>
        </p:nvSpPr>
        <p:spPr>
          <a:xfrm>
            <a:off x="381000" y="685800"/>
            <a:ext cx="6096000" cy="3429000"/>
          </a:xfrm>
        </p:spPr>
      </p:sp>
      <p:sp>
        <p:nvSpPr>
          <p:cNvPr id="1048621" name="Notes Placeholder 2"/>
          <p:cNvSpPr>
            <a:spLocks noGrp="1"/>
          </p:cNvSpPr>
          <p:nvPr>
            <p:ph type="body" idx="1"/>
          </p:nvPr>
        </p:nvSpPr>
        <p:spPr/>
        <p:txBody>
          <a:bodyPr>
            <a:normAutofit/>
          </a:bodyPr>
          <a:lstStyle/>
          <a:p>
            <a:endParaRPr lang="en-US" dirty="0"/>
          </a:p>
        </p:txBody>
      </p:sp>
      <p:sp>
        <p:nvSpPr>
          <p:cNvPr id="1048622" name="Slide Number Placeholder 3"/>
          <p:cNvSpPr>
            <a:spLocks noGrp="1"/>
          </p:cNvSpPr>
          <p:nvPr>
            <p:ph type="sldNum" sz="quarter" idx="10"/>
          </p:nvPr>
        </p:nvSpPr>
        <p:spPr/>
        <p:txBody>
          <a:bodyPr/>
          <a:lstStyle/>
          <a:p>
            <a:fld id="{F8646707-6BBD-41A9-B4DF-0C76A73A2D2A}" type="slidenum">
              <a:rPr lang="en-US" smtClean="0"/>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24" name="Slide Image Placeholder 1"/>
          <p:cNvSpPr>
            <a:spLocks noGrp="1" noRot="1" noChangeAspect="1"/>
          </p:cNvSpPr>
          <p:nvPr>
            <p:ph type="sldImg"/>
          </p:nvPr>
        </p:nvSpPr>
        <p:spPr>
          <a:xfrm>
            <a:off x="381000" y="685800"/>
            <a:ext cx="6096000" cy="3429000"/>
          </a:xfrm>
        </p:spPr>
      </p:sp>
      <p:sp>
        <p:nvSpPr>
          <p:cNvPr id="1048625" name="Notes Placeholder 2"/>
          <p:cNvSpPr>
            <a:spLocks noGrp="1"/>
          </p:cNvSpPr>
          <p:nvPr>
            <p:ph type="body" idx="1"/>
          </p:nvPr>
        </p:nvSpPr>
        <p:spPr/>
        <p:txBody>
          <a:bodyPr>
            <a:normAutofit/>
          </a:bodyPr>
          <a:lstStyle/>
          <a:p>
            <a:endParaRPr lang="en-US" dirty="0"/>
          </a:p>
        </p:txBody>
      </p:sp>
      <p:sp>
        <p:nvSpPr>
          <p:cNvPr id="1048626" name="Slide Number Placeholder 3"/>
          <p:cNvSpPr>
            <a:spLocks noGrp="1"/>
          </p:cNvSpPr>
          <p:nvPr>
            <p:ph type="sldNum" sz="quarter" idx="10"/>
          </p:nvPr>
        </p:nvSpPr>
        <p:spPr/>
        <p:txBody>
          <a:bodyPr/>
          <a:lstStyle/>
          <a:p>
            <a:fld id="{F8646707-6BBD-41A9-B4DF-0C76A73A2D2A}" type="slidenum">
              <a:rPr lang="en-US" smtClean="0"/>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28" name="Slide Image Placeholder 1"/>
          <p:cNvSpPr>
            <a:spLocks noGrp="1" noRot="1" noChangeAspect="1"/>
          </p:cNvSpPr>
          <p:nvPr>
            <p:ph type="sldImg"/>
          </p:nvPr>
        </p:nvSpPr>
        <p:spPr>
          <a:xfrm>
            <a:off x="381000" y="685800"/>
            <a:ext cx="6096000" cy="3429000"/>
          </a:xfrm>
        </p:spPr>
      </p:sp>
      <p:sp>
        <p:nvSpPr>
          <p:cNvPr id="1048629" name="Notes Placeholder 2"/>
          <p:cNvSpPr>
            <a:spLocks noGrp="1"/>
          </p:cNvSpPr>
          <p:nvPr>
            <p:ph type="body" idx="1"/>
          </p:nvPr>
        </p:nvSpPr>
        <p:spPr/>
        <p:txBody>
          <a:bodyPr>
            <a:normAutofit/>
          </a:bodyPr>
          <a:lstStyle/>
          <a:p>
            <a:endParaRPr lang="en-US" dirty="0"/>
          </a:p>
        </p:txBody>
      </p:sp>
      <p:sp>
        <p:nvSpPr>
          <p:cNvPr id="1048630" name="Slide Number Placeholder 3"/>
          <p:cNvSpPr>
            <a:spLocks noGrp="1"/>
          </p:cNvSpPr>
          <p:nvPr>
            <p:ph type="sldNum" sz="quarter" idx="10"/>
          </p:nvPr>
        </p:nvSpPr>
        <p:spPr/>
        <p:txBody>
          <a:bodyPr/>
          <a:lstStyle/>
          <a:p>
            <a:fld id="{F8646707-6BBD-41A9-B4DF-0C76A73A2D2A}" type="slidenum">
              <a:rPr lang="en-US" smtClean="0"/>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32" name="Slide Image Placeholder 1"/>
          <p:cNvSpPr>
            <a:spLocks noGrp="1" noRot="1" noChangeAspect="1"/>
          </p:cNvSpPr>
          <p:nvPr>
            <p:ph type="sldImg"/>
          </p:nvPr>
        </p:nvSpPr>
        <p:spPr>
          <a:xfrm>
            <a:off x="381000" y="685800"/>
            <a:ext cx="6096000" cy="3429000"/>
          </a:xfrm>
        </p:spPr>
      </p:sp>
      <p:sp>
        <p:nvSpPr>
          <p:cNvPr id="1048633" name="Notes Placeholder 2"/>
          <p:cNvSpPr>
            <a:spLocks noGrp="1"/>
          </p:cNvSpPr>
          <p:nvPr>
            <p:ph type="body" idx="1"/>
          </p:nvPr>
        </p:nvSpPr>
        <p:spPr/>
        <p:txBody>
          <a:bodyPr>
            <a:normAutofit/>
          </a:bodyPr>
          <a:lstStyle/>
          <a:p>
            <a:endParaRPr lang="en-US" dirty="0"/>
          </a:p>
        </p:txBody>
      </p:sp>
      <p:sp>
        <p:nvSpPr>
          <p:cNvPr id="1048634" name="Slide Number Placeholder 3"/>
          <p:cNvSpPr>
            <a:spLocks noGrp="1"/>
          </p:cNvSpPr>
          <p:nvPr>
            <p:ph type="sldNum" sz="quarter" idx="10"/>
          </p:nvPr>
        </p:nvSpPr>
        <p:spPr/>
        <p:txBody>
          <a:bodyPr/>
          <a:lstStyle/>
          <a:p>
            <a:fld id="{F8646707-6BBD-41A9-B4DF-0C76A73A2D2A}" type="slidenum">
              <a:rPr lang="en-US" smtClean="0"/>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36" name="Slide Image Placeholder 1"/>
          <p:cNvSpPr>
            <a:spLocks noGrp="1" noRot="1" noChangeAspect="1"/>
          </p:cNvSpPr>
          <p:nvPr>
            <p:ph type="sldImg"/>
          </p:nvPr>
        </p:nvSpPr>
        <p:spPr>
          <a:xfrm>
            <a:off x="381000" y="685800"/>
            <a:ext cx="6096000" cy="3429000"/>
          </a:xfrm>
        </p:spPr>
      </p:sp>
      <p:sp>
        <p:nvSpPr>
          <p:cNvPr id="1048637" name="Notes Placeholder 2"/>
          <p:cNvSpPr>
            <a:spLocks noGrp="1"/>
          </p:cNvSpPr>
          <p:nvPr>
            <p:ph type="body" idx="1"/>
          </p:nvPr>
        </p:nvSpPr>
        <p:spPr/>
        <p:txBody>
          <a:bodyPr>
            <a:normAutofit/>
          </a:bodyPr>
          <a:lstStyle/>
          <a:p>
            <a:endParaRPr lang="en-US" dirty="0"/>
          </a:p>
        </p:txBody>
      </p:sp>
      <p:sp>
        <p:nvSpPr>
          <p:cNvPr id="1048638" name="Slide Number Placeholder 3"/>
          <p:cNvSpPr>
            <a:spLocks noGrp="1"/>
          </p:cNvSpPr>
          <p:nvPr>
            <p:ph type="sldNum" sz="quarter" idx="10"/>
          </p:nvPr>
        </p:nvSpPr>
        <p:spPr/>
        <p:txBody>
          <a:bodyPr/>
          <a:lstStyle/>
          <a:p>
            <a:fld id="{F8646707-6BBD-41A9-B4DF-0C76A73A2D2A}" type="slidenum">
              <a:rPr lang="en-US" smtClean="0"/>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40" name="Slide Image Placeholder 1"/>
          <p:cNvSpPr>
            <a:spLocks noGrp="1" noRot="1" noChangeAspect="1"/>
          </p:cNvSpPr>
          <p:nvPr>
            <p:ph type="sldImg"/>
          </p:nvPr>
        </p:nvSpPr>
        <p:spPr>
          <a:xfrm>
            <a:off x="381000" y="685800"/>
            <a:ext cx="6096000" cy="3429000"/>
          </a:xfrm>
        </p:spPr>
      </p:sp>
      <p:sp>
        <p:nvSpPr>
          <p:cNvPr id="1048641" name="Notes Placeholder 2"/>
          <p:cNvSpPr>
            <a:spLocks noGrp="1"/>
          </p:cNvSpPr>
          <p:nvPr>
            <p:ph type="body" idx="1"/>
          </p:nvPr>
        </p:nvSpPr>
        <p:spPr/>
        <p:txBody>
          <a:bodyPr>
            <a:normAutofit/>
          </a:bodyPr>
          <a:lstStyle/>
          <a:p>
            <a:endParaRPr lang="en-US" dirty="0"/>
          </a:p>
        </p:txBody>
      </p:sp>
      <p:sp>
        <p:nvSpPr>
          <p:cNvPr id="1048642" name="Slide Number Placeholder 3"/>
          <p:cNvSpPr>
            <a:spLocks noGrp="1"/>
          </p:cNvSpPr>
          <p:nvPr>
            <p:ph type="sldNum" sz="quarter" idx="10"/>
          </p:nvPr>
        </p:nvSpPr>
        <p:spPr/>
        <p:txBody>
          <a:bodyPr/>
          <a:lstStyle/>
          <a:p>
            <a:fld id="{F8646707-6BBD-41A9-B4DF-0C76A73A2D2A}" type="slidenum">
              <a:rPr lang="en-US" smtClean="0"/>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44" name="Slide Image Placeholder 1"/>
          <p:cNvSpPr>
            <a:spLocks noGrp="1" noRot="1" noChangeAspect="1"/>
          </p:cNvSpPr>
          <p:nvPr>
            <p:ph type="sldImg"/>
          </p:nvPr>
        </p:nvSpPr>
        <p:spPr>
          <a:xfrm>
            <a:off x="381000" y="685800"/>
            <a:ext cx="6096000" cy="3429000"/>
          </a:xfrm>
        </p:spPr>
      </p:sp>
      <p:sp>
        <p:nvSpPr>
          <p:cNvPr id="1048645" name="Notes Placeholder 2"/>
          <p:cNvSpPr>
            <a:spLocks noGrp="1"/>
          </p:cNvSpPr>
          <p:nvPr>
            <p:ph type="body" idx="1"/>
          </p:nvPr>
        </p:nvSpPr>
        <p:spPr/>
        <p:txBody>
          <a:bodyPr>
            <a:normAutofit/>
          </a:bodyPr>
          <a:lstStyle/>
          <a:p>
            <a:endParaRPr lang="en-US" dirty="0"/>
          </a:p>
        </p:txBody>
      </p:sp>
      <p:sp>
        <p:nvSpPr>
          <p:cNvPr id="1048646" name="Slide Number Placeholder 3"/>
          <p:cNvSpPr>
            <a:spLocks noGrp="1"/>
          </p:cNvSpPr>
          <p:nvPr>
            <p:ph type="sldNum" sz="quarter" idx="10"/>
          </p:nvPr>
        </p:nvSpPr>
        <p:spPr/>
        <p:txBody>
          <a:bodyPr/>
          <a:lstStyle/>
          <a:p>
            <a:fld id="{F8646707-6BBD-41A9-B4DF-0C76A73A2D2A}" type="slidenum">
              <a:rPr lang="en-US" smtClean="0"/>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48" name="Slide Image Placeholder 1"/>
          <p:cNvSpPr>
            <a:spLocks noGrp="1" noRot="1" noChangeAspect="1"/>
          </p:cNvSpPr>
          <p:nvPr>
            <p:ph type="sldImg"/>
          </p:nvPr>
        </p:nvSpPr>
        <p:spPr>
          <a:xfrm>
            <a:off x="381000" y="685800"/>
            <a:ext cx="6096000" cy="3429000"/>
          </a:xfrm>
        </p:spPr>
      </p:sp>
      <p:sp>
        <p:nvSpPr>
          <p:cNvPr id="1048649" name="Notes Placeholder 2"/>
          <p:cNvSpPr>
            <a:spLocks noGrp="1"/>
          </p:cNvSpPr>
          <p:nvPr>
            <p:ph type="body" idx="1"/>
          </p:nvPr>
        </p:nvSpPr>
        <p:spPr/>
        <p:txBody>
          <a:bodyPr>
            <a:normAutofit/>
          </a:bodyPr>
          <a:lstStyle/>
          <a:p>
            <a:endParaRPr lang="en-US" dirty="0"/>
          </a:p>
        </p:txBody>
      </p:sp>
      <p:sp>
        <p:nvSpPr>
          <p:cNvPr id="1048650" name="Slide Number Placeholder 3"/>
          <p:cNvSpPr>
            <a:spLocks noGrp="1"/>
          </p:cNvSpPr>
          <p:nvPr>
            <p:ph type="sldNum" sz="quarter" idx="10"/>
          </p:nvPr>
        </p:nvSpPr>
        <p:spPr/>
        <p:txBody>
          <a:bodyPr/>
          <a:lstStyle/>
          <a:p>
            <a:fld id="{F8646707-6BBD-41A9-B4DF-0C76A73A2D2A}" type="slidenum">
              <a:rPr lang="en-US" smtClean="0"/>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52" name="Slide Image Placeholder 1"/>
          <p:cNvSpPr>
            <a:spLocks noGrp="1" noRot="1" noChangeAspect="1"/>
          </p:cNvSpPr>
          <p:nvPr>
            <p:ph type="sldImg"/>
          </p:nvPr>
        </p:nvSpPr>
        <p:spPr>
          <a:xfrm>
            <a:off x="381000" y="685800"/>
            <a:ext cx="6096000" cy="3429000"/>
          </a:xfrm>
        </p:spPr>
      </p:sp>
      <p:sp>
        <p:nvSpPr>
          <p:cNvPr id="1048653" name="Notes Placeholder 2"/>
          <p:cNvSpPr>
            <a:spLocks noGrp="1"/>
          </p:cNvSpPr>
          <p:nvPr>
            <p:ph type="body" idx="1"/>
          </p:nvPr>
        </p:nvSpPr>
        <p:spPr/>
        <p:txBody>
          <a:bodyPr>
            <a:normAutofit/>
          </a:bodyPr>
          <a:lstStyle/>
          <a:p>
            <a:endParaRPr lang="en-US" dirty="0"/>
          </a:p>
        </p:txBody>
      </p:sp>
      <p:sp>
        <p:nvSpPr>
          <p:cNvPr id="1048654" name="Slide Number Placeholder 3"/>
          <p:cNvSpPr>
            <a:spLocks noGrp="1"/>
          </p:cNvSpPr>
          <p:nvPr>
            <p:ph type="sldNum" sz="quarter" idx="10"/>
          </p:nvPr>
        </p:nvSpPr>
        <p:spPr/>
        <p:txBody>
          <a:bodyPr/>
          <a:lstStyle/>
          <a:p>
            <a:fld id="{F8646707-6BBD-41A9-B4DF-0C76A73A2D2A}" type="slidenum">
              <a:rPr lang="en-US" smtClean="0"/>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56" name="Slide Image Placeholder 1"/>
          <p:cNvSpPr>
            <a:spLocks noGrp="1" noRot="1" noChangeAspect="1"/>
          </p:cNvSpPr>
          <p:nvPr>
            <p:ph type="sldImg"/>
          </p:nvPr>
        </p:nvSpPr>
        <p:spPr>
          <a:xfrm>
            <a:off x="381000" y="685800"/>
            <a:ext cx="6096000" cy="3429000"/>
          </a:xfrm>
        </p:spPr>
      </p:sp>
      <p:sp>
        <p:nvSpPr>
          <p:cNvPr id="1048657" name="Notes Placeholder 2"/>
          <p:cNvSpPr>
            <a:spLocks noGrp="1"/>
          </p:cNvSpPr>
          <p:nvPr>
            <p:ph type="body" idx="1"/>
          </p:nvPr>
        </p:nvSpPr>
        <p:spPr/>
        <p:txBody>
          <a:bodyPr>
            <a:normAutofit/>
          </a:bodyPr>
          <a:lstStyle/>
          <a:p>
            <a:endParaRPr lang="en-US" dirty="0"/>
          </a:p>
        </p:txBody>
      </p:sp>
      <p:sp>
        <p:nvSpPr>
          <p:cNvPr id="1048658" name="Slide Number Placeholder 3"/>
          <p:cNvSpPr>
            <a:spLocks noGrp="1"/>
          </p:cNvSpPr>
          <p:nvPr>
            <p:ph type="sldNum" sz="quarter" idx="10"/>
          </p:nvPr>
        </p:nvSpPr>
        <p:spPr/>
        <p:txBody>
          <a:bodyPr/>
          <a:lstStyle/>
          <a:p>
            <a:fld id="{F8646707-6BBD-41A9-B4DF-0C76A73A2D2A}" type="slidenum">
              <a:rPr lang="en-US" smtClean="0"/>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60" name="Slide Image Placeholder 1"/>
          <p:cNvSpPr>
            <a:spLocks noGrp="1" noRot="1" noChangeAspect="1"/>
          </p:cNvSpPr>
          <p:nvPr>
            <p:ph type="sldImg"/>
          </p:nvPr>
        </p:nvSpPr>
        <p:spPr>
          <a:xfrm>
            <a:off x="381000" y="685800"/>
            <a:ext cx="6096000" cy="3429000"/>
          </a:xfrm>
        </p:spPr>
      </p:sp>
      <p:sp>
        <p:nvSpPr>
          <p:cNvPr id="1048661" name="Notes Placeholder 2"/>
          <p:cNvSpPr>
            <a:spLocks noGrp="1"/>
          </p:cNvSpPr>
          <p:nvPr>
            <p:ph type="body" idx="1"/>
          </p:nvPr>
        </p:nvSpPr>
        <p:spPr/>
        <p:txBody>
          <a:bodyPr>
            <a:normAutofit/>
          </a:bodyPr>
          <a:lstStyle/>
          <a:p>
            <a:endParaRPr lang="en-US" dirty="0"/>
          </a:p>
        </p:txBody>
      </p:sp>
      <p:sp>
        <p:nvSpPr>
          <p:cNvPr id="1048662" name="Slide Number Placeholder 3"/>
          <p:cNvSpPr>
            <a:spLocks noGrp="1"/>
          </p:cNvSpPr>
          <p:nvPr>
            <p:ph type="sldNum" sz="quarter" idx="10"/>
          </p:nvPr>
        </p:nvSpPr>
        <p:spPr/>
        <p:txBody>
          <a:bodyPr/>
          <a:lstStyle/>
          <a:p>
            <a:fld id="{F8646707-6BBD-41A9-B4DF-0C76A73A2D2A}" type="slidenum">
              <a:rPr lang="en-US" smtClean="0"/>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64" name="Slide Image Placeholder 1"/>
          <p:cNvSpPr>
            <a:spLocks noGrp="1" noRot="1" noChangeAspect="1"/>
          </p:cNvSpPr>
          <p:nvPr>
            <p:ph type="sldImg"/>
          </p:nvPr>
        </p:nvSpPr>
        <p:spPr>
          <a:xfrm>
            <a:off x="381000" y="685800"/>
            <a:ext cx="6096000" cy="3429000"/>
          </a:xfrm>
        </p:spPr>
      </p:sp>
      <p:sp>
        <p:nvSpPr>
          <p:cNvPr id="1048665" name="Notes Placeholder 2"/>
          <p:cNvSpPr>
            <a:spLocks noGrp="1"/>
          </p:cNvSpPr>
          <p:nvPr>
            <p:ph type="body" idx="1"/>
          </p:nvPr>
        </p:nvSpPr>
        <p:spPr/>
        <p:txBody>
          <a:bodyPr>
            <a:normAutofit/>
          </a:bodyPr>
          <a:lstStyle/>
          <a:p>
            <a:endParaRPr lang="en-US" dirty="0"/>
          </a:p>
        </p:txBody>
      </p:sp>
      <p:sp>
        <p:nvSpPr>
          <p:cNvPr id="1048666" name="Slide Number Placeholder 3"/>
          <p:cNvSpPr>
            <a:spLocks noGrp="1"/>
          </p:cNvSpPr>
          <p:nvPr>
            <p:ph type="sldNum" sz="quarter" idx="10"/>
          </p:nvPr>
        </p:nvSpPr>
        <p:spPr/>
        <p:txBody>
          <a:bodyPr/>
          <a:lstStyle/>
          <a:p>
            <a:fld id="{F8646707-6BBD-41A9-B4DF-0C76A73A2D2A}" type="slidenum">
              <a:rPr lang="en-US" smtClean="0"/>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68" name="Slide Image Placeholder 1"/>
          <p:cNvSpPr>
            <a:spLocks noGrp="1" noRot="1" noChangeAspect="1"/>
          </p:cNvSpPr>
          <p:nvPr>
            <p:ph type="sldImg"/>
          </p:nvPr>
        </p:nvSpPr>
        <p:spPr>
          <a:xfrm>
            <a:off x="381000" y="685800"/>
            <a:ext cx="6096000" cy="3429000"/>
          </a:xfrm>
        </p:spPr>
      </p:sp>
      <p:sp>
        <p:nvSpPr>
          <p:cNvPr id="1048669" name="Notes Placeholder 2"/>
          <p:cNvSpPr>
            <a:spLocks noGrp="1"/>
          </p:cNvSpPr>
          <p:nvPr>
            <p:ph type="body" idx="1"/>
          </p:nvPr>
        </p:nvSpPr>
        <p:spPr/>
        <p:txBody>
          <a:bodyPr>
            <a:normAutofit/>
          </a:bodyPr>
          <a:lstStyle/>
          <a:p>
            <a:endParaRPr lang="en-US" dirty="0"/>
          </a:p>
        </p:txBody>
      </p:sp>
      <p:sp>
        <p:nvSpPr>
          <p:cNvPr id="1048670" name="Slide Number Placeholder 3"/>
          <p:cNvSpPr>
            <a:spLocks noGrp="1"/>
          </p:cNvSpPr>
          <p:nvPr>
            <p:ph type="sldNum" sz="quarter" idx="10"/>
          </p:nvPr>
        </p:nvSpPr>
        <p:spPr/>
        <p:txBody>
          <a:bodyPr/>
          <a:lstStyle/>
          <a:p>
            <a:fld id="{F8646707-6BBD-41A9-B4DF-0C76A73A2D2A}" type="slidenum">
              <a:rPr lang="en-US" smtClean="0"/>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72" name="Slide Image Placeholder 1"/>
          <p:cNvSpPr>
            <a:spLocks noGrp="1" noRot="1" noChangeAspect="1"/>
          </p:cNvSpPr>
          <p:nvPr>
            <p:ph type="sldImg"/>
          </p:nvPr>
        </p:nvSpPr>
        <p:spPr>
          <a:xfrm>
            <a:off x="381000" y="685800"/>
            <a:ext cx="6096000" cy="3429000"/>
          </a:xfrm>
        </p:spPr>
      </p:sp>
      <p:sp>
        <p:nvSpPr>
          <p:cNvPr id="1048673" name="Notes Placeholder 2"/>
          <p:cNvSpPr>
            <a:spLocks noGrp="1"/>
          </p:cNvSpPr>
          <p:nvPr>
            <p:ph type="body" idx="1"/>
          </p:nvPr>
        </p:nvSpPr>
        <p:spPr/>
        <p:txBody>
          <a:bodyPr>
            <a:normAutofit/>
          </a:bodyPr>
          <a:lstStyle/>
          <a:p>
            <a:endParaRPr lang="en-US" dirty="0"/>
          </a:p>
        </p:txBody>
      </p:sp>
      <p:sp>
        <p:nvSpPr>
          <p:cNvPr id="1048674" name="Slide Number Placeholder 3"/>
          <p:cNvSpPr>
            <a:spLocks noGrp="1"/>
          </p:cNvSpPr>
          <p:nvPr>
            <p:ph type="sldNum" sz="quarter" idx="10"/>
          </p:nvPr>
        </p:nvSpPr>
        <p:spPr/>
        <p:txBody>
          <a:bodyPr/>
          <a:lstStyle/>
          <a:p>
            <a:fld id="{F8646707-6BBD-41A9-B4DF-0C76A73A2D2A}" type="slidenum">
              <a:rPr lang="en-US" smtClean="0"/>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76" name="Slide Image Placeholder 1"/>
          <p:cNvSpPr>
            <a:spLocks noGrp="1" noRot="1" noChangeAspect="1"/>
          </p:cNvSpPr>
          <p:nvPr>
            <p:ph type="sldImg"/>
          </p:nvPr>
        </p:nvSpPr>
        <p:spPr>
          <a:xfrm>
            <a:off x="381000" y="685800"/>
            <a:ext cx="6096000" cy="3429000"/>
          </a:xfrm>
        </p:spPr>
      </p:sp>
      <p:sp>
        <p:nvSpPr>
          <p:cNvPr id="1048677" name="Notes Placeholder 2"/>
          <p:cNvSpPr>
            <a:spLocks noGrp="1"/>
          </p:cNvSpPr>
          <p:nvPr>
            <p:ph type="body" idx="1"/>
          </p:nvPr>
        </p:nvSpPr>
        <p:spPr/>
        <p:txBody>
          <a:bodyPr>
            <a:normAutofit/>
          </a:bodyPr>
          <a:lstStyle/>
          <a:p>
            <a:endParaRPr lang="en-US" dirty="0"/>
          </a:p>
        </p:txBody>
      </p:sp>
      <p:sp>
        <p:nvSpPr>
          <p:cNvPr id="1048678" name="Slide Number Placeholder 3"/>
          <p:cNvSpPr>
            <a:spLocks noGrp="1"/>
          </p:cNvSpPr>
          <p:nvPr>
            <p:ph type="sldNum" sz="quarter" idx="10"/>
          </p:nvPr>
        </p:nvSpPr>
        <p:spPr/>
        <p:txBody>
          <a:bodyPr/>
          <a:lstStyle/>
          <a:p>
            <a:fld id="{F8646707-6BBD-41A9-B4DF-0C76A73A2D2A}" type="slidenum">
              <a:rPr lang="en-US" smtClean="0"/>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80" name="Slide Image Placeholder 1"/>
          <p:cNvSpPr>
            <a:spLocks noGrp="1" noRot="1" noChangeAspect="1"/>
          </p:cNvSpPr>
          <p:nvPr>
            <p:ph type="sldImg"/>
          </p:nvPr>
        </p:nvSpPr>
        <p:spPr>
          <a:xfrm>
            <a:off x="381000" y="685800"/>
            <a:ext cx="6096000" cy="3429000"/>
          </a:xfrm>
        </p:spPr>
      </p:sp>
      <p:sp>
        <p:nvSpPr>
          <p:cNvPr id="1048681" name="Notes Placeholder 2"/>
          <p:cNvSpPr>
            <a:spLocks noGrp="1"/>
          </p:cNvSpPr>
          <p:nvPr>
            <p:ph type="body" idx="1"/>
          </p:nvPr>
        </p:nvSpPr>
        <p:spPr/>
        <p:txBody>
          <a:bodyPr>
            <a:normAutofit/>
          </a:bodyPr>
          <a:lstStyle/>
          <a:p>
            <a:endParaRPr lang="en-US" dirty="0"/>
          </a:p>
        </p:txBody>
      </p:sp>
      <p:sp>
        <p:nvSpPr>
          <p:cNvPr id="1048682" name="Slide Number Placeholder 3"/>
          <p:cNvSpPr>
            <a:spLocks noGrp="1"/>
          </p:cNvSpPr>
          <p:nvPr>
            <p:ph type="sldNum" sz="quarter" idx="10"/>
          </p:nvPr>
        </p:nvSpPr>
        <p:spPr/>
        <p:txBody>
          <a:bodyPr/>
          <a:lstStyle/>
          <a:p>
            <a:fld id="{F8646707-6BBD-41A9-B4DF-0C76A73A2D2A}" type="slidenum">
              <a:rPr lang="en-US" smtClean="0"/>
            </a:fld>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84" name="Slide Image Placeholder 1"/>
          <p:cNvSpPr>
            <a:spLocks noGrp="1" noRot="1" noChangeAspect="1"/>
          </p:cNvSpPr>
          <p:nvPr>
            <p:ph type="sldImg"/>
          </p:nvPr>
        </p:nvSpPr>
        <p:spPr>
          <a:xfrm>
            <a:off x="381000" y="685800"/>
            <a:ext cx="6096000" cy="3429000"/>
          </a:xfrm>
        </p:spPr>
      </p:sp>
      <p:sp>
        <p:nvSpPr>
          <p:cNvPr id="1048685" name="Notes Placeholder 2"/>
          <p:cNvSpPr>
            <a:spLocks noGrp="1"/>
          </p:cNvSpPr>
          <p:nvPr>
            <p:ph type="body" idx="1"/>
          </p:nvPr>
        </p:nvSpPr>
        <p:spPr/>
        <p:txBody>
          <a:bodyPr>
            <a:normAutofit/>
          </a:bodyPr>
          <a:lstStyle/>
          <a:p>
            <a:endParaRPr lang="en-US" dirty="0"/>
          </a:p>
        </p:txBody>
      </p:sp>
      <p:sp>
        <p:nvSpPr>
          <p:cNvPr id="1048686" name="Slide Number Placeholder 3"/>
          <p:cNvSpPr>
            <a:spLocks noGrp="1"/>
          </p:cNvSpPr>
          <p:nvPr>
            <p:ph type="sldNum" sz="quarter" idx="10"/>
          </p:nvPr>
        </p:nvSpPr>
        <p:spPr/>
        <p:txBody>
          <a:bodyPr/>
          <a:lstStyle/>
          <a:p>
            <a:fld id="{F8646707-6BBD-41A9-B4DF-0C76A73A2D2A}" type="slidenum">
              <a:rPr lang="en-US" smtClean="0"/>
            </a:fld>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88" name="Slide Image Placeholder 1"/>
          <p:cNvSpPr>
            <a:spLocks noGrp="1" noRot="1" noChangeAspect="1"/>
          </p:cNvSpPr>
          <p:nvPr>
            <p:ph type="sldImg"/>
          </p:nvPr>
        </p:nvSpPr>
        <p:spPr>
          <a:xfrm>
            <a:off x="381000" y="685800"/>
            <a:ext cx="6096000" cy="3429000"/>
          </a:xfrm>
        </p:spPr>
      </p:sp>
      <p:sp>
        <p:nvSpPr>
          <p:cNvPr id="1048689" name="Notes Placeholder 2"/>
          <p:cNvSpPr>
            <a:spLocks noGrp="1"/>
          </p:cNvSpPr>
          <p:nvPr>
            <p:ph type="body" idx="1"/>
          </p:nvPr>
        </p:nvSpPr>
        <p:spPr/>
        <p:txBody>
          <a:bodyPr>
            <a:normAutofit/>
          </a:bodyPr>
          <a:lstStyle/>
          <a:p>
            <a:endParaRPr lang="en-US" dirty="0"/>
          </a:p>
        </p:txBody>
      </p:sp>
      <p:sp>
        <p:nvSpPr>
          <p:cNvPr id="1048690" name="Slide Number Placeholder 3"/>
          <p:cNvSpPr>
            <a:spLocks noGrp="1"/>
          </p:cNvSpPr>
          <p:nvPr>
            <p:ph type="sldNum" sz="quarter" idx="10"/>
          </p:nvPr>
        </p:nvSpPr>
        <p:spPr/>
        <p:txBody>
          <a:bodyPr/>
          <a:lstStyle/>
          <a:p>
            <a:fld id="{F8646707-6BBD-41A9-B4DF-0C76A73A2D2A}" type="slidenum">
              <a:rPr lang="en-US" smtClean="0"/>
            </a:fld>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92" name="Slide Image Placeholder 1"/>
          <p:cNvSpPr>
            <a:spLocks noGrp="1" noRot="1" noChangeAspect="1"/>
          </p:cNvSpPr>
          <p:nvPr>
            <p:ph type="sldImg"/>
          </p:nvPr>
        </p:nvSpPr>
        <p:spPr>
          <a:xfrm>
            <a:off x="381000" y="685800"/>
            <a:ext cx="6096000" cy="3429000"/>
          </a:xfrm>
        </p:spPr>
      </p:sp>
      <p:sp>
        <p:nvSpPr>
          <p:cNvPr id="1048693" name="Notes Placeholder 2"/>
          <p:cNvSpPr>
            <a:spLocks noGrp="1"/>
          </p:cNvSpPr>
          <p:nvPr>
            <p:ph type="body" idx="1"/>
          </p:nvPr>
        </p:nvSpPr>
        <p:spPr/>
        <p:txBody>
          <a:bodyPr>
            <a:normAutofit/>
          </a:bodyPr>
          <a:lstStyle/>
          <a:p>
            <a:endParaRPr lang="en-US" dirty="0"/>
          </a:p>
        </p:txBody>
      </p:sp>
      <p:sp>
        <p:nvSpPr>
          <p:cNvPr id="1048694" name="Slide Number Placeholder 3"/>
          <p:cNvSpPr>
            <a:spLocks noGrp="1"/>
          </p:cNvSpPr>
          <p:nvPr>
            <p:ph type="sldNum" sz="quarter" idx="10"/>
          </p:nvPr>
        </p:nvSpPr>
        <p:spPr/>
        <p:txBody>
          <a:bodyPr/>
          <a:lstStyle/>
          <a:p>
            <a:fld id="{F8646707-6BBD-41A9-B4DF-0C76A73A2D2A}" type="slidenum">
              <a:rPr lang="en-US" smtClean="0"/>
            </a:fld>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96" name="Slide Image Placeholder 1"/>
          <p:cNvSpPr>
            <a:spLocks noGrp="1" noRot="1" noChangeAspect="1"/>
          </p:cNvSpPr>
          <p:nvPr>
            <p:ph type="sldImg"/>
          </p:nvPr>
        </p:nvSpPr>
        <p:spPr>
          <a:xfrm>
            <a:off x="381000" y="685800"/>
            <a:ext cx="6096000" cy="3429000"/>
          </a:xfrm>
        </p:spPr>
      </p:sp>
      <p:sp>
        <p:nvSpPr>
          <p:cNvPr id="1048697" name="Notes Placeholder 2"/>
          <p:cNvSpPr>
            <a:spLocks noGrp="1"/>
          </p:cNvSpPr>
          <p:nvPr>
            <p:ph type="body" idx="1"/>
          </p:nvPr>
        </p:nvSpPr>
        <p:spPr/>
        <p:txBody>
          <a:bodyPr>
            <a:normAutofit/>
          </a:bodyPr>
          <a:lstStyle/>
          <a:p>
            <a:endParaRPr lang="en-US" dirty="0"/>
          </a:p>
        </p:txBody>
      </p:sp>
      <p:sp>
        <p:nvSpPr>
          <p:cNvPr id="1048698" name="Slide Number Placeholder 3"/>
          <p:cNvSpPr>
            <a:spLocks noGrp="1"/>
          </p:cNvSpPr>
          <p:nvPr>
            <p:ph type="sldNum" sz="quarter" idx="10"/>
          </p:nvPr>
        </p:nvSpPr>
        <p:spPr/>
        <p:txBody>
          <a:bodyPr/>
          <a:lstStyle/>
          <a:p>
            <a:fld id="{F8646707-6BBD-41A9-B4DF-0C76A73A2D2A}" type="slidenum">
              <a:rPr lang="en-US" smtClean="0"/>
            </a:fld>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00" name="Slide Image Placeholder 1"/>
          <p:cNvSpPr>
            <a:spLocks noGrp="1" noRot="1" noChangeAspect="1"/>
          </p:cNvSpPr>
          <p:nvPr>
            <p:ph type="sldImg"/>
          </p:nvPr>
        </p:nvSpPr>
        <p:spPr>
          <a:xfrm>
            <a:off x="381000" y="685800"/>
            <a:ext cx="6096000" cy="3429000"/>
          </a:xfrm>
        </p:spPr>
      </p:sp>
      <p:sp>
        <p:nvSpPr>
          <p:cNvPr id="1048701" name="Notes Placeholder 2"/>
          <p:cNvSpPr>
            <a:spLocks noGrp="1"/>
          </p:cNvSpPr>
          <p:nvPr>
            <p:ph type="body" idx="1"/>
          </p:nvPr>
        </p:nvSpPr>
        <p:spPr/>
        <p:txBody>
          <a:bodyPr>
            <a:normAutofit/>
          </a:bodyPr>
          <a:lstStyle/>
          <a:p>
            <a:endParaRPr lang="en-US" dirty="0"/>
          </a:p>
        </p:txBody>
      </p:sp>
      <p:sp>
        <p:nvSpPr>
          <p:cNvPr id="1048702" name="Slide Number Placeholder 3"/>
          <p:cNvSpPr>
            <a:spLocks noGrp="1"/>
          </p:cNvSpPr>
          <p:nvPr>
            <p:ph type="sldNum" sz="quarter" idx="10"/>
          </p:nvPr>
        </p:nvSpPr>
        <p:spPr/>
        <p:txBody>
          <a:bodyPr/>
          <a:lstStyle/>
          <a:p>
            <a:fld id="{F8646707-6BBD-41A9-B4DF-0C76A73A2D2A}" type="slidenum">
              <a:rPr lang="en-US" smtClean="0"/>
            </a:fld>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04" name="Slide Image Placeholder 1"/>
          <p:cNvSpPr>
            <a:spLocks noGrp="1" noRot="1" noChangeAspect="1"/>
          </p:cNvSpPr>
          <p:nvPr>
            <p:ph type="sldImg"/>
          </p:nvPr>
        </p:nvSpPr>
        <p:spPr>
          <a:xfrm>
            <a:off x="381000" y="685800"/>
            <a:ext cx="6096000" cy="3429000"/>
          </a:xfrm>
        </p:spPr>
      </p:sp>
      <p:sp>
        <p:nvSpPr>
          <p:cNvPr id="1048705" name="Notes Placeholder 2"/>
          <p:cNvSpPr>
            <a:spLocks noGrp="1"/>
          </p:cNvSpPr>
          <p:nvPr>
            <p:ph type="body" idx="1"/>
          </p:nvPr>
        </p:nvSpPr>
        <p:spPr/>
        <p:txBody>
          <a:bodyPr>
            <a:normAutofit/>
          </a:bodyPr>
          <a:lstStyle/>
          <a:p>
            <a:endParaRPr lang="en-US" dirty="0"/>
          </a:p>
        </p:txBody>
      </p:sp>
      <p:sp>
        <p:nvSpPr>
          <p:cNvPr id="1048706" name="Slide Number Placeholder 3"/>
          <p:cNvSpPr>
            <a:spLocks noGrp="1"/>
          </p:cNvSpPr>
          <p:nvPr>
            <p:ph type="sldNum" sz="quarter" idx="10"/>
          </p:nvPr>
        </p:nvSpPr>
        <p:spPr/>
        <p:txBody>
          <a:bodyPr/>
          <a:lstStyle/>
          <a:p>
            <a:fld id="{F8646707-6BBD-41A9-B4DF-0C76A73A2D2A}" type="slidenum">
              <a:rPr lang="en-US" smtClean="0"/>
            </a:fld>
            <a:endParaRPr 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08" name="Slide Image Placeholder 1"/>
          <p:cNvSpPr>
            <a:spLocks noGrp="1" noRot="1" noChangeAspect="1"/>
          </p:cNvSpPr>
          <p:nvPr>
            <p:ph type="sldImg"/>
          </p:nvPr>
        </p:nvSpPr>
        <p:spPr>
          <a:xfrm>
            <a:off x="381000" y="685800"/>
            <a:ext cx="6096000" cy="3429000"/>
          </a:xfrm>
        </p:spPr>
      </p:sp>
      <p:sp>
        <p:nvSpPr>
          <p:cNvPr id="1048709" name="Notes Placeholder 2"/>
          <p:cNvSpPr>
            <a:spLocks noGrp="1"/>
          </p:cNvSpPr>
          <p:nvPr>
            <p:ph type="body" idx="1"/>
          </p:nvPr>
        </p:nvSpPr>
        <p:spPr/>
        <p:txBody>
          <a:bodyPr>
            <a:normAutofit/>
          </a:bodyPr>
          <a:lstStyle/>
          <a:p>
            <a:endParaRPr lang="en-US" dirty="0"/>
          </a:p>
        </p:txBody>
      </p:sp>
      <p:sp>
        <p:nvSpPr>
          <p:cNvPr id="1048710" name="Slide Number Placeholder 3"/>
          <p:cNvSpPr>
            <a:spLocks noGrp="1"/>
          </p:cNvSpPr>
          <p:nvPr>
            <p:ph type="sldNum" sz="quarter" idx="10"/>
          </p:nvPr>
        </p:nvSpPr>
        <p:spPr/>
        <p:txBody>
          <a:bodyPr/>
          <a:lstStyle/>
          <a:p>
            <a:fld id="{F8646707-6BBD-41A9-B4DF-0C76A73A2D2A}" type="slidenum">
              <a:rPr lang="en-US" smtClean="0"/>
            </a:fld>
            <a:endParaRPr 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12" name="Slide Image Placeholder 1"/>
          <p:cNvSpPr>
            <a:spLocks noGrp="1" noRot="1" noChangeAspect="1"/>
          </p:cNvSpPr>
          <p:nvPr>
            <p:ph type="sldImg"/>
          </p:nvPr>
        </p:nvSpPr>
        <p:spPr>
          <a:xfrm>
            <a:off x="381000" y="685800"/>
            <a:ext cx="6096000" cy="3429000"/>
          </a:xfrm>
        </p:spPr>
      </p:sp>
      <p:sp>
        <p:nvSpPr>
          <p:cNvPr id="1048713" name="Notes Placeholder 2"/>
          <p:cNvSpPr>
            <a:spLocks noGrp="1"/>
          </p:cNvSpPr>
          <p:nvPr>
            <p:ph type="body" idx="1"/>
          </p:nvPr>
        </p:nvSpPr>
        <p:spPr/>
        <p:txBody>
          <a:bodyPr>
            <a:normAutofit/>
          </a:bodyPr>
          <a:lstStyle/>
          <a:p>
            <a:endParaRPr lang="en-US" dirty="0"/>
          </a:p>
        </p:txBody>
      </p:sp>
      <p:sp>
        <p:nvSpPr>
          <p:cNvPr id="1048714" name="Slide Number Placeholder 3"/>
          <p:cNvSpPr>
            <a:spLocks noGrp="1"/>
          </p:cNvSpPr>
          <p:nvPr>
            <p:ph type="sldNum" sz="quarter" idx="10"/>
          </p:nvPr>
        </p:nvSpPr>
        <p:spPr/>
        <p:txBody>
          <a:bodyPr/>
          <a:lstStyle/>
          <a:p>
            <a:fld id="{F8646707-6BBD-41A9-B4DF-0C76A73A2D2A}" type="slidenum">
              <a:rPr lang="en-US" smtClean="0"/>
            </a:fld>
            <a:endParaRPr 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16" name="Slide Image Placeholder 1"/>
          <p:cNvSpPr>
            <a:spLocks noGrp="1" noRot="1" noChangeAspect="1"/>
          </p:cNvSpPr>
          <p:nvPr>
            <p:ph type="sldImg"/>
          </p:nvPr>
        </p:nvSpPr>
        <p:spPr>
          <a:xfrm>
            <a:off x="381000" y="685800"/>
            <a:ext cx="6096000" cy="3429000"/>
          </a:xfrm>
        </p:spPr>
      </p:sp>
      <p:sp>
        <p:nvSpPr>
          <p:cNvPr id="1048717" name="Notes Placeholder 2"/>
          <p:cNvSpPr>
            <a:spLocks noGrp="1"/>
          </p:cNvSpPr>
          <p:nvPr>
            <p:ph type="body" idx="1"/>
          </p:nvPr>
        </p:nvSpPr>
        <p:spPr/>
        <p:txBody>
          <a:bodyPr>
            <a:normAutofit/>
          </a:bodyPr>
          <a:lstStyle/>
          <a:p>
            <a:endParaRPr lang="en-US" dirty="0"/>
          </a:p>
        </p:txBody>
      </p:sp>
      <p:sp>
        <p:nvSpPr>
          <p:cNvPr id="1048718" name="Slide Number Placeholder 3"/>
          <p:cNvSpPr>
            <a:spLocks noGrp="1"/>
          </p:cNvSpPr>
          <p:nvPr>
            <p:ph type="sldNum" sz="quarter" idx="10"/>
          </p:nvPr>
        </p:nvSpPr>
        <p:spPr/>
        <p:txBody>
          <a:bodyPr/>
          <a:lstStyle/>
          <a:p>
            <a:fld id="{F8646707-6BBD-41A9-B4DF-0C76A73A2D2A}" type="slidenum">
              <a:rPr lang="en-US" smtClean="0"/>
            </a:fld>
            <a:endParaRPr 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20" name="Slide Image Placeholder 1"/>
          <p:cNvSpPr>
            <a:spLocks noGrp="1" noRot="1" noChangeAspect="1"/>
          </p:cNvSpPr>
          <p:nvPr>
            <p:ph type="sldImg"/>
          </p:nvPr>
        </p:nvSpPr>
        <p:spPr>
          <a:xfrm>
            <a:off x="381000" y="685800"/>
            <a:ext cx="6096000" cy="3429000"/>
          </a:xfrm>
        </p:spPr>
      </p:sp>
      <p:sp>
        <p:nvSpPr>
          <p:cNvPr id="1048721" name="Notes Placeholder 2"/>
          <p:cNvSpPr>
            <a:spLocks noGrp="1"/>
          </p:cNvSpPr>
          <p:nvPr>
            <p:ph type="body" idx="1"/>
          </p:nvPr>
        </p:nvSpPr>
        <p:spPr/>
        <p:txBody>
          <a:bodyPr>
            <a:normAutofit/>
          </a:bodyPr>
          <a:lstStyle/>
          <a:p>
            <a:endParaRPr lang="en-US" dirty="0"/>
          </a:p>
        </p:txBody>
      </p:sp>
      <p:sp>
        <p:nvSpPr>
          <p:cNvPr id="1048722" name="Slide Number Placeholder 3"/>
          <p:cNvSpPr>
            <a:spLocks noGrp="1"/>
          </p:cNvSpPr>
          <p:nvPr>
            <p:ph type="sldNum" sz="quarter" idx="10"/>
          </p:nvPr>
        </p:nvSpPr>
        <p:spPr/>
        <p:txBody>
          <a:bodyPr/>
          <a:lstStyle/>
          <a:p>
            <a:fld id="{F8646707-6BBD-41A9-B4DF-0C76A73A2D2A}" type="slidenum">
              <a:rPr lang="en-US" smtClean="0"/>
            </a:fld>
            <a:endParaRPr 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24" name="Slide Image Placeholder 1"/>
          <p:cNvSpPr>
            <a:spLocks noGrp="1" noRot="1" noChangeAspect="1"/>
          </p:cNvSpPr>
          <p:nvPr>
            <p:ph type="sldImg"/>
          </p:nvPr>
        </p:nvSpPr>
        <p:spPr>
          <a:xfrm>
            <a:off x="381000" y="685800"/>
            <a:ext cx="6096000" cy="3429000"/>
          </a:xfrm>
        </p:spPr>
      </p:sp>
      <p:sp>
        <p:nvSpPr>
          <p:cNvPr id="1048725" name="Notes Placeholder 2"/>
          <p:cNvSpPr>
            <a:spLocks noGrp="1"/>
          </p:cNvSpPr>
          <p:nvPr>
            <p:ph type="body" idx="1"/>
          </p:nvPr>
        </p:nvSpPr>
        <p:spPr/>
        <p:txBody>
          <a:bodyPr>
            <a:normAutofit/>
          </a:bodyPr>
          <a:lstStyle/>
          <a:p>
            <a:endParaRPr lang="en-US" dirty="0"/>
          </a:p>
        </p:txBody>
      </p:sp>
      <p:sp>
        <p:nvSpPr>
          <p:cNvPr id="1048726" name="Slide Number Placeholder 3"/>
          <p:cNvSpPr>
            <a:spLocks noGrp="1"/>
          </p:cNvSpPr>
          <p:nvPr>
            <p:ph type="sldNum" sz="quarter" idx="10"/>
          </p:nvPr>
        </p:nvSpPr>
        <p:spPr/>
        <p:txBody>
          <a:bodyPr/>
          <a:lstStyle/>
          <a:p>
            <a:fld id="{F8646707-6BBD-41A9-B4DF-0C76A73A2D2A}" type="slidenum">
              <a:rPr lang="en-US" smtClean="0"/>
            </a:fld>
            <a:endParaRPr 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28" name="Slide Image Placeholder 1"/>
          <p:cNvSpPr>
            <a:spLocks noGrp="1" noRot="1" noChangeAspect="1"/>
          </p:cNvSpPr>
          <p:nvPr>
            <p:ph type="sldImg"/>
          </p:nvPr>
        </p:nvSpPr>
        <p:spPr>
          <a:xfrm>
            <a:off x="381000" y="685800"/>
            <a:ext cx="6096000" cy="3429000"/>
          </a:xfrm>
        </p:spPr>
      </p:sp>
      <p:sp>
        <p:nvSpPr>
          <p:cNvPr id="1048729" name="Notes Placeholder 2"/>
          <p:cNvSpPr>
            <a:spLocks noGrp="1"/>
          </p:cNvSpPr>
          <p:nvPr>
            <p:ph type="body" idx="1"/>
          </p:nvPr>
        </p:nvSpPr>
        <p:spPr/>
        <p:txBody>
          <a:bodyPr>
            <a:normAutofit/>
          </a:bodyPr>
          <a:lstStyle/>
          <a:p>
            <a:endParaRPr lang="en-US" dirty="0"/>
          </a:p>
        </p:txBody>
      </p:sp>
      <p:sp>
        <p:nvSpPr>
          <p:cNvPr id="1048730" name="Slide Number Placeholder 3"/>
          <p:cNvSpPr>
            <a:spLocks noGrp="1"/>
          </p:cNvSpPr>
          <p:nvPr>
            <p:ph type="sldNum" sz="quarter" idx="10"/>
          </p:nvPr>
        </p:nvSpPr>
        <p:spPr/>
        <p:txBody>
          <a:bodyPr/>
          <a:lstStyle/>
          <a:p>
            <a:fld id="{F8646707-6BBD-41A9-B4DF-0C76A73A2D2A}" type="slidenum">
              <a:rPr lang="en-US" smtClean="0"/>
            </a:fld>
            <a:endParaRPr 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32" name="Slide Image Placeholder 1"/>
          <p:cNvSpPr>
            <a:spLocks noGrp="1" noRot="1" noChangeAspect="1"/>
          </p:cNvSpPr>
          <p:nvPr>
            <p:ph type="sldImg"/>
          </p:nvPr>
        </p:nvSpPr>
        <p:spPr>
          <a:xfrm>
            <a:off x="381000" y="685800"/>
            <a:ext cx="6096000" cy="3429000"/>
          </a:xfrm>
        </p:spPr>
      </p:sp>
      <p:sp>
        <p:nvSpPr>
          <p:cNvPr id="1048733" name="Notes Placeholder 2"/>
          <p:cNvSpPr>
            <a:spLocks noGrp="1"/>
          </p:cNvSpPr>
          <p:nvPr>
            <p:ph type="body" idx="1"/>
          </p:nvPr>
        </p:nvSpPr>
        <p:spPr/>
        <p:txBody>
          <a:bodyPr>
            <a:normAutofit/>
          </a:bodyPr>
          <a:lstStyle/>
          <a:p>
            <a:endParaRPr lang="en-US" dirty="0"/>
          </a:p>
        </p:txBody>
      </p:sp>
      <p:sp>
        <p:nvSpPr>
          <p:cNvPr id="1048734" name="Slide Number Placeholder 3"/>
          <p:cNvSpPr>
            <a:spLocks noGrp="1"/>
          </p:cNvSpPr>
          <p:nvPr>
            <p:ph type="sldNum" sz="quarter" idx="10"/>
          </p:nvPr>
        </p:nvSpPr>
        <p:spPr/>
        <p:txBody>
          <a:bodyPr/>
          <a:lstStyle/>
          <a:p>
            <a:fld id="{F8646707-6BBD-41A9-B4DF-0C76A73A2D2A}" type="slidenum">
              <a:rPr lang="en-US" smtClean="0"/>
            </a:fld>
            <a:endParaRPr 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36" name="Slide Image Placeholder 1"/>
          <p:cNvSpPr>
            <a:spLocks noGrp="1" noRot="1" noChangeAspect="1"/>
          </p:cNvSpPr>
          <p:nvPr>
            <p:ph type="sldImg"/>
          </p:nvPr>
        </p:nvSpPr>
        <p:spPr>
          <a:xfrm>
            <a:off x="381000" y="685800"/>
            <a:ext cx="6096000" cy="3429000"/>
          </a:xfrm>
        </p:spPr>
      </p:sp>
      <p:sp>
        <p:nvSpPr>
          <p:cNvPr id="1048737" name="Notes Placeholder 2"/>
          <p:cNvSpPr>
            <a:spLocks noGrp="1"/>
          </p:cNvSpPr>
          <p:nvPr>
            <p:ph type="body" idx="1"/>
          </p:nvPr>
        </p:nvSpPr>
        <p:spPr/>
        <p:txBody>
          <a:bodyPr>
            <a:normAutofit/>
          </a:bodyPr>
          <a:lstStyle/>
          <a:p>
            <a:endParaRPr lang="en-US" dirty="0"/>
          </a:p>
        </p:txBody>
      </p:sp>
      <p:sp>
        <p:nvSpPr>
          <p:cNvPr id="1048738" name="Slide Number Placeholder 3"/>
          <p:cNvSpPr>
            <a:spLocks noGrp="1"/>
          </p:cNvSpPr>
          <p:nvPr>
            <p:ph type="sldNum" sz="quarter" idx="10"/>
          </p:nvPr>
        </p:nvSpPr>
        <p:spPr/>
        <p:txBody>
          <a:bodyPr/>
          <a:lstStyle/>
          <a:p>
            <a:fld id="{F8646707-6BBD-41A9-B4DF-0C76A73A2D2A}" type="slidenum">
              <a:rPr lang="en-US" smtClean="0"/>
            </a:fld>
            <a:endParaRPr 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40" name="Slide Image Placeholder 1"/>
          <p:cNvSpPr>
            <a:spLocks noGrp="1" noRot="1" noChangeAspect="1"/>
          </p:cNvSpPr>
          <p:nvPr>
            <p:ph type="sldImg"/>
          </p:nvPr>
        </p:nvSpPr>
        <p:spPr>
          <a:xfrm>
            <a:off x="381000" y="685800"/>
            <a:ext cx="6096000" cy="3429000"/>
          </a:xfrm>
        </p:spPr>
      </p:sp>
      <p:sp>
        <p:nvSpPr>
          <p:cNvPr id="1048741" name="Notes Placeholder 2"/>
          <p:cNvSpPr>
            <a:spLocks noGrp="1"/>
          </p:cNvSpPr>
          <p:nvPr>
            <p:ph type="body" idx="1"/>
          </p:nvPr>
        </p:nvSpPr>
        <p:spPr/>
        <p:txBody>
          <a:bodyPr>
            <a:normAutofit/>
          </a:bodyPr>
          <a:lstStyle/>
          <a:p>
            <a:endParaRPr lang="en-US" dirty="0"/>
          </a:p>
        </p:txBody>
      </p:sp>
      <p:sp>
        <p:nvSpPr>
          <p:cNvPr id="1048742" name="Slide Number Placeholder 3"/>
          <p:cNvSpPr>
            <a:spLocks noGrp="1"/>
          </p:cNvSpPr>
          <p:nvPr>
            <p:ph type="sldNum" sz="quarter" idx="10"/>
          </p:nvPr>
        </p:nvSpPr>
        <p:spPr/>
        <p:txBody>
          <a:bodyPr/>
          <a:lstStyle/>
          <a:p>
            <a:fld id="{F8646707-6BBD-41A9-B4DF-0C76A73A2D2A}" type="slidenum">
              <a:rPr lang="en-US" smtClean="0"/>
            </a:fld>
            <a:endParaRPr 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44" name="Slide Image Placeholder 1"/>
          <p:cNvSpPr>
            <a:spLocks noGrp="1" noRot="1" noChangeAspect="1"/>
          </p:cNvSpPr>
          <p:nvPr>
            <p:ph type="sldImg"/>
          </p:nvPr>
        </p:nvSpPr>
        <p:spPr>
          <a:xfrm>
            <a:off x="381000" y="685800"/>
            <a:ext cx="6096000" cy="3429000"/>
          </a:xfrm>
        </p:spPr>
      </p:sp>
      <p:sp>
        <p:nvSpPr>
          <p:cNvPr id="1048745" name="Notes Placeholder 2"/>
          <p:cNvSpPr>
            <a:spLocks noGrp="1"/>
          </p:cNvSpPr>
          <p:nvPr>
            <p:ph type="body" idx="1"/>
          </p:nvPr>
        </p:nvSpPr>
        <p:spPr/>
        <p:txBody>
          <a:bodyPr>
            <a:normAutofit/>
          </a:bodyPr>
          <a:lstStyle/>
          <a:p>
            <a:endParaRPr lang="en-US" dirty="0"/>
          </a:p>
        </p:txBody>
      </p:sp>
      <p:sp>
        <p:nvSpPr>
          <p:cNvPr id="1048746" name="Slide Number Placeholder 3"/>
          <p:cNvSpPr>
            <a:spLocks noGrp="1"/>
          </p:cNvSpPr>
          <p:nvPr>
            <p:ph type="sldNum" sz="quarter" idx="10"/>
          </p:nvPr>
        </p:nvSpPr>
        <p:spPr/>
        <p:txBody>
          <a:bodyPr/>
          <a:lstStyle/>
          <a:p>
            <a:fld id="{F8646707-6BBD-41A9-B4DF-0C76A73A2D2A}" type="slidenum">
              <a:rPr lang="en-US" smtClean="0"/>
            </a:fld>
            <a:endParaRPr 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48" name="Slide Image Placeholder 1"/>
          <p:cNvSpPr>
            <a:spLocks noGrp="1" noRot="1" noChangeAspect="1"/>
          </p:cNvSpPr>
          <p:nvPr>
            <p:ph type="sldImg"/>
          </p:nvPr>
        </p:nvSpPr>
        <p:spPr>
          <a:xfrm>
            <a:off x="381000" y="685800"/>
            <a:ext cx="6096000" cy="3429000"/>
          </a:xfrm>
        </p:spPr>
      </p:sp>
      <p:sp>
        <p:nvSpPr>
          <p:cNvPr id="1048749" name="Notes Placeholder 2"/>
          <p:cNvSpPr>
            <a:spLocks noGrp="1"/>
          </p:cNvSpPr>
          <p:nvPr>
            <p:ph type="body" idx="1"/>
          </p:nvPr>
        </p:nvSpPr>
        <p:spPr/>
        <p:txBody>
          <a:bodyPr>
            <a:normAutofit/>
          </a:bodyPr>
          <a:lstStyle/>
          <a:p>
            <a:endParaRPr lang="en-US" dirty="0"/>
          </a:p>
        </p:txBody>
      </p:sp>
      <p:sp>
        <p:nvSpPr>
          <p:cNvPr id="1048750" name="Slide Number Placeholder 3"/>
          <p:cNvSpPr>
            <a:spLocks noGrp="1"/>
          </p:cNvSpPr>
          <p:nvPr>
            <p:ph type="sldNum" sz="quarter" idx="10"/>
          </p:nvPr>
        </p:nvSpPr>
        <p:spPr/>
        <p:txBody>
          <a:bodyPr/>
          <a:lstStyle/>
          <a:p>
            <a:fld id="{F8646707-6BBD-41A9-B4DF-0C76A73A2D2A}" type="slidenum">
              <a:rPr lang="en-US" smtClean="0"/>
            </a:fld>
            <a:endParaRPr 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52" name="Slide Image Placeholder 1"/>
          <p:cNvSpPr>
            <a:spLocks noGrp="1" noRot="1" noChangeAspect="1"/>
          </p:cNvSpPr>
          <p:nvPr>
            <p:ph type="sldImg"/>
          </p:nvPr>
        </p:nvSpPr>
        <p:spPr>
          <a:xfrm>
            <a:off x="381000" y="685800"/>
            <a:ext cx="6096000" cy="3429000"/>
          </a:xfrm>
        </p:spPr>
      </p:sp>
      <p:sp>
        <p:nvSpPr>
          <p:cNvPr id="1048753" name="Notes Placeholder 2"/>
          <p:cNvSpPr>
            <a:spLocks noGrp="1"/>
          </p:cNvSpPr>
          <p:nvPr>
            <p:ph type="body" idx="1"/>
          </p:nvPr>
        </p:nvSpPr>
        <p:spPr/>
        <p:txBody>
          <a:bodyPr>
            <a:normAutofit/>
          </a:bodyPr>
          <a:lstStyle/>
          <a:p>
            <a:endParaRPr lang="en-US" dirty="0"/>
          </a:p>
        </p:txBody>
      </p:sp>
      <p:sp>
        <p:nvSpPr>
          <p:cNvPr id="1048754" name="Slide Number Placeholder 3"/>
          <p:cNvSpPr>
            <a:spLocks noGrp="1"/>
          </p:cNvSpPr>
          <p:nvPr>
            <p:ph type="sldNum" sz="quarter" idx="10"/>
          </p:nvPr>
        </p:nvSpPr>
        <p:spPr/>
        <p:txBody>
          <a:bodyPr/>
          <a:lstStyle/>
          <a:p>
            <a:fld id="{F8646707-6BBD-41A9-B4DF-0C76A73A2D2A}" type="slidenum">
              <a:rPr lang="en-US" smtClean="0"/>
            </a:fld>
            <a:endParaRPr 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56" name="Slide Image Placeholder 1"/>
          <p:cNvSpPr>
            <a:spLocks noGrp="1" noRot="1" noChangeAspect="1"/>
          </p:cNvSpPr>
          <p:nvPr>
            <p:ph type="sldImg"/>
          </p:nvPr>
        </p:nvSpPr>
        <p:spPr>
          <a:xfrm>
            <a:off x="381000" y="685800"/>
            <a:ext cx="6096000" cy="3429000"/>
          </a:xfrm>
        </p:spPr>
      </p:sp>
      <p:sp>
        <p:nvSpPr>
          <p:cNvPr id="1048757" name="Notes Placeholder 2"/>
          <p:cNvSpPr>
            <a:spLocks noGrp="1"/>
          </p:cNvSpPr>
          <p:nvPr>
            <p:ph type="body" idx="1"/>
          </p:nvPr>
        </p:nvSpPr>
        <p:spPr/>
        <p:txBody>
          <a:bodyPr>
            <a:normAutofit/>
          </a:bodyPr>
          <a:lstStyle/>
          <a:p>
            <a:endParaRPr lang="en-US" dirty="0"/>
          </a:p>
        </p:txBody>
      </p:sp>
      <p:sp>
        <p:nvSpPr>
          <p:cNvPr id="1048758" name="Slide Number Placeholder 3"/>
          <p:cNvSpPr>
            <a:spLocks noGrp="1"/>
          </p:cNvSpPr>
          <p:nvPr>
            <p:ph type="sldNum" sz="quarter" idx="10"/>
          </p:nvPr>
        </p:nvSpPr>
        <p:spPr/>
        <p:txBody>
          <a:bodyPr/>
          <a:lstStyle/>
          <a:p>
            <a:fld id="{F8646707-6BBD-41A9-B4DF-0C76A73A2D2A}" type="slidenum">
              <a:rPr lang="en-US" smtClean="0"/>
            </a:fld>
            <a:endParaRPr 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60" name="Slide Image Placeholder 1"/>
          <p:cNvSpPr>
            <a:spLocks noGrp="1" noRot="1" noChangeAspect="1"/>
          </p:cNvSpPr>
          <p:nvPr>
            <p:ph type="sldImg"/>
          </p:nvPr>
        </p:nvSpPr>
        <p:spPr>
          <a:xfrm>
            <a:off x="381000" y="685800"/>
            <a:ext cx="6096000" cy="3429000"/>
          </a:xfrm>
        </p:spPr>
      </p:sp>
      <p:sp>
        <p:nvSpPr>
          <p:cNvPr id="1048761" name="Notes Placeholder 2"/>
          <p:cNvSpPr>
            <a:spLocks noGrp="1"/>
          </p:cNvSpPr>
          <p:nvPr>
            <p:ph type="body" idx="1"/>
          </p:nvPr>
        </p:nvSpPr>
        <p:spPr/>
        <p:txBody>
          <a:bodyPr>
            <a:normAutofit/>
          </a:bodyPr>
          <a:lstStyle/>
          <a:p>
            <a:endParaRPr lang="en-US" dirty="0"/>
          </a:p>
        </p:txBody>
      </p:sp>
      <p:sp>
        <p:nvSpPr>
          <p:cNvPr id="1048762" name="Slide Number Placeholder 3"/>
          <p:cNvSpPr>
            <a:spLocks noGrp="1"/>
          </p:cNvSpPr>
          <p:nvPr>
            <p:ph type="sldNum" sz="quarter" idx="10"/>
          </p:nvPr>
        </p:nvSpPr>
        <p:spPr/>
        <p:txBody>
          <a:bodyPr/>
          <a:lstStyle/>
          <a:p>
            <a:fld id="{F8646707-6BBD-41A9-B4DF-0C76A73A2D2A}" type="slidenum">
              <a:rPr lang="en-US" smtClean="0"/>
            </a:fld>
            <a:endParaRPr 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64" name="Slide Image Placeholder 1"/>
          <p:cNvSpPr>
            <a:spLocks noGrp="1" noRot="1" noChangeAspect="1"/>
          </p:cNvSpPr>
          <p:nvPr>
            <p:ph type="sldImg"/>
          </p:nvPr>
        </p:nvSpPr>
        <p:spPr>
          <a:xfrm>
            <a:off x="381000" y="685800"/>
            <a:ext cx="6096000" cy="3429000"/>
          </a:xfrm>
        </p:spPr>
      </p:sp>
      <p:sp>
        <p:nvSpPr>
          <p:cNvPr id="1048765" name="Notes Placeholder 2"/>
          <p:cNvSpPr>
            <a:spLocks noGrp="1"/>
          </p:cNvSpPr>
          <p:nvPr>
            <p:ph type="body" idx="1"/>
          </p:nvPr>
        </p:nvSpPr>
        <p:spPr/>
        <p:txBody>
          <a:bodyPr>
            <a:normAutofit/>
          </a:bodyPr>
          <a:lstStyle/>
          <a:p>
            <a:endParaRPr lang="en-US" dirty="0"/>
          </a:p>
        </p:txBody>
      </p:sp>
      <p:sp>
        <p:nvSpPr>
          <p:cNvPr id="1048766" name="Slide Number Placeholder 3"/>
          <p:cNvSpPr>
            <a:spLocks noGrp="1"/>
          </p:cNvSpPr>
          <p:nvPr>
            <p:ph type="sldNum" sz="quarter" idx="10"/>
          </p:nvPr>
        </p:nvSpPr>
        <p:spPr/>
        <p:txBody>
          <a:bodyPr/>
          <a:lstStyle/>
          <a:p>
            <a:fld id="{F8646707-6BBD-41A9-B4DF-0C76A73A2D2A}" type="slidenum">
              <a:rPr lang="en-US" smtClean="0"/>
            </a:fld>
            <a:endParaRPr 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68" name="Slide Image Placeholder 1"/>
          <p:cNvSpPr>
            <a:spLocks noGrp="1" noRot="1" noChangeAspect="1"/>
          </p:cNvSpPr>
          <p:nvPr>
            <p:ph type="sldImg"/>
          </p:nvPr>
        </p:nvSpPr>
        <p:spPr>
          <a:xfrm>
            <a:off x="381000" y="685800"/>
            <a:ext cx="6096000" cy="3429000"/>
          </a:xfrm>
        </p:spPr>
      </p:sp>
      <p:sp>
        <p:nvSpPr>
          <p:cNvPr id="1048769" name="Notes Placeholder 2"/>
          <p:cNvSpPr>
            <a:spLocks noGrp="1"/>
          </p:cNvSpPr>
          <p:nvPr>
            <p:ph type="body" idx="1"/>
          </p:nvPr>
        </p:nvSpPr>
        <p:spPr/>
        <p:txBody>
          <a:bodyPr>
            <a:normAutofit/>
          </a:bodyPr>
          <a:lstStyle/>
          <a:p>
            <a:endParaRPr lang="en-US" dirty="0"/>
          </a:p>
        </p:txBody>
      </p:sp>
      <p:sp>
        <p:nvSpPr>
          <p:cNvPr id="1048770" name="Slide Number Placeholder 3"/>
          <p:cNvSpPr>
            <a:spLocks noGrp="1"/>
          </p:cNvSpPr>
          <p:nvPr>
            <p:ph type="sldNum" sz="quarter" idx="10"/>
          </p:nvPr>
        </p:nvSpPr>
        <p:spPr/>
        <p:txBody>
          <a:bodyPr/>
          <a:lstStyle/>
          <a:p>
            <a:fld id="{F8646707-6BBD-41A9-B4DF-0C76A73A2D2A}" type="slidenum">
              <a:rPr lang="en-US" smtClean="0"/>
            </a:fld>
            <a:endParaRPr 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72" name="Slide Image Placeholder 1"/>
          <p:cNvSpPr>
            <a:spLocks noGrp="1" noRot="1" noChangeAspect="1"/>
          </p:cNvSpPr>
          <p:nvPr>
            <p:ph type="sldImg"/>
          </p:nvPr>
        </p:nvSpPr>
        <p:spPr>
          <a:xfrm>
            <a:off x="381000" y="685800"/>
            <a:ext cx="6096000" cy="3429000"/>
          </a:xfrm>
        </p:spPr>
      </p:sp>
      <p:sp>
        <p:nvSpPr>
          <p:cNvPr id="1048773" name="Notes Placeholder 2"/>
          <p:cNvSpPr>
            <a:spLocks noGrp="1"/>
          </p:cNvSpPr>
          <p:nvPr>
            <p:ph type="body" idx="1"/>
          </p:nvPr>
        </p:nvSpPr>
        <p:spPr/>
        <p:txBody>
          <a:bodyPr>
            <a:normAutofit/>
          </a:bodyPr>
          <a:lstStyle/>
          <a:p>
            <a:endParaRPr lang="en-US" dirty="0"/>
          </a:p>
        </p:txBody>
      </p:sp>
      <p:sp>
        <p:nvSpPr>
          <p:cNvPr id="1048774" name="Slide Number Placeholder 3"/>
          <p:cNvSpPr>
            <a:spLocks noGrp="1"/>
          </p:cNvSpPr>
          <p:nvPr>
            <p:ph type="sldNum" sz="quarter" idx="10"/>
          </p:nvPr>
        </p:nvSpPr>
        <p:spPr/>
        <p:txBody>
          <a:bodyPr/>
          <a:lstStyle/>
          <a:p>
            <a:fld id="{F8646707-6BBD-41A9-B4DF-0C76A73A2D2A}" type="slidenum">
              <a:rPr lang="en-US" smtClean="0"/>
            </a:fld>
            <a:endParaRPr 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76" name="Slide Image Placeholder 1"/>
          <p:cNvSpPr>
            <a:spLocks noGrp="1" noRot="1" noChangeAspect="1"/>
          </p:cNvSpPr>
          <p:nvPr>
            <p:ph type="sldImg"/>
          </p:nvPr>
        </p:nvSpPr>
        <p:spPr>
          <a:xfrm>
            <a:off x="381000" y="685800"/>
            <a:ext cx="6096000" cy="3429000"/>
          </a:xfrm>
        </p:spPr>
      </p:sp>
      <p:sp>
        <p:nvSpPr>
          <p:cNvPr id="1048777" name="Notes Placeholder 2"/>
          <p:cNvSpPr>
            <a:spLocks noGrp="1"/>
          </p:cNvSpPr>
          <p:nvPr>
            <p:ph type="body" idx="1"/>
          </p:nvPr>
        </p:nvSpPr>
        <p:spPr/>
        <p:txBody>
          <a:bodyPr>
            <a:normAutofit/>
          </a:bodyPr>
          <a:lstStyle/>
          <a:p>
            <a:endParaRPr lang="en-US" dirty="0"/>
          </a:p>
        </p:txBody>
      </p:sp>
      <p:sp>
        <p:nvSpPr>
          <p:cNvPr id="1048778" name="Slide Number Placeholder 3"/>
          <p:cNvSpPr>
            <a:spLocks noGrp="1"/>
          </p:cNvSpPr>
          <p:nvPr>
            <p:ph type="sldNum" sz="quarter" idx="10"/>
          </p:nvPr>
        </p:nvSpPr>
        <p:spPr/>
        <p:txBody>
          <a:bodyPr/>
          <a:lstStyle/>
          <a:p>
            <a:fld id="{F8646707-6BBD-41A9-B4DF-0C76A73A2D2A}" type="slidenum">
              <a:rPr lang="en-US" smtClean="0"/>
            </a:fld>
            <a:endParaRPr 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80" name="Slide Image Placeholder 1"/>
          <p:cNvSpPr>
            <a:spLocks noGrp="1" noRot="1" noChangeAspect="1"/>
          </p:cNvSpPr>
          <p:nvPr>
            <p:ph type="sldImg"/>
          </p:nvPr>
        </p:nvSpPr>
        <p:spPr>
          <a:xfrm>
            <a:off x="381000" y="685800"/>
            <a:ext cx="6096000" cy="3429000"/>
          </a:xfrm>
        </p:spPr>
      </p:sp>
      <p:sp>
        <p:nvSpPr>
          <p:cNvPr id="1048781" name="Notes Placeholder 2"/>
          <p:cNvSpPr>
            <a:spLocks noGrp="1"/>
          </p:cNvSpPr>
          <p:nvPr>
            <p:ph type="body" idx="1"/>
          </p:nvPr>
        </p:nvSpPr>
        <p:spPr/>
        <p:txBody>
          <a:bodyPr>
            <a:normAutofit/>
          </a:bodyPr>
          <a:lstStyle/>
          <a:p>
            <a:endParaRPr lang="en-US" dirty="0"/>
          </a:p>
        </p:txBody>
      </p:sp>
      <p:sp>
        <p:nvSpPr>
          <p:cNvPr id="1048782" name="Slide Number Placeholder 3"/>
          <p:cNvSpPr>
            <a:spLocks noGrp="1"/>
          </p:cNvSpPr>
          <p:nvPr>
            <p:ph type="sldNum" sz="quarter" idx="10"/>
          </p:nvPr>
        </p:nvSpPr>
        <p:spPr/>
        <p:txBody>
          <a:bodyPr/>
          <a:lstStyle/>
          <a:p>
            <a:fld id="{F8646707-6BBD-41A9-B4DF-0C76A73A2D2A}" type="slidenum">
              <a:rPr lang="en-US" smtClean="0"/>
            </a:fld>
            <a:endParaRPr 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84" name="Slide Image Placeholder 1"/>
          <p:cNvSpPr>
            <a:spLocks noGrp="1" noRot="1" noChangeAspect="1"/>
          </p:cNvSpPr>
          <p:nvPr>
            <p:ph type="sldImg"/>
          </p:nvPr>
        </p:nvSpPr>
        <p:spPr>
          <a:xfrm>
            <a:off x="381000" y="685800"/>
            <a:ext cx="6096000" cy="3429000"/>
          </a:xfrm>
        </p:spPr>
      </p:sp>
      <p:sp>
        <p:nvSpPr>
          <p:cNvPr id="1048785" name="Notes Placeholder 2"/>
          <p:cNvSpPr>
            <a:spLocks noGrp="1"/>
          </p:cNvSpPr>
          <p:nvPr>
            <p:ph type="body" idx="1"/>
          </p:nvPr>
        </p:nvSpPr>
        <p:spPr/>
        <p:txBody>
          <a:bodyPr>
            <a:normAutofit/>
          </a:bodyPr>
          <a:lstStyle/>
          <a:p>
            <a:endParaRPr lang="en-US" dirty="0"/>
          </a:p>
        </p:txBody>
      </p:sp>
      <p:sp>
        <p:nvSpPr>
          <p:cNvPr id="1048786" name="Slide Number Placeholder 3"/>
          <p:cNvSpPr>
            <a:spLocks noGrp="1"/>
          </p:cNvSpPr>
          <p:nvPr>
            <p:ph type="sldNum" sz="quarter" idx="10"/>
          </p:nvPr>
        </p:nvSpPr>
        <p:spPr/>
        <p:txBody>
          <a:bodyPr/>
          <a:lstStyle/>
          <a:p>
            <a:fld id="{F8646707-6BBD-41A9-B4DF-0C76A73A2D2A}" type="slidenum">
              <a:rPr lang="en-US" smtClean="0"/>
            </a:fld>
            <a:endParaRPr 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88" name="Slide Image Placeholder 1"/>
          <p:cNvSpPr>
            <a:spLocks noGrp="1" noRot="1" noChangeAspect="1"/>
          </p:cNvSpPr>
          <p:nvPr>
            <p:ph type="sldImg"/>
          </p:nvPr>
        </p:nvSpPr>
        <p:spPr>
          <a:xfrm>
            <a:off x="381000" y="685800"/>
            <a:ext cx="6096000" cy="3429000"/>
          </a:xfrm>
        </p:spPr>
      </p:sp>
      <p:sp>
        <p:nvSpPr>
          <p:cNvPr id="1048789" name="Notes Placeholder 2"/>
          <p:cNvSpPr>
            <a:spLocks noGrp="1"/>
          </p:cNvSpPr>
          <p:nvPr>
            <p:ph type="body" idx="1"/>
          </p:nvPr>
        </p:nvSpPr>
        <p:spPr/>
        <p:txBody>
          <a:bodyPr>
            <a:normAutofit/>
          </a:bodyPr>
          <a:lstStyle/>
          <a:p>
            <a:endParaRPr lang="en-US" dirty="0"/>
          </a:p>
        </p:txBody>
      </p:sp>
      <p:sp>
        <p:nvSpPr>
          <p:cNvPr id="1048790" name="Slide Number Placeholder 3"/>
          <p:cNvSpPr>
            <a:spLocks noGrp="1"/>
          </p:cNvSpPr>
          <p:nvPr>
            <p:ph type="sldNum" sz="quarter" idx="10"/>
          </p:nvPr>
        </p:nvSpPr>
        <p:spPr/>
        <p:txBody>
          <a:bodyPr/>
          <a:lstStyle/>
          <a:p>
            <a:fld id="{F8646707-6BBD-41A9-B4DF-0C76A73A2D2A}" type="slidenum">
              <a:rPr lang="en-US" smtClean="0"/>
            </a:fld>
            <a:endParaRPr 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92" name="Slide Image Placeholder 1"/>
          <p:cNvSpPr>
            <a:spLocks noGrp="1" noRot="1" noChangeAspect="1"/>
          </p:cNvSpPr>
          <p:nvPr>
            <p:ph type="sldImg"/>
          </p:nvPr>
        </p:nvSpPr>
        <p:spPr>
          <a:xfrm>
            <a:off x="381000" y="685800"/>
            <a:ext cx="6096000" cy="3429000"/>
          </a:xfrm>
        </p:spPr>
      </p:sp>
      <p:sp>
        <p:nvSpPr>
          <p:cNvPr id="1048793" name="Notes Placeholder 2"/>
          <p:cNvSpPr>
            <a:spLocks noGrp="1"/>
          </p:cNvSpPr>
          <p:nvPr>
            <p:ph type="body" idx="1"/>
          </p:nvPr>
        </p:nvSpPr>
        <p:spPr/>
        <p:txBody>
          <a:bodyPr>
            <a:normAutofit/>
          </a:bodyPr>
          <a:lstStyle/>
          <a:p>
            <a:endParaRPr lang="en-US" dirty="0"/>
          </a:p>
        </p:txBody>
      </p:sp>
      <p:sp>
        <p:nvSpPr>
          <p:cNvPr id="1048794" name="Slide Number Placeholder 3"/>
          <p:cNvSpPr>
            <a:spLocks noGrp="1"/>
          </p:cNvSpPr>
          <p:nvPr>
            <p:ph type="sldNum" sz="quarter" idx="10"/>
          </p:nvPr>
        </p:nvSpPr>
        <p:spPr/>
        <p:txBody>
          <a:bodyPr/>
          <a:lstStyle/>
          <a:p>
            <a:fld id="{F8646707-6BBD-41A9-B4DF-0C76A73A2D2A}" type="slidenum">
              <a:rPr lang="en-US" smtClean="0"/>
            </a:fld>
            <a:endParaRPr 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96" name="Slide Image Placeholder 1"/>
          <p:cNvSpPr>
            <a:spLocks noGrp="1" noRot="1" noChangeAspect="1"/>
          </p:cNvSpPr>
          <p:nvPr>
            <p:ph type="sldImg"/>
          </p:nvPr>
        </p:nvSpPr>
        <p:spPr>
          <a:xfrm>
            <a:off x="381000" y="685800"/>
            <a:ext cx="6096000" cy="3429000"/>
          </a:xfrm>
        </p:spPr>
      </p:sp>
      <p:sp>
        <p:nvSpPr>
          <p:cNvPr id="1048797" name="Notes Placeholder 2"/>
          <p:cNvSpPr>
            <a:spLocks noGrp="1"/>
          </p:cNvSpPr>
          <p:nvPr>
            <p:ph type="body" idx="1"/>
          </p:nvPr>
        </p:nvSpPr>
        <p:spPr/>
        <p:txBody>
          <a:bodyPr>
            <a:normAutofit/>
          </a:bodyPr>
          <a:lstStyle/>
          <a:p>
            <a:endParaRPr lang="en-US" dirty="0"/>
          </a:p>
        </p:txBody>
      </p:sp>
      <p:sp>
        <p:nvSpPr>
          <p:cNvPr id="1048798" name="Slide Number Placeholder 3"/>
          <p:cNvSpPr>
            <a:spLocks noGrp="1"/>
          </p:cNvSpPr>
          <p:nvPr>
            <p:ph type="sldNum" sz="quarter" idx="10"/>
          </p:nvPr>
        </p:nvSpPr>
        <p:spPr/>
        <p:txBody>
          <a:bodyPr/>
          <a:lstStyle/>
          <a:p>
            <a:fld id="{F8646707-6BBD-41A9-B4DF-0C76A73A2D2A}" type="slidenum">
              <a:rPr lang="en-US" smtClean="0"/>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showMasterSp="0" userDrawn="1">
  <p:cSld name="Title Slide">
    <p:spTree>
      <p:nvGrpSpPr>
        <p:cNvPr id="1" name=""/>
        <p:cNvGrpSpPr/>
        <p:nvPr/>
      </p:nvGrpSpPr>
      <p:grpSpPr>
        <a:xfrm>
          <a:off x="0" y="0"/>
          <a:ext cx="0" cy="0"/>
          <a:chOff x="0" y="0"/>
          <a:chExt cx="0" cy="0"/>
        </a:xfrm>
      </p:grpSpPr>
      <p:sp>
        <p:nvSpPr>
          <p:cNvPr id="11" name="Picture Placeholder 9"/>
          <p:cNvSpPr>
            <a:spLocks noGrp="1"/>
          </p:cNvSpPr>
          <p:nvPr>
            <p:ph type="pic" sz="quarter" idx="13"/>
          </p:nvPr>
        </p:nvSpPr>
        <p:spPr>
          <a:xfrm>
            <a:off x="0" y="0"/>
            <a:ext cx="12192000" cy="6858000"/>
          </a:xfrm>
        </p:spPr>
        <p:txBody>
          <a:bodyPr/>
          <a:lstStyle/>
          <a:p>
            <a:r>
              <a:rPr lang="en-US" noProof="0" smtClean="0"/>
              <a:t>Click icon to add picture</a:t>
            </a:r>
            <a:endParaRPr lang="en-US" noProof="0" dirty="0"/>
          </a:p>
        </p:txBody>
      </p:sp>
      <p:sp>
        <p:nvSpPr>
          <p:cNvPr id="4" name="Date Placeholder 3"/>
          <p:cNvSpPr>
            <a:spLocks noGrp="1"/>
          </p:cNvSpPr>
          <p:nvPr>
            <p:ph type="dt" sz="half" idx="10"/>
          </p:nvPr>
        </p:nvSpPr>
        <p:spPr>
          <a:xfrm>
            <a:off x="6834126" y="6446838"/>
            <a:ext cx="2584850" cy="365125"/>
          </a:xfrm>
          <a:prstGeom prst="rect">
            <a:avLst/>
          </a:prstGeom>
        </p:spPr>
        <p:txBody>
          <a:bodyPr/>
          <a:lstStyle/>
          <a:p>
            <a:fld id="{F5CEFB0D-6DB6-450D-981E-DB5B064ABC8F}" type="datetime1">
              <a:rPr lang="en-US" noProof="0" smtClean="0"/>
            </a:fld>
            <a:endParaRPr lang="en-US" noProof="0" dirty="0"/>
          </a:p>
        </p:txBody>
      </p:sp>
      <p:sp>
        <p:nvSpPr>
          <p:cNvPr id="5" name="Footer Placeholder 4"/>
          <p:cNvSpPr>
            <a:spLocks noGrp="1"/>
          </p:cNvSpPr>
          <p:nvPr>
            <p:ph type="ftr" sz="quarter" idx="11"/>
          </p:nvPr>
        </p:nvSpPr>
        <p:spPr>
          <a:xfrm>
            <a:off x="1097279" y="6446838"/>
            <a:ext cx="4846321" cy="365125"/>
          </a:xfrm>
          <a:prstGeom prst="rect">
            <a:avLst/>
          </a:prstGeom>
        </p:spPr>
        <p:txBody>
          <a:bodyPr/>
          <a:lstStyle/>
          <a:p>
            <a:r>
              <a:rPr lang="en-US" noProof="0" dirty="0"/>
              <a:t>Footer</a:t>
            </a:r>
            <a:endParaRPr lang="en-US" noProof="0" dirty="0"/>
          </a:p>
        </p:txBody>
      </p:sp>
      <p:sp>
        <p:nvSpPr>
          <p:cNvPr id="6" name="Slide Number Placeholder 5"/>
          <p:cNvSpPr>
            <a:spLocks noGrp="1"/>
          </p:cNvSpPr>
          <p:nvPr>
            <p:ph type="sldNum" sz="quarter" idx="12"/>
          </p:nvPr>
        </p:nvSpPr>
        <p:spPr>
          <a:xfrm>
            <a:off x="10375670" y="6446838"/>
            <a:ext cx="780010" cy="365125"/>
          </a:xfrm>
          <a:prstGeom prst="rect">
            <a:avLst/>
          </a:prstGeom>
        </p:spPr>
        <p:txBody>
          <a:bodyPr/>
          <a:lstStyle/>
          <a:p>
            <a:fld id="{3A98EE3D-8CD1-4C3F-BD1C-C98C9596463C}" type="slidenum">
              <a:rPr lang="en-US" noProof="0" smtClean="0"/>
            </a:fld>
            <a:endParaRPr lang="en-US" noProof="0" dirty="0"/>
          </a:p>
        </p:txBody>
      </p:sp>
      <p:sp>
        <p:nvSpPr>
          <p:cNvPr id="3" name="Subtitle 2"/>
          <p:cNvSpPr>
            <a:spLocks noGrp="1"/>
          </p:cNvSpPr>
          <p:nvPr>
            <p:ph type="subTitle" idx="1"/>
          </p:nvPr>
        </p:nvSpPr>
        <p:spPr>
          <a:xfrm>
            <a:off x="1212850" y="4508500"/>
            <a:ext cx="5118100" cy="1279652"/>
          </a:xfrm>
        </p:spPr>
        <p:txBody>
          <a:bodyPr lIns="91440" rIns="91440">
            <a:normAutofit/>
          </a:bodyPr>
          <a:lstStyle>
            <a:lvl1pPr marL="0" indent="0" algn="l">
              <a:buNone/>
              <a:defRPr sz="2400" cap="all" spc="200" baseline="0">
                <a:solidFill>
                  <a:schemeClr val="bg1"/>
                </a:solidFill>
                <a:latin typeface="+mn-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noProof="0" smtClean="0"/>
              <a:t>Click to edit Master subtitle style</a:t>
            </a:r>
            <a:endParaRPr lang="en-US" noProof="0"/>
          </a:p>
        </p:txBody>
      </p:sp>
      <p:sp>
        <p:nvSpPr>
          <p:cNvPr id="2" name="Title 1"/>
          <p:cNvSpPr>
            <a:spLocks noGrp="1"/>
          </p:cNvSpPr>
          <p:nvPr>
            <p:ph type="ctrTitle"/>
          </p:nvPr>
        </p:nvSpPr>
        <p:spPr>
          <a:xfrm>
            <a:off x="1212850" y="2057400"/>
            <a:ext cx="5118100" cy="1929066"/>
          </a:xfrm>
        </p:spPr>
        <p:txBody>
          <a:bodyPr anchor="b">
            <a:noAutofit/>
          </a:bodyPr>
          <a:lstStyle>
            <a:lvl1pPr algn="l">
              <a:lnSpc>
                <a:spcPct val="90000"/>
              </a:lnSpc>
              <a:defRPr sz="5400" b="1" spc="-50" baseline="0">
                <a:solidFill>
                  <a:schemeClr val="bg1"/>
                </a:solidFill>
                <a:latin typeface="+mn-lt"/>
              </a:defRPr>
            </a:lvl1pPr>
          </a:lstStyle>
          <a:p>
            <a:r>
              <a:rPr lang="en-US" noProof="0" smtClean="0"/>
              <a:t>Click to edit Master title style</a:t>
            </a:r>
            <a:endParaRPr lang="en-US" noProof="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showMasterSp="0" userDrawn="1">
  <p:cSld name="1_Title Slide">
    <p:spTree>
      <p:nvGrpSpPr>
        <p:cNvPr id="1" name=""/>
        <p:cNvGrpSpPr/>
        <p:nvPr/>
      </p:nvGrpSpPr>
      <p:grpSpPr>
        <a:xfrm>
          <a:off x="0" y="0"/>
          <a:ext cx="0" cy="0"/>
          <a:chOff x="0" y="0"/>
          <a:chExt cx="0" cy="0"/>
        </a:xfrm>
      </p:grpSpPr>
      <p:sp>
        <p:nvSpPr>
          <p:cNvPr id="13" name="Parallélogramme 14"/>
          <p:cNvSpPr/>
          <p:nvPr userDrawn="1"/>
        </p:nvSpPr>
        <p:spPr>
          <a:xfrm>
            <a:off x="7972121" y="0"/>
            <a:ext cx="2857500" cy="6858000"/>
          </a:xfrm>
          <a:prstGeom prst="parallelogram">
            <a:avLst>
              <a:gd name="adj" fmla="val 0"/>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noProof="0" dirty="0"/>
          </a:p>
        </p:txBody>
      </p:sp>
      <p:sp>
        <p:nvSpPr>
          <p:cNvPr id="12" name="Rectangle 11"/>
          <p:cNvSpPr/>
          <p:nvPr userDrawn="1"/>
        </p:nvSpPr>
        <p:spPr>
          <a:xfrm>
            <a:off x="6394450" y="0"/>
            <a:ext cx="153926"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 name="Date Placeholder 3"/>
          <p:cNvSpPr>
            <a:spLocks noGrp="1"/>
          </p:cNvSpPr>
          <p:nvPr>
            <p:ph type="dt" sz="half" idx="10"/>
          </p:nvPr>
        </p:nvSpPr>
        <p:spPr>
          <a:xfrm>
            <a:off x="6834126" y="6446838"/>
            <a:ext cx="2584850" cy="365125"/>
          </a:xfrm>
          <a:prstGeom prst="rect">
            <a:avLst/>
          </a:prstGeom>
        </p:spPr>
        <p:txBody>
          <a:bodyPr/>
          <a:lstStyle/>
          <a:p>
            <a:fld id="{666C8650-8C82-4FB0-9266-0148B376A8CE}" type="datetime1">
              <a:rPr lang="en-US" noProof="0" smtClean="0"/>
            </a:fld>
            <a:endParaRPr lang="en-US" noProof="0" dirty="0"/>
          </a:p>
        </p:txBody>
      </p:sp>
      <p:sp>
        <p:nvSpPr>
          <p:cNvPr id="5" name="Footer Placeholder 4"/>
          <p:cNvSpPr>
            <a:spLocks noGrp="1"/>
          </p:cNvSpPr>
          <p:nvPr>
            <p:ph type="ftr" sz="quarter" idx="11"/>
          </p:nvPr>
        </p:nvSpPr>
        <p:spPr>
          <a:xfrm>
            <a:off x="1097279" y="6446838"/>
            <a:ext cx="4846321" cy="365125"/>
          </a:xfrm>
          <a:prstGeom prst="rect">
            <a:avLst/>
          </a:prstGeom>
        </p:spPr>
        <p:txBody>
          <a:bodyPr/>
          <a:lstStyle/>
          <a:p>
            <a:r>
              <a:rPr lang="en-US" noProof="0" dirty="0"/>
              <a:t>Footer</a:t>
            </a:r>
            <a:endParaRPr lang="en-US" noProof="0" dirty="0"/>
          </a:p>
        </p:txBody>
      </p:sp>
      <p:sp>
        <p:nvSpPr>
          <p:cNvPr id="6" name="Slide Number Placeholder 5"/>
          <p:cNvSpPr>
            <a:spLocks noGrp="1"/>
          </p:cNvSpPr>
          <p:nvPr>
            <p:ph type="sldNum" sz="quarter" idx="12"/>
          </p:nvPr>
        </p:nvSpPr>
        <p:spPr>
          <a:xfrm>
            <a:off x="10375670" y="6446838"/>
            <a:ext cx="780010" cy="365125"/>
          </a:xfrm>
          <a:prstGeom prst="rect">
            <a:avLst/>
          </a:prstGeom>
        </p:spPr>
        <p:txBody>
          <a:bodyPr/>
          <a:lstStyle/>
          <a:p>
            <a:fld id="{3A98EE3D-8CD1-4C3F-BD1C-C98C9596463C}" type="slidenum">
              <a:rPr lang="en-US" noProof="0" smtClean="0"/>
            </a:fld>
            <a:endParaRPr lang="en-US" noProof="0" dirty="0"/>
          </a:p>
        </p:txBody>
      </p:sp>
      <p:sp>
        <p:nvSpPr>
          <p:cNvPr id="10" name="Picture Placeholder 9"/>
          <p:cNvSpPr>
            <a:spLocks noGrp="1"/>
          </p:cNvSpPr>
          <p:nvPr>
            <p:ph type="pic" sz="quarter" idx="13"/>
          </p:nvPr>
        </p:nvSpPr>
        <p:spPr>
          <a:xfrm>
            <a:off x="0" y="0"/>
            <a:ext cx="6311900" cy="6858000"/>
          </a:xfrm>
        </p:spPr>
        <p:txBody>
          <a:bodyPr/>
          <a:lstStyle/>
          <a:p>
            <a:r>
              <a:rPr lang="en-US" noProof="0" smtClean="0"/>
              <a:t>Click icon to add picture</a:t>
            </a:r>
            <a:endParaRPr lang="en-US" noProof="0" dirty="0"/>
          </a:p>
        </p:txBody>
      </p:sp>
      <p:sp>
        <p:nvSpPr>
          <p:cNvPr id="2" name="Title 1"/>
          <p:cNvSpPr>
            <a:spLocks noGrp="1"/>
          </p:cNvSpPr>
          <p:nvPr>
            <p:ph type="ctrTitle"/>
          </p:nvPr>
        </p:nvSpPr>
        <p:spPr>
          <a:xfrm>
            <a:off x="6629400" y="758952"/>
            <a:ext cx="4526280" cy="3227514"/>
          </a:xfrm>
        </p:spPr>
        <p:txBody>
          <a:bodyPr anchor="b">
            <a:normAutofit/>
          </a:bodyPr>
          <a:lstStyle>
            <a:lvl1pPr algn="l">
              <a:lnSpc>
                <a:spcPct val="90000"/>
              </a:lnSpc>
              <a:defRPr sz="6000" b="1" spc="-50" baseline="0">
                <a:solidFill>
                  <a:schemeClr val="accent1"/>
                </a:solidFill>
                <a:latin typeface="+mn-lt"/>
              </a:defRPr>
            </a:lvl1pPr>
          </a:lstStyle>
          <a:p>
            <a:r>
              <a:rPr lang="en-US" noProof="0" smtClean="0"/>
              <a:t>Click to edit Master title style</a:t>
            </a:r>
            <a:endParaRPr lang="en-US" noProof="0"/>
          </a:p>
        </p:txBody>
      </p:sp>
      <p:sp>
        <p:nvSpPr>
          <p:cNvPr id="3" name="Subtitle 2"/>
          <p:cNvSpPr>
            <a:spLocks noGrp="1"/>
          </p:cNvSpPr>
          <p:nvPr>
            <p:ph type="subTitle" idx="1"/>
          </p:nvPr>
        </p:nvSpPr>
        <p:spPr>
          <a:xfrm>
            <a:off x="6632171" y="4508500"/>
            <a:ext cx="4526280" cy="1279652"/>
          </a:xfrm>
        </p:spPr>
        <p:txBody>
          <a:bodyPr lIns="91440" rIns="91440">
            <a:normAutofit/>
          </a:bodyPr>
          <a:lstStyle>
            <a:lvl1pPr marL="0" indent="0" algn="l">
              <a:buNone/>
              <a:defRPr sz="2400" cap="all" spc="200" baseline="0">
                <a:solidFill>
                  <a:schemeClr val="tx1">
                    <a:lumMod val="75000"/>
                    <a:lumOff val="25000"/>
                  </a:schemeClr>
                </a:solidFill>
                <a:latin typeface="+mn-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noProof="0" smtClean="0"/>
              <a:t>Click to edit Master subtitle style</a:t>
            </a:r>
            <a:endParaRPr lang="en-US" noProof="0"/>
          </a:p>
        </p:txBody>
      </p:sp>
      <p:sp>
        <p:nvSpPr>
          <p:cNvPr id="11" name="Rectangle 10"/>
          <p:cNvSpPr/>
          <p:nvPr userDrawn="1"/>
        </p:nvSpPr>
        <p:spPr>
          <a:xfrm>
            <a:off x="6311900" y="0"/>
            <a:ext cx="153926"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7" name="Date Placeholder 6"/>
          <p:cNvSpPr>
            <a:spLocks noGrp="1"/>
          </p:cNvSpPr>
          <p:nvPr>
            <p:ph type="dt" sz="half" idx="10"/>
          </p:nvPr>
        </p:nvSpPr>
        <p:spPr>
          <a:xfrm>
            <a:off x="6834126" y="6446838"/>
            <a:ext cx="2584850" cy="365125"/>
          </a:xfrm>
          <a:prstGeom prst="rect">
            <a:avLst/>
          </a:prstGeom>
        </p:spPr>
        <p:txBody>
          <a:bodyPr/>
          <a:lstStyle/>
          <a:p>
            <a:fld id="{1529DE01-3159-42E8-9946-B3F7564EBC72}" type="datetime1">
              <a:rPr lang="en-US" smtClean="0"/>
            </a:fld>
            <a:endParaRPr lang="en-US" dirty="0"/>
          </a:p>
        </p:txBody>
      </p:sp>
      <p:sp>
        <p:nvSpPr>
          <p:cNvPr id="8" name="Footer Placeholder 7"/>
          <p:cNvSpPr>
            <a:spLocks noGrp="1"/>
          </p:cNvSpPr>
          <p:nvPr>
            <p:ph type="ftr" sz="quarter" idx="11"/>
          </p:nvPr>
        </p:nvSpPr>
        <p:spPr>
          <a:xfrm>
            <a:off x="1097279" y="6446838"/>
            <a:ext cx="4846321" cy="365125"/>
          </a:xfrm>
          <a:prstGeom prst="rect">
            <a:avLst/>
          </a:prstGeom>
        </p:spPr>
        <p:txBody>
          <a:bodyPr/>
          <a:lstStyle/>
          <a:p>
            <a:r>
              <a:rPr lang="en-US" dirty="0"/>
              <a:t>Footer</a:t>
            </a:r>
            <a:endParaRPr lang="en-US" dirty="0"/>
          </a:p>
        </p:txBody>
      </p:sp>
      <p:sp>
        <p:nvSpPr>
          <p:cNvPr id="9" name="Slide Number Placeholder 8"/>
          <p:cNvSpPr>
            <a:spLocks noGrp="1"/>
          </p:cNvSpPr>
          <p:nvPr>
            <p:ph type="sldNum" sz="quarter" idx="12"/>
          </p:nvPr>
        </p:nvSpPr>
        <p:spPr>
          <a:xfrm>
            <a:off x="10375670" y="6446838"/>
            <a:ext cx="780010" cy="365125"/>
          </a:xfrm>
          <a:prstGeom prst="rect">
            <a:avLst/>
          </a:prstGeom>
        </p:spPr>
        <p:txBody>
          <a:bodyPr/>
          <a:lstStyle/>
          <a:p>
            <a:fld id="{3A98EE3D-8CD1-4C3F-BD1C-C98C9596463C}" type="slidenum">
              <a:rPr lang="en-US" smtClean="0"/>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showMasterSp="0" userDrawn="1">
  <p:cSld name="Section Header">
    <p:bg>
      <p:bgPr>
        <a:solidFill>
          <a:schemeClr val="bg1"/>
        </a:solidFill>
        <a:effectLst/>
      </p:bgPr>
    </p:bg>
    <p:spTree>
      <p:nvGrpSpPr>
        <p:cNvPr id="1" name=""/>
        <p:cNvGrpSpPr/>
        <p:nvPr/>
      </p:nvGrpSpPr>
      <p:grpSpPr>
        <a:xfrm>
          <a:off x="0" y="0"/>
          <a:ext cx="0" cy="0"/>
          <a:chOff x="0" y="0"/>
          <a:chExt cx="0" cy="0"/>
        </a:xfrm>
      </p:grpSpPr>
      <p:sp>
        <p:nvSpPr>
          <p:cNvPr id="15" name="Parallélogramme 14"/>
          <p:cNvSpPr/>
          <p:nvPr userDrawn="1"/>
        </p:nvSpPr>
        <p:spPr>
          <a:xfrm>
            <a:off x="7972121" y="0"/>
            <a:ext cx="2857500" cy="6858000"/>
          </a:xfrm>
          <a:prstGeom prst="parallelogram">
            <a:avLst>
              <a:gd name="adj" fmla="val 0"/>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noProof="0" dirty="0"/>
          </a:p>
        </p:txBody>
      </p:sp>
      <p:sp>
        <p:nvSpPr>
          <p:cNvPr id="7" name="Date Placeholder 6"/>
          <p:cNvSpPr>
            <a:spLocks noGrp="1"/>
          </p:cNvSpPr>
          <p:nvPr>
            <p:ph type="dt" sz="half" idx="10"/>
          </p:nvPr>
        </p:nvSpPr>
        <p:spPr>
          <a:xfrm>
            <a:off x="6834126" y="6446838"/>
            <a:ext cx="2584850" cy="365125"/>
          </a:xfrm>
          <a:prstGeom prst="rect">
            <a:avLst/>
          </a:prstGeom>
        </p:spPr>
        <p:txBody>
          <a:bodyPr/>
          <a:lstStyle>
            <a:lvl1pPr>
              <a:defRPr>
                <a:solidFill>
                  <a:schemeClr val="tx1">
                    <a:lumMod val="75000"/>
                    <a:lumOff val="25000"/>
                  </a:schemeClr>
                </a:solidFill>
              </a:defRPr>
            </a:lvl1pPr>
          </a:lstStyle>
          <a:p>
            <a:fld id="{1A1FC6A6-F894-471F-8AA4-AE4112290279}" type="datetime1">
              <a:rPr lang="en-US" noProof="0" smtClean="0"/>
            </a:fld>
            <a:endParaRPr lang="en-US" noProof="0" dirty="0"/>
          </a:p>
        </p:txBody>
      </p:sp>
      <p:sp>
        <p:nvSpPr>
          <p:cNvPr id="8" name="Footer Placeholder 7"/>
          <p:cNvSpPr>
            <a:spLocks noGrp="1"/>
          </p:cNvSpPr>
          <p:nvPr>
            <p:ph type="ftr" sz="quarter" idx="11"/>
          </p:nvPr>
        </p:nvSpPr>
        <p:spPr>
          <a:xfrm>
            <a:off x="1097279" y="6446838"/>
            <a:ext cx="4846321" cy="365125"/>
          </a:xfrm>
          <a:prstGeom prst="rect">
            <a:avLst/>
          </a:prstGeom>
        </p:spPr>
        <p:txBody>
          <a:bodyPr/>
          <a:lstStyle>
            <a:lvl1pPr>
              <a:defRPr>
                <a:solidFill>
                  <a:schemeClr val="tx1">
                    <a:lumMod val="75000"/>
                    <a:lumOff val="25000"/>
                  </a:schemeClr>
                </a:solidFill>
              </a:defRPr>
            </a:lvl1pPr>
          </a:lstStyle>
          <a:p>
            <a:r>
              <a:rPr lang="en-US" noProof="0" dirty="0"/>
              <a:t>Footer</a:t>
            </a:r>
            <a:endParaRPr lang="en-US" noProof="0" dirty="0"/>
          </a:p>
        </p:txBody>
      </p:sp>
      <p:sp>
        <p:nvSpPr>
          <p:cNvPr id="11" name="Slide Number Placeholder 10"/>
          <p:cNvSpPr>
            <a:spLocks noGrp="1"/>
          </p:cNvSpPr>
          <p:nvPr>
            <p:ph type="sldNum" sz="quarter" idx="12"/>
          </p:nvPr>
        </p:nvSpPr>
        <p:spPr>
          <a:xfrm>
            <a:off x="10375670" y="6446838"/>
            <a:ext cx="780010" cy="365125"/>
          </a:xfrm>
          <a:prstGeom prst="rect">
            <a:avLst/>
          </a:prstGeom>
        </p:spPr>
        <p:txBody>
          <a:bodyPr/>
          <a:lstStyle>
            <a:lvl1pPr>
              <a:defRPr>
                <a:solidFill>
                  <a:schemeClr val="tx1">
                    <a:lumMod val="75000"/>
                    <a:lumOff val="25000"/>
                  </a:schemeClr>
                </a:solidFill>
              </a:defRPr>
            </a:lvl1pPr>
          </a:lstStyle>
          <a:p>
            <a:fld id="{3A98EE3D-8CD1-4C3F-BD1C-C98C9596463C}" type="slidenum">
              <a:rPr lang="en-US" noProof="0" smtClean="0"/>
            </a:fld>
            <a:endParaRPr lang="en-US" noProof="0" dirty="0"/>
          </a:p>
        </p:txBody>
      </p:sp>
      <p:sp>
        <p:nvSpPr>
          <p:cNvPr id="12" name="Picture Placeholder 9"/>
          <p:cNvSpPr>
            <a:spLocks noGrp="1"/>
          </p:cNvSpPr>
          <p:nvPr>
            <p:ph type="pic" sz="quarter" idx="13"/>
          </p:nvPr>
        </p:nvSpPr>
        <p:spPr>
          <a:xfrm>
            <a:off x="0" y="0"/>
            <a:ext cx="6311900" cy="6858000"/>
          </a:xfrm>
        </p:spPr>
        <p:txBody>
          <a:bodyPr/>
          <a:lstStyle/>
          <a:p>
            <a:r>
              <a:rPr lang="en-US" noProof="0" smtClean="0"/>
              <a:t>Click icon to add picture</a:t>
            </a:r>
            <a:endParaRPr lang="en-US" noProof="0" dirty="0"/>
          </a:p>
        </p:txBody>
      </p:sp>
      <p:sp>
        <p:nvSpPr>
          <p:cNvPr id="13" name="Rectangle 12"/>
          <p:cNvSpPr/>
          <p:nvPr userDrawn="1"/>
        </p:nvSpPr>
        <p:spPr>
          <a:xfrm>
            <a:off x="2451099" y="3568700"/>
            <a:ext cx="8721725" cy="230822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ctr"/>
            <a:endParaRPr lang="en-US" sz="1400" noProof="0" dirty="0"/>
          </a:p>
        </p:txBody>
      </p:sp>
      <p:sp>
        <p:nvSpPr>
          <p:cNvPr id="2" name="Title 1"/>
          <p:cNvSpPr>
            <a:spLocks noGrp="1"/>
          </p:cNvSpPr>
          <p:nvPr>
            <p:ph type="title"/>
          </p:nvPr>
        </p:nvSpPr>
        <p:spPr>
          <a:xfrm>
            <a:off x="2641599" y="3746500"/>
            <a:ext cx="8331202" cy="1308100"/>
          </a:xfrm>
        </p:spPr>
        <p:txBody>
          <a:bodyPr anchor="b" anchorCtr="0">
            <a:noAutofit/>
          </a:bodyPr>
          <a:lstStyle>
            <a:lvl1pPr>
              <a:lnSpc>
                <a:spcPct val="90000"/>
              </a:lnSpc>
              <a:defRPr sz="4800" b="1">
                <a:solidFill>
                  <a:schemeClr val="bg1"/>
                </a:solidFill>
                <a:latin typeface="+mn-lt"/>
              </a:defRPr>
            </a:lvl1pPr>
          </a:lstStyle>
          <a:p>
            <a:r>
              <a:rPr lang="en-US" noProof="0" smtClean="0"/>
              <a:t>Click to edit Master title style</a:t>
            </a:r>
            <a:endParaRPr lang="en-US" noProof="0"/>
          </a:p>
        </p:txBody>
      </p:sp>
      <p:sp>
        <p:nvSpPr>
          <p:cNvPr id="3" name="Text Placeholder 2"/>
          <p:cNvSpPr>
            <a:spLocks noGrp="1"/>
          </p:cNvSpPr>
          <p:nvPr>
            <p:ph type="body" idx="1"/>
          </p:nvPr>
        </p:nvSpPr>
        <p:spPr>
          <a:xfrm>
            <a:off x="2641600" y="5219700"/>
            <a:ext cx="8331201" cy="586740"/>
          </a:xfrm>
        </p:spPr>
        <p:txBody>
          <a:bodyPr lIns="91440" rIns="91440" anchor="t" anchorCtr="0">
            <a:normAutofit/>
          </a:bodyPr>
          <a:lstStyle>
            <a:lvl1pPr marL="0" indent="0">
              <a:buNone/>
              <a:defRPr sz="2400" cap="all" spc="200" baseline="0">
                <a:solidFill>
                  <a:schemeClr val="bg1"/>
                </a:solidFill>
                <a:latin typeface="+mn-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noProof="0" smtClean="0"/>
              <a:t>Edit Master text styles</a:t>
            </a:r>
            <a:endParaRPr lang="en-US" noProof="0" smtClean="0"/>
          </a:p>
        </p:txBody>
      </p:sp>
      <p:sp>
        <p:nvSpPr>
          <p:cNvPr id="14" name="Rectangle 13"/>
          <p:cNvSpPr/>
          <p:nvPr userDrawn="1"/>
        </p:nvSpPr>
        <p:spPr>
          <a:xfrm>
            <a:off x="3752850" y="3469101"/>
            <a:ext cx="5118100" cy="12566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showMasterSp="0" userDrawn="1">
  <p:cSld name="1_Section Header">
    <p:bg>
      <p:bgPr>
        <a:solidFill>
          <a:schemeClr val="bg1"/>
        </a:solidFill>
        <a:effectLst/>
      </p:bgPr>
    </p:bg>
    <p:spTree>
      <p:nvGrpSpPr>
        <p:cNvPr id="1" name=""/>
        <p:cNvGrpSpPr/>
        <p:nvPr/>
      </p:nvGrpSpPr>
      <p:grpSpPr>
        <a:xfrm>
          <a:off x="0" y="0"/>
          <a:ext cx="0" cy="0"/>
          <a:chOff x="0" y="0"/>
          <a:chExt cx="0" cy="0"/>
        </a:xfrm>
      </p:grpSpPr>
      <p:sp>
        <p:nvSpPr>
          <p:cNvPr id="7" name="Date Placeholder 6"/>
          <p:cNvSpPr>
            <a:spLocks noGrp="1"/>
          </p:cNvSpPr>
          <p:nvPr>
            <p:ph type="dt" sz="half" idx="10"/>
          </p:nvPr>
        </p:nvSpPr>
        <p:spPr>
          <a:xfrm>
            <a:off x="6834126" y="6446838"/>
            <a:ext cx="2584850" cy="365125"/>
          </a:xfrm>
          <a:prstGeom prst="rect">
            <a:avLst/>
          </a:prstGeom>
        </p:spPr>
        <p:txBody>
          <a:bodyPr/>
          <a:lstStyle>
            <a:lvl1pPr>
              <a:defRPr>
                <a:solidFill>
                  <a:schemeClr val="tx1">
                    <a:lumMod val="75000"/>
                    <a:lumOff val="25000"/>
                  </a:schemeClr>
                </a:solidFill>
              </a:defRPr>
            </a:lvl1pPr>
          </a:lstStyle>
          <a:p>
            <a:fld id="{503D98FD-B63D-46E0-B974-EC5BBAC02E27}" type="datetime1">
              <a:rPr lang="en-US" noProof="0" smtClean="0"/>
            </a:fld>
            <a:endParaRPr lang="en-US" noProof="0" dirty="0"/>
          </a:p>
        </p:txBody>
      </p:sp>
      <p:sp>
        <p:nvSpPr>
          <p:cNvPr id="8" name="Footer Placeholder 7"/>
          <p:cNvSpPr>
            <a:spLocks noGrp="1"/>
          </p:cNvSpPr>
          <p:nvPr>
            <p:ph type="ftr" sz="quarter" idx="11"/>
          </p:nvPr>
        </p:nvSpPr>
        <p:spPr>
          <a:xfrm>
            <a:off x="1097279" y="6446838"/>
            <a:ext cx="4846321" cy="365125"/>
          </a:xfrm>
          <a:prstGeom prst="rect">
            <a:avLst/>
          </a:prstGeom>
        </p:spPr>
        <p:txBody>
          <a:bodyPr/>
          <a:lstStyle>
            <a:lvl1pPr>
              <a:defRPr>
                <a:solidFill>
                  <a:schemeClr val="tx1">
                    <a:lumMod val="75000"/>
                    <a:lumOff val="25000"/>
                  </a:schemeClr>
                </a:solidFill>
              </a:defRPr>
            </a:lvl1pPr>
          </a:lstStyle>
          <a:p>
            <a:r>
              <a:rPr lang="en-US" noProof="0" dirty="0"/>
              <a:t>Footer</a:t>
            </a:r>
            <a:endParaRPr lang="en-US" noProof="0" dirty="0"/>
          </a:p>
        </p:txBody>
      </p:sp>
      <p:sp>
        <p:nvSpPr>
          <p:cNvPr id="11" name="Slide Number Placeholder 10"/>
          <p:cNvSpPr>
            <a:spLocks noGrp="1"/>
          </p:cNvSpPr>
          <p:nvPr>
            <p:ph type="sldNum" sz="quarter" idx="12"/>
          </p:nvPr>
        </p:nvSpPr>
        <p:spPr>
          <a:xfrm>
            <a:off x="10375670" y="6446838"/>
            <a:ext cx="780010" cy="365125"/>
          </a:xfrm>
          <a:prstGeom prst="rect">
            <a:avLst/>
          </a:prstGeom>
        </p:spPr>
        <p:txBody>
          <a:bodyPr/>
          <a:lstStyle>
            <a:lvl1pPr>
              <a:defRPr>
                <a:solidFill>
                  <a:schemeClr val="tx1">
                    <a:lumMod val="75000"/>
                    <a:lumOff val="25000"/>
                  </a:schemeClr>
                </a:solidFill>
              </a:defRPr>
            </a:lvl1pPr>
          </a:lstStyle>
          <a:p>
            <a:fld id="{3A98EE3D-8CD1-4C3F-BD1C-C98C9596463C}" type="slidenum">
              <a:rPr lang="en-US" noProof="0" smtClean="0"/>
            </a:fld>
            <a:endParaRPr lang="en-US" noProof="0" dirty="0"/>
          </a:p>
        </p:txBody>
      </p:sp>
      <p:sp>
        <p:nvSpPr>
          <p:cNvPr id="12" name="Picture Placeholder 9"/>
          <p:cNvSpPr>
            <a:spLocks noGrp="1"/>
          </p:cNvSpPr>
          <p:nvPr>
            <p:ph type="pic" sz="quarter" idx="13"/>
          </p:nvPr>
        </p:nvSpPr>
        <p:spPr>
          <a:xfrm>
            <a:off x="0" y="0"/>
            <a:ext cx="12192000" cy="6858000"/>
          </a:xfrm>
        </p:spPr>
        <p:txBody>
          <a:bodyPr/>
          <a:lstStyle/>
          <a:p>
            <a:r>
              <a:rPr lang="en-US" noProof="0" smtClean="0"/>
              <a:t>Click icon to add picture</a:t>
            </a:r>
            <a:endParaRPr lang="en-US" noProof="0" dirty="0"/>
          </a:p>
        </p:txBody>
      </p:sp>
      <p:sp>
        <p:nvSpPr>
          <p:cNvPr id="13" name="Rectangle 12"/>
          <p:cNvSpPr/>
          <p:nvPr userDrawn="1"/>
        </p:nvSpPr>
        <p:spPr>
          <a:xfrm>
            <a:off x="1735138" y="3568700"/>
            <a:ext cx="8721725" cy="230822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ctr"/>
            <a:endParaRPr lang="en-US" sz="1400" noProof="0" dirty="0"/>
          </a:p>
        </p:txBody>
      </p:sp>
      <p:sp>
        <p:nvSpPr>
          <p:cNvPr id="2" name="Title 1"/>
          <p:cNvSpPr>
            <a:spLocks noGrp="1"/>
          </p:cNvSpPr>
          <p:nvPr>
            <p:ph type="title"/>
          </p:nvPr>
        </p:nvSpPr>
        <p:spPr>
          <a:xfrm>
            <a:off x="1930399" y="3746500"/>
            <a:ext cx="8331202" cy="1308100"/>
          </a:xfrm>
        </p:spPr>
        <p:txBody>
          <a:bodyPr anchor="b" anchorCtr="0">
            <a:noAutofit/>
          </a:bodyPr>
          <a:lstStyle>
            <a:lvl1pPr algn="ctr">
              <a:lnSpc>
                <a:spcPct val="90000"/>
              </a:lnSpc>
              <a:defRPr sz="4800" b="1">
                <a:solidFill>
                  <a:schemeClr val="bg1"/>
                </a:solidFill>
                <a:latin typeface="+mn-lt"/>
              </a:defRPr>
            </a:lvl1pPr>
          </a:lstStyle>
          <a:p>
            <a:r>
              <a:rPr lang="en-US" noProof="0" smtClean="0"/>
              <a:t>Click to edit Master title style</a:t>
            </a:r>
            <a:endParaRPr lang="en-US" noProof="0"/>
          </a:p>
        </p:txBody>
      </p:sp>
      <p:sp>
        <p:nvSpPr>
          <p:cNvPr id="3" name="Text Placeholder 2"/>
          <p:cNvSpPr>
            <a:spLocks noGrp="1"/>
          </p:cNvSpPr>
          <p:nvPr>
            <p:ph type="body" idx="1"/>
          </p:nvPr>
        </p:nvSpPr>
        <p:spPr>
          <a:xfrm>
            <a:off x="1930400" y="5219700"/>
            <a:ext cx="8331201" cy="586740"/>
          </a:xfrm>
        </p:spPr>
        <p:txBody>
          <a:bodyPr lIns="91440" rIns="91440" anchor="t" anchorCtr="0">
            <a:normAutofit/>
          </a:bodyPr>
          <a:lstStyle>
            <a:lvl1pPr marL="0" indent="0" algn="ctr">
              <a:buNone/>
              <a:defRPr sz="2400" cap="all" spc="200" baseline="0">
                <a:solidFill>
                  <a:schemeClr val="bg1"/>
                </a:solidFill>
                <a:latin typeface="+mn-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noProof="0" smtClean="0"/>
              <a:t>Edit Master text styles</a:t>
            </a:r>
            <a:endParaRPr lang="en-US" noProof="0" smtClean="0"/>
          </a:p>
        </p:txBody>
      </p:sp>
      <p:sp>
        <p:nvSpPr>
          <p:cNvPr id="14" name="Rectangle 13"/>
          <p:cNvSpPr/>
          <p:nvPr userDrawn="1"/>
        </p:nvSpPr>
        <p:spPr>
          <a:xfrm>
            <a:off x="3536950" y="3469101"/>
            <a:ext cx="5118100" cy="12566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097280" y="2120900"/>
            <a:ext cx="4639736" cy="3748193"/>
          </a:xfrm>
        </p:spPr>
        <p:txBody>
          <a:body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4" name="Content Placeholder 3"/>
          <p:cNvSpPr>
            <a:spLocks noGrp="1"/>
          </p:cNvSpPr>
          <p:nvPr>
            <p:ph sz="half" idx="2"/>
          </p:nvPr>
        </p:nvSpPr>
        <p:spPr>
          <a:xfrm>
            <a:off x="6515944" y="2120900"/>
            <a:ext cx="4639736" cy="3748194"/>
          </a:xfrm>
        </p:spPr>
        <p:txBody>
          <a:body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2" name="Date Placeholder 1"/>
          <p:cNvSpPr>
            <a:spLocks noGrp="1"/>
          </p:cNvSpPr>
          <p:nvPr>
            <p:ph type="dt" sz="half" idx="10"/>
          </p:nvPr>
        </p:nvSpPr>
        <p:spPr>
          <a:xfrm>
            <a:off x="6834126" y="6446838"/>
            <a:ext cx="2584850" cy="365125"/>
          </a:xfrm>
          <a:prstGeom prst="rect">
            <a:avLst/>
          </a:prstGeom>
        </p:spPr>
        <p:txBody>
          <a:bodyPr/>
          <a:lstStyle/>
          <a:p>
            <a:fld id="{7E74ECCD-A9BB-4C40-8999-9FDE0B2AF02D}" type="datetime1">
              <a:rPr lang="en-US" smtClean="0"/>
            </a:fld>
            <a:endParaRPr lang="en-US" dirty="0"/>
          </a:p>
        </p:txBody>
      </p:sp>
      <p:sp>
        <p:nvSpPr>
          <p:cNvPr id="9" name="Footer Placeholder 8"/>
          <p:cNvSpPr>
            <a:spLocks noGrp="1"/>
          </p:cNvSpPr>
          <p:nvPr>
            <p:ph type="ftr" sz="quarter" idx="11"/>
          </p:nvPr>
        </p:nvSpPr>
        <p:spPr>
          <a:xfrm>
            <a:off x="1097279" y="6446838"/>
            <a:ext cx="4846321" cy="365125"/>
          </a:xfrm>
          <a:prstGeom prst="rect">
            <a:avLst/>
          </a:prstGeom>
        </p:spPr>
        <p:txBody>
          <a:bodyPr/>
          <a:lstStyle/>
          <a:p>
            <a:r>
              <a:rPr lang="en-US" dirty="0"/>
              <a:t>Footer</a:t>
            </a:r>
            <a:endParaRPr lang="en-US" dirty="0"/>
          </a:p>
        </p:txBody>
      </p:sp>
      <p:sp>
        <p:nvSpPr>
          <p:cNvPr id="10" name="Slide Number Placeholder 9"/>
          <p:cNvSpPr>
            <a:spLocks noGrp="1"/>
          </p:cNvSpPr>
          <p:nvPr>
            <p:ph type="sldNum" sz="quarter" idx="12"/>
          </p:nvPr>
        </p:nvSpPr>
        <p:spPr>
          <a:xfrm>
            <a:off x="10375670" y="6446838"/>
            <a:ext cx="780010" cy="365125"/>
          </a:xfrm>
          <a:prstGeom prst="rect">
            <a:avLst/>
          </a:prstGeom>
        </p:spPr>
        <p:txBody>
          <a:bodyPr/>
          <a:lstStyle/>
          <a:p>
            <a:fld id="{3A98EE3D-8CD1-4C3F-BD1C-C98C9596463C}" type="slidenum">
              <a:rPr lang="en-US" smtClean="0"/>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097280" y="2057400"/>
            <a:ext cx="4639736" cy="736282"/>
          </a:xfrm>
        </p:spPr>
        <p:txBody>
          <a:bodyPr lIns="91440" rIns="91440" anchor="ctr">
            <a:noAutofit/>
          </a:bodyPr>
          <a:lstStyle>
            <a:lvl1pPr marL="0" indent="0" algn="l">
              <a:buNone/>
              <a:defRPr sz="2400" b="1"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endParaRPr lang="en-US" smtClean="0"/>
          </a:p>
        </p:txBody>
      </p:sp>
      <p:sp>
        <p:nvSpPr>
          <p:cNvPr id="4" name="Content Placeholder 3"/>
          <p:cNvSpPr>
            <a:spLocks noGrp="1"/>
          </p:cNvSpPr>
          <p:nvPr>
            <p:ph sz="half" idx="2"/>
          </p:nvPr>
        </p:nvSpPr>
        <p:spPr>
          <a:xfrm>
            <a:off x="1186731" y="2958274"/>
            <a:ext cx="4639736" cy="2910821"/>
          </a:xfrm>
        </p:spPr>
        <p:txBody>
          <a:body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5" name="Text Placeholder 4"/>
          <p:cNvSpPr>
            <a:spLocks noGrp="1"/>
          </p:cNvSpPr>
          <p:nvPr>
            <p:ph type="body" sz="quarter" idx="3"/>
          </p:nvPr>
        </p:nvSpPr>
        <p:spPr>
          <a:xfrm>
            <a:off x="6515944" y="2057400"/>
            <a:ext cx="4639736" cy="736282"/>
          </a:xfrm>
        </p:spPr>
        <p:txBody>
          <a:bodyPr lIns="91440" rIns="91440" anchor="ctr">
            <a:noAutofit/>
          </a:bodyPr>
          <a:lstStyle>
            <a:lvl1pPr marL="0" indent="0">
              <a:buNone/>
              <a:defRPr sz="2400" b="1"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endParaRPr lang="en-US" smtClean="0"/>
          </a:p>
        </p:txBody>
      </p:sp>
      <p:sp>
        <p:nvSpPr>
          <p:cNvPr id="6" name="Content Placeholder 5"/>
          <p:cNvSpPr>
            <a:spLocks noGrp="1"/>
          </p:cNvSpPr>
          <p:nvPr>
            <p:ph sz="quarter" idx="4"/>
          </p:nvPr>
        </p:nvSpPr>
        <p:spPr>
          <a:xfrm>
            <a:off x="6605395" y="2958273"/>
            <a:ext cx="4639736" cy="2910821"/>
          </a:xfrm>
        </p:spPr>
        <p:txBody>
          <a:body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2" name="Date Placeholder 1"/>
          <p:cNvSpPr>
            <a:spLocks noGrp="1"/>
          </p:cNvSpPr>
          <p:nvPr>
            <p:ph type="dt" sz="half" idx="10"/>
          </p:nvPr>
        </p:nvSpPr>
        <p:spPr>
          <a:xfrm>
            <a:off x="6834126" y="6446838"/>
            <a:ext cx="2584850" cy="365125"/>
          </a:xfrm>
          <a:prstGeom prst="rect">
            <a:avLst/>
          </a:prstGeom>
        </p:spPr>
        <p:txBody>
          <a:bodyPr/>
          <a:lstStyle/>
          <a:p>
            <a:fld id="{B9A11315-80A2-4A6F-99BC-2337EDBA509A}" type="datetime1">
              <a:rPr lang="en-US" smtClean="0"/>
            </a:fld>
            <a:endParaRPr lang="en-US" dirty="0"/>
          </a:p>
        </p:txBody>
      </p:sp>
      <p:sp>
        <p:nvSpPr>
          <p:cNvPr id="11" name="Footer Placeholder 10"/>
          <p:cNvSpPr>
            <a:spLocks noGrp="1"/>
          </p:cNvSpPr>
          <p:nvPr>
            <p:ph type="ftr" sz="quarter" idx="11"/>
          </p:nvPr>
        </p:nvSpPr>
        <p:spPr>
          <a:xfrm>
            <a:off x="1097279" y="6446838"/>
            <a:ext cx="4846321" cy="365125"/>
          </a:xfrm>
          <a:prstGeom prst="rect">
            <a:avLst/>
          </a:prstGeom>
        </p:spPr>
        <p:txBody>
          <a:bodyPr/>
          <a:lstStyle/>
          <a:p>
            <a:r>
              <a:rPr lang="en-US" dirty="0"/>
              <a:t>Footer</a:t>
            </a:r>
            <a:endParaRPr lang="en-US" dirty="0"/>
          </a:p>
        </p:txBody>
      </p:sp>
      <p:sp>
        <p:nvSpPr>
          <p:cNvPr id="12" name="Slide Number Placeholder 11"/>
          <p:cNvSpPr>
            <a:spLocks noGrp="1"/>
          </p:cNvSpPr>
          <p:nvPr>
            <p:ph type="sldNum" sz="quarter" idx="12"/>
          </p:nvPr>
        </p:nvSpPr>
        <p:spPr>
          <a:xfrm>
            <a:off x="10375670" y="6446838"/>
            <a:ext cx="780010" cy="365125"/>
          </a:xfrm>
          <a:prstGeom prst="rect">
            <a:avLst/>
          </a:prstGeom>
        </p:spPr>
        <p:txBody>
          <a:bodyPr/>
          <a:lstStyle/>
          <a:p>
            <a:fld id="{3A98EE3D-8CD1-4C3F-BD1C-C98C9596463C}" type="slidenum">
              <a:rPr lang="en-US" smtClean="0"/>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showMasterSp="0">
  <p:cSld name="Blank">
    <p:spTree>
      <p:nvGrpSpPr>
        <p:cNvPr id="1" name=""/>
        <p:cNvGrpSpPr/>
        <p:nvPr/>
      </p:nvGrpSpPr>
      <p:grpSpPr>
        <a:xfrm>
          <a:off x="0" y="0"/>
          <a:ext cx="0" cy="0"/>
          <a:chOff x="0" y="0"/>
          <a:chExt cx="0" cy="0"/>
        </a:xfrm>
      </p:grpSpPr>
      <p:sp>
        <p:nvSpPr>
          <p:cNvPr id="6" name="Parallélogramme 14"/>
          <p:cNvSpPr/>
          <p:nvPr userDrawn="1"/>
        </p:nvSpPr>
        <p:spPr>
          <a:xfrm>
            <a:off x="4667250" y="0"/>
            <a:ext cx="2857500" cy="6858000"/>
          </a:xfrm>
          <a:prstGeom prst="parallelogram">
            <a:avLst>
              <a:gd name="adj" fmla="val 0"/>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noProof="0" dirty="0"/>
          </a:p>
        </p:txBody>
      </p:sp>
      <p:sp>
        <p:nvSpPr>
          <p:cNvPr id="2" name="Date Placeholder 1"/>
          <p:cNvSpPr>
            <a:spLocks noGrp="1"/>
          </p:cNvSpPr>
          <p:nvPr>
            <p:ph type="dt" sz="half" idx="10"/>
          </p:nvPr>
        </p:nvSpPr>
        <p:spPr>
          <a:xfrm>
            <a:off x="6834126" y="6446838"/>
            <a:ext cx="2584850" cy="365125"/>
          </a:xfrm>
          <a:prstGeom prst="rect">
            <a:avLst/>
          </a:prstGeom>
        </p:spPr>
        <p:txBody>
          <a:bodyPr/>
          <a:lstStyle>
            <a:lvl1pPr>
              <a:defRPr>
                <a:solidFill>
                  <a:schemeClr val="tx1">
                    <a:lumMod val="75000"/>
                    <a:lumOff val="25000"/>
                  </a:schemeClr>
                </a:solidFill>
              </a:defRPr>
            </a:lvl1pPr>
          </a:lstStyle>
          <a:p>
            <a:fld id="{27909053-E1DD-4959-BC7A-C98D3D2614DC}" type="datetime1">
              <a:rPr lang="en-US" noProof="0" smtClean="0"/>
            </a:fld>
            <a:endParaRPr lang="en-US" noProof="0" dirty="0"/>
          </a:p>
        </p:txBody>
      </p:sp>
      <p:sp>
        <p:nvSpPr>
          <p:cNvPr id="3" name="Footer Placeholder 2"/>
          <p:cNvSpPr>
            <a:spLocks noGrp="1"/>
          </p:cNvSpPr>
          <p:nvPr>
            <p:ph type="ftr" sz="quarter" idx="11"/>
          </p:nvPr>
        </p:nvSpPr>
        <p:spPr>
          <a:xfrm>
            <a:off x="1097279" y="6446838"/>
            <a:ext cx="4846321" cy="365125"/>
          </a:xfrm>
          <a:prstGeom prst="rect">
            <a:avLst/>
          </a:prstGeom>
        </p:spPr>
        <p:txBody>
          <a:bodyPr/>
          <a:lstStyle>
            <a:lvl1pPr>
              <a:defRPr>
                <a:solidFill>
                  <a:schemeClr val="tx1">
                    <a:lumMod val="75000"/>
                    <a:lumOff val="25000"/>
                  </a:schemeClr>
                </a:solidFill>
              </a:defRPr>
            </a:lvl1pPr>
          </a:lstStyle>
          <a:p>
            <a:r>
              <a:rPr lang="en-US" noProof="0" dirty="0"/>
              <a:t>Footer</a:t>
            </a:r>
            <a:endParaRPr lang="en-US" noProof="0" dirty="0"/>
          </a:p>
        </p:txBody>
      </p:sp>
      <p:sp>
        <p:nvSpPr>
          <p:cNvPr id="4" name="Slide Number Placeholder 3"/>
          <p:cNvSpPr>
            <a:spLocks noGrp="1"/>
          </p:cNvSpPr>
          <p:nvPr>
            <p:ph type="sldNum" sz="quarter" idx="12"/>
          </p:nvPr>
        </p:nvSpPr>
        <p:spPr>
          <a:xfrm>
            <a:off x="10375670" y="6446838"/>
            <a:ext cx="780010" cy="365125"/>
          </a:xfrm>
          <a:prstGeom prst="rect">
            <a:avLst/>
          </a:prstGeom>
        </p:spPr>
        <p:txBody>
          <a:bodyPr/>
          <a:lstStyle>
            <a:lvl1pPr>
              <a:defRPr>
                <a:solidFill>
                  <a:schemeClr val="tx1">
                    <a:lumMod val="75000"/>
                    <a:lumOff val="25000"/>
                  </a:schemeClr>
                </a:solidFill>
              </a:defRPr>
            </a:lvl1pPr>
          </a:lstStyle>
          <a:p>
            <a:fld id="{3A98EE3D-8CD1-4C3F-BD1C-C98C9596463C}" type="slidenum">
              <a:rPr lang="en-US" noProof="0" smtClean="0"/>
            </a:fld>
            <a:endParaRPr lang="en-US" noProof="0"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showMasterSp="0">
  <p:cSld name="Content with Caption">
    <p:spTree>
      <p:nvGrpSpPr>
        <p:cNvPr id="1" name=""/>
        <p:cNvGrpSpPr/>
        <p:nvPr/>
      </p:nvGrpSpPr>
      <p:grpSpPr>
        <a:xfrm>
          <a:off x="0" y="0"/>
          <a:ext cx="0" cy="0"/>
          <a:chOff x="0" y="0"/>
          <a:chExt cx="0" cy="0"/>
        </a:xfrm>
      </p:grpSpPr>
      <p:sp>
        <p:nvSpPr>
          <p:cNvPr id="10" name="Parallélogramme 14"/>
          <p:cNvSpPr/>
          <p:nvPr userDrawn="1"/>
        </p:nvSpPr>
        <p:spPr>
          <a:xfrm>
            <a:off x="7448550" y="0"/>
            <a:ext cx="2857500" cy="6858000"/>
          </a:xfrm>
          <a:prstGeom prst="parallelogram">
            <a:avLst>
              <a:gd name="adj" fmla="val 0"/>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noProof="0" dirty="0"/>
          </a:p>
        </p:txBody>
      </p:sp>
      <p:sp>
        <p:nvSpPr>
          <p:cNvPr id="8" name="Rectangle 7"/>
          <p:cNvSpPr/>
          <p:nvPr/>
        </p:nvSpPr>
        <p:spPr>
          <a:xfrm>
            <a:off x="16" y="0"/>
            <a:ext cx="4654296" cy="586422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2200" y="786383"/>
            <a:ext cx="3068833" cy="2093975"/>
          </a:xfrm>
        </p:spPr>
        <p:txBody>
          <a:bodyPr anchor="b">
            <a:normAutofit/>
          </a:bodyPr>
          <a:lstStyle>
            <a:lvl1pPr>
              <a:lnSpc>
                <a:spcPct val="90000"/>
              </a:lnSpc>
              <a:defRPr sz="3600" b="0">
                <a:solidFill>
                  <a:srgbClr val="FFFFFF"/>
                </a:solidFill>
              </a:defRPr>
            </a:lvl1pPr>
          </a:lstStyle>
          <a:p>
            <a:r>
              <a:rPr lang="en-US" noProof="0" smtClean="0"/>
              <a:t>Click to edit Master title style</a:t>
            </a:r>
            <a:endParaRPr lang="en-US" noProof="0"/>
          </a:p>
        </p:txBody>
      </p:sp>
      <p:sp>
        <p:nvSpPr>
          <p:cNvPr id="3" name="Content Placeholder 2"/>
          <p:cNvSpPr>
            <a:spLocks noGrp="1"/>
          </p:cNvSpPr>
          <p:nvPr>
            <p:ph idx="1"/>
          </p:nvPr>
        </p:nvSpPr>
        <p:spPr>
          <a:xfrm>
            <a:off x="5458984" y="812800"/>
            <a:ext cx="5713841" cy="4868609"/>
          </a:xfrm>
        </p:spPr>
        <p:txBody>
          <a:bodyPr/>
          <a:lstStyle/>
          <a:p>
            <a:pPr lvl="0"/>
            <a:r>
              <a:rPr lang="en-US" noProof="0" smtClean="0"/>
              <a:t>Edit Master text styles</a:t>
            </a:r>
            <a:endParaRPr lang="en-US" noProof="0" smtClean="0"/>
          </a:p>
          <a:p>
            <a:pPr lvl="1"/>
            <a:r>
              <a:rPr lang="en-US" noProof="0" smtClean="0"/>
              <a:t>Second level</a:t>
            </a:r>
            <a:endParaRPr lang="en-US" noProof="0" smtClean="0"/>
          </a:p>
          <a:p>
            <a:pPr lvl="2"/>
            <a:r>
              <a:rPr lang="en-US" noProof="0" smtClean="0"/>
              <a:t>Third level</a:t>
            </a:r>
            <a:endParaRPr lang="en-US" noProof="0" smtClean="0"/>
          </a:p>
          <a:p>
            <a:pPr lvl="3"/>
            <a:r>
              <a:rPr lang="en-US" noProof="0" smtClean="0"/>
              <a:t>Fourth level</a:t>
            </a:r>
            <a:endParaRPr lang="en-US" noProof="0" smtClean="0"/>
          </a:p>
          <a:p>
            <a:pPr lvl="4"/>
            <a:r>
              <a:rPr lang="en-US" noProof="0" smtClean="0"/>
              <a:t>Fifth level</a:t>
            </a:r>
            <a:endParaRPr lang="en-US" noProof="0"/>
          </a:p>
        </p:txBody>
      </p:sp>
      <p:sp>
        <p:nvSpPr>
          <p:cNvPr id="4" name="Text Placeholder 3"/>
          <p:cNvSpPr>
            <a:spLocks noGrp="1"/>
          </p:cNvSpPr>
          <p:nvPr>
            <p:ph type="body" sz="half" idx="2"/>
          </p:nvPr>
        </p:nvSpPr>
        <p:spPr>
          <a:xfrm>
            <a:off x="1092200" y="3043050"/>
            <a:ext cx="3068832" cy="2638359"/>
          </a:xfrm>
        </p:spPr>
        <p:txBody>
          <a:bodyPr lIns="91440" rIns="91440">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noProof="0" smtClean="0"/>
              <a:t>Edit Master text styles</a:t>
            </a:r>
            <a:endParaRPr lang="en-US" noProof="0" smtClean="0"/>
          </a:p>
        </p:txBody>
      </p:sp>
      <p:sp>
        <p:nvSpPr>
          <p:cNvPr id="9" name="Rectangle 8"/>
          <p:cNvSpPr/>
          <p:nvPr userDrawn="1"/>
        </p:nvSpPr>
        <p:spPr>
          <a:xfrm>
            <a:off x="0" y="1397000"/>
            <a:ext cx="1036320" cy="132948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Rectangle 10"/>
          <p:cNvSpPr/>
          <p:nvPr userDrawn="1"/>
        </p:nvSpPr>
        <p:spPr>
          <a:xfrm>
            <a:off x="5458983" y="624142"/>
            <a:ext cx="5713840" cy="12566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2" name="Date Placeholder 1"/>
          <p:cNvSpPr>
            <a:spLocks noGrp="1"/>
          </p:cNvSpPr>
          <p:nvPr>
            <p:ph type="dt" sz="half" idx="10"/>
          </p:nvPr>
        </p:nvSpPr>
        <p:spPr>
          <a:xfrm>
            <a:off x="6834126" y="6446838"/>
            <a:ext cx="2584850" cy="365125"/>
          </a:xfrm>
          <a:prstGeom prst="rect">
            <a:avLst/>
          </a:prstGeom>
        </p:spPr>
        <p:txBody>
          <a:bodyPr/>
          <a:lstStyle>
            <a:lvl1pPr>
              <a:defRPr>
                <a:solidFill>
                  <a:schemeClr val="tx1">
                    <a:lumMod val="75000"/>
                    <a:lumOff val="25000"/>
                  </a:schemeClr>
                </a:solidFill>
              </a:defRPr>
            </a:lvl1pPr>
          </a:lstStyle>
          <a:p>
            <a:fld id="{3AB9C849-F1D8-4230-9F2F-9250D675BB2A}" type="datetime1">
              <a:rPr lang="en-US" noProof="0" smtClean="0"/>
            </a:fld>
            <a:endParaRPr lang="en-US" noProof="0" dirty="0"/>
          </a:p>
        </p:txBody>
      </p:sp>
      <p:sp>
        <p:nvSpPr>
          <p:cNvPr id="13" name="Footer Placeholder 2"/>
          <p:cNvSpPr>
            <a:spLocks noGrp="1"/>
          </p:cNvSpPr>
          <p:nvPr>
            <p:ph type="ftr" sz="quarter" idx="11"/>
          </p:nvPr>
        </p:nvSpPr>
        <p:spPr>
          <a:xfrm>
            <a:off x="1097279" y="6446838"/>
            <a:ext cx="4846321" cy="365125"/>
          </a:xfrm>
          <a:prstGeom prst="rect">
            <a:avLst/>
          </a:prstGeom>
        </p:spPr>
        <p:txBody>
          <a:bodyPr/>
          <a:lstStyle>
            <a:lvl1pPr>
              <a:defRPr>
                <a:solidFill>
                  <a:schemeClr val="tx1">
                    <a:lumMod val="75000"/>
                    <a:lumOff val="25000"/>
                  </a:schemeClr>
                </a:solidFill>
              </a:defRPr>
            </a:lvl1pPr>
          </a:lstStyle>
          <a:p>
            <a:r>
              <a:rPr lang="en-US" noProof="0" dirty="0"/>
              <a:t>Footer</a:t>
            </a:r>
            <a:endParaRPr lang="en-US" noProof="0" dirty="0"/>
          </a:p>
        </p:txBody>
      </p:sp>
      <p:sp>
        <p:nvSpPr>
          <p:cNvPr id="14" name="Slide Number Placeholder 3"/>
          <p:cNvSpPr>
            <a:spLocks noGrp="1"/>
          </p:cNvSpPr>
          <p:nvPr>
            <p:ph type="sldNum" sz="quarter" idx="12"/>
          </p:nvPr>
        </p:nvSpPr>
        <p:spPr>
          <a:xfrm>
            <a:off x="10375670" y="6446838"/>
            <a:ext cx="780010" cy="365125"/>
          </a:xfrm>
          <a:prstGeom prst="rect">
            <a:avLst/>
          </a:prstGeom>
        </p:spPr>
        <p:txBody>
          <a:bodyPr/>
          <a:lstStyle>
            <a:lvl1pPr>
              <a:defRPr>
                <a:solidFill>
                  <a:schemeClr val="tx1">
                    <a:lumMod val="75000"/>
                    <a:lumOff val="25000"/>
                  </a:schemeClr>
                </a:solidFill>
              </a:defRPr>
            </a:lvl1pPr>
          </a:lstStyle>
          <a:p>
            <a:fld id="{3A98EE3D-8CD1-4C3F-BD1C-C98C9596463C}" type="slidenum">
              <a:rPr lang="en-US" noProof="0" smtClean="0"/>
            </a:fld>
            <a:endParaRPr lang="en-US" noProof="0" dirty="0"/>
          </a:p>
        </p:txBody>
      </p:sp>
      <p:cxnSp>
        <p:nvCxnSpPr>
          <p:cNvPr id="15" name="Connecteur droit 19"/>
          <p:cNvCxnSpPr/>
          <p:nvPr userDrawn="1"/>
        </p:nvCxnSpPr>
        <p:spPr>
          <a:xfrm flipH="1">
            <a:off x="1092200" y="6446838"/>
            <a:ext cx="1643438" cy="0"/>
          </a:xfrm>
          <a:prstGeom prst="line">
            <a:avLst/>
          </a:prstGeom>
          <a:ln w="2857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6" name="Connecteur droit 19"/>
          <p:cNvCxnSpPr/>
          <p:nvPr userDrawn="1"/>
        </p:nvCxnSpPr>
        <p:spPr>
          <a:xfrm flipH="1">
            <a:off x="8420100" y="6429376"/>
            <a:ext cx="1000462" cy="0"/>
          </a:xfrm>
          <a:prstGeom prst="line">
            <a:avLst/>
          </a:prstGeom>
          <a:ln w="285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7" name="Connecteur droit 19"/>
          <p:cNvCxnSpPr/>
          <p:nvPr userDrawn="1"/>
        </p:nvCxnSpPr>
        <p:spPr>
          <a:xfrm flipH="1" flipV="1">
            <a:off x="10765675" y="6446838"/>
            <a:ext cx="407258" cy="6350"/>
          </a:xfrm>
          <a:prstGeom prst="line">
            <a:avLst/>
          </a:prstGeom>
          <a:ln w="28575">
            <a:solidFill>
              <a:schemeClr val="bg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7" name="Date Placeholder 6"/>
          <p:cNvSpPr>
            <a:spLocks noGrp="1"/>
          </p:cNvSpPr>
          <p:nvPr>
            <p:ph type="dt" sz="half" idx="10"/>
          </p:nvPr>
        </p:nvSpPr>
        <p:spPr>
          <a:xfrm>
            <a:off x="6834126" y="6446838"/>
            <a:ext cx="2584850" cy="365125"/>
          </a:xfrm>
          <a:prstGeom prst="rect">
            <a:avLst/>
          </a:prstGeom>
        </p:spPr>
        <p:txBody>
          <a:bodyPr/>
          <a:lstStyle/>
          <a:p>
            <a:fld id="{F2DB7022-84E8-42F0-8AEA-ADED76AFD446}" type="datetime1">
              <a:rPr lang="en-US" smtClean="0"/>
            </a:fld>
            <a:endParaRPr lang="en-US" dirty="0"/>
          </a:p>
        </p:txBody>
      </p:sp>
      <p:sp>
        <p:nvSpPr>
          <p:cNvPr id="8" name="Footer Placeholder 7"/>
          <p:cNvSpPr>
            <a:spLocks noGrp="1"/>
          </p:cNvSpPr>
          <p:nvPr>
            <p:ph type="ftr" sz="quarter" idx="11"/>
          </p:nvPr>
        </p:nvSpPr>
        <p:spPr>
          <a:xfrm>
            <a:off x="1097279" y="6446838"/>
            <a:ext cx="4846321" cy="365125"/>
          </a:xfrm>
          <a:prstGeom prst="rect">
            <a:avLst/>
          </a:prstGeom>
        </p:spPr>
        <p:txBody>
          <a:bodyPr/>
          <a:lstStyle/>
          <a:p>
            <a:r>
              <a:rPr lang="en-US" dirty="0"/>
              <a:t>Footer</a:t>
            </a:r>
            <a:endParaRPr lang="en-US" dirty="0"/>
          </a:p>
        </p:txBody>
      </p:sp>
      <p:sp>
        <p:nvSpPr>
          <p:cNvPr id="9" name="Slide Number Placeholder 8"/>
          <p:cNvSpPr>
            <a:spLocks noGrp="1"/>
          </p:cNvSpPr>
          <p:nvPr>
            <p:ph type="sldNum" sz="quarter" idx="12"/>
          </p:nvPr>
        </p:nvSpPr>
        <p:spPr>
          <a:xfrm>
            <a:off x="10375670" y="6446838"/>
            <a:ext cx="780010" cy="365125"/>
          </a:xfrm>
          <a:prstGeom prst="rect">
            <a:avLst/>
          </a:prstGeom>
        </p:spPr>
        <p:txBody>
          <a:bodyPr/>
          <a:lstStyle/>
          <a:p>
            <a:fld id="{3A98EE3D-8CD1-4C3F-BD1C-C98C9596463C}" type="slidenum">
              <a:rPr lang="en-US" smtClean="0"/>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showMasterSp="0" userDrawn="1">
  <p:cSld name="1_Content with Caption">
    <p:spTree>
      <p:nvGrpSpPr>
        <p:cNvPr id="1" name=""/>
        <p:cNvGrpSpPr/>
        <p:nvPr/>
      </p:nvGrpSpPr>
      <p:grpSpPr>
        <a:xfrm>
          <a:off x="0" y="0"/>
          <a:ext cx="0" cy="0"/>
          <a:chOff x="0" y="0"/>
          <a:chExt cx="0" cy="0"/>
        </a:xfrm>
      </p:grpSpPr>
      <p:sp>
        <p:nvSpPr>
          <p:cNvPr id="10" name="Parallélogramme 14"/>
          <p:cNvSpPr/>
          <p:nvPr userDrawn="1"/>
        </p:nvSpPr>
        <p:spPr>
          <a:xfrm>
            <a:off x="7448550" y="0"/>
            <a:ext cx="2857500" cy="6858000"/>
          </a:xfrm>
          <a:prstGeom prst="parallelogram">
            <a:avLst>
              <a:gd name="adj" fmla="val 0"/>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noProof="0" dirty="0"/>
          </a:p>
        </p:txBody>
      </p:sp>
      <p:sp>
        <p:nvSpPr>
          <p:cNvPr id="8" name="Rectangle 7"/>
          <p:cNvSpPr/>
          <p:nvPr/>
        </p:nvSpPr>
        <p:spPr>
          <a:xfrm>
            <a:off x="16" y="0"/>
            <a:ext cx="4654296" cy="586422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Content Placeholder 2"/>
          <p:cNvSpPr>
            <a:spLocks noGrp="1"/>
          </p:cNvSpPr>
          <p:nvPr>
            <p:ph idx="1"/>
          </p:nvPr>
        </p:nvSpPr>
        <p:spPr>
          <a:xfrm>
            <a:off x="5458984" y="497808"/>
            <a:ext cx="5713841" cy="4868609"/>
          </a:xfrm>
        </p:spPr>
        <p:txBody>
          <a:bodyPr anchor="ctr"/>
          <a:lstStyle/>
          <a:p>
            <a:pPr lvl="0"/>
            <a:r>
              <a:rPr lang="en-US" noProof="0" smtClean="0"/>
              <a:t>Edit Master text styles</a:t>
            </a:r>
            <a:endParaRPr lang="en-US" noProof="0" smtClean="0"/>
          </a:p>
          <a:p>
            <a:pPr lvl="1"/>
            <a:r>
              <a:rPr lang="en-US" noProof="0" smtClean="0"/>
              <a:t>Second level</a:t>
            </a:r>
            <a:endParaRPr lang="en-US" noProof="0" smtClean="0"/>
          </a:p>
          <a:p>
            <a:pPr lvl="2"/>
            <a:r>
              <a:rPr lang="en-US" noProof="0" smtClean="0"/>
              <a:t>Third level</a:t>
            </a:r>
            <a:endParaRPr lang="en-US" noProof="0" smtClean="0"/>
          </a:p>
          <a:p>
            <a:pPr lvl="3"/>
            <a:r>
              <a:rPr lang="en-US" noProof="0" smtClean="0"/>
              <a:t>Fourth level</a:t>
            </a:r>
            <a:endParaRPr lang="en-US" noProof="0" smtClean="0"/>
          </a:p>
          <a:p>
            <a:pPr lvl="4"/>
            <a:r>
              <a:rPr lang="en-US" noProof="0" smtClean="0"/>
              <a:t>Fifth level</a:t>
            </a:r>
            <a:endParaRPr lang="en-US" noProof="0"/>
          </a:p>
        </p:txBody>
      </p:sp>
      <p:sp>
        <p:nvSpPr>
          <p:cNvPr id="9" name="Rectangle 8"/>
          <p:cNvSpPr/>
          <p:nvPr userDrawn="1"/>
        </p:nvSpPr>
        <p:spPr>
          <a:xfrm>
            <a:off x="0" y="2003424"/>
            <a:ext cx="1036320" cy="185737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Rectangle 10"/>
          <p:cNvSpPr/>
          <p:nvPr userDrawn="1"/>
        </p:nvSpPr>
        <p:spPr>
          <a:xfrm>
            <a:off x="5458983" y="377398"/>
            <a:ext cx="5713840" cy="12566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2" name="Date Placeholder 1"/>
          <p:cNvSpPr>
            <a:spLocks noGrp="1"/>
          </p:cNvSpPr>
          <p:nvPr>
            <p:ph type="dt" sz="half" idx="10"/>
          </p:nvPr>
        </p:nvSpPr>
        <p:spPr>
          <a:xfrm>
            <a:off x="6834126" y="6446838"/>
            <a:ext cx="2584850" cy="365125"/>
          </a:xfrm>
          <a:prstGeom prst="rect">
            <a:avLst/>
          </a:prstGeom>
        </p:spPr>
        <p:txBody>
          <a:bodyPr/>
          <a:lstStyle>
            <a:lvl1pPr>
              <a:defRPr>
                <a:solidFill>
                  <a:schemeClr val="tx1">
                    <a:lumMod val="75000"/>
                    <a:lumOff val="25000"/>
                  </a:schemeClr>
                </a:solidFill>
              </a:defRPr>
            </a:lvl1pPr>
          </a:lstStyle>
          <a:p>
            <a:fld id="{8D4C0741-442A-4788-81DA-4F081D559C5A}" type="datetime1">
              <a:rPr lang="en-US" noProof="0" smtClean="0"/>
            </a:fld>
            <a:endParaRPr lang="en-US" noProof="0" dirty="0"/>
          </a:p>
        </p:txBody>
      </p:sp>
      <p:sp>
        <p:nvSpPr>
          <p:cNvPr id="13" name="Footer Placeholder 2"/>
          <p:cNvSpPr>
            <a:spLocks noGrp="1"/>
          </p:cNvSpPr>
          <p:nvPr>
            <p:ph type="ftr" sz="quarter" idx="11"/>
          </p:nvPr>
        </p:nvSpPr>
        <p:spPr>
          <a:xfrm>
            <a:off x="1097279" y="6446838"/>
            <a:ext cx="4846321" cy="365125"/>
          </a:xfrm>
          <a:prstGeom prst="rect">
            <a:avLst/>
          </a:prstGeom>
        </p:spPr>
        <p:txBody>
          <a:bodyPr/>
          <a:lstStyle>
            <a:lvl1pPr>
              <a:defRPr>
                <a:solidFill>
                  <a:schemeClr val="tx1">
                    <a:lumMod val="75000"/>
                    <a:lumOff val="25000"/>
                  </a:schemeClr>
                </a:solidFill>
              </a:defRPr>
            </a:lvl1pPr>
          </a:lstStyle>
          <a:p>
            <a:r>
              <a:rPr lang="en-US" noProof="0" dirty="0"/>
              <a:t>Footer</a:t>
            </a:r>
            <a:endParaRPr lang="en-US" noProof="0" dirty="0"/>
          </a:p>
        </p:txBody>
      </p:sp>
      <p:sp>
        <p:nvSpPr>
          <p:cNvPr id="14" name="Slide Number Placeholder 3"/>
          <p:cNvSpPr>
            <a:spLocks noGrp="1"/>
          </p:cNvSpPr>
          <p:nvPr>
            <p:ph type="sldNum" sz="quarter" idx="12"/>
          </p:nvPr>
        </p:nvSpPr>
        <p:spPr>
          <a:xfrm>
            <a:off x="10375670" y="6446838"/>
            <a:ext cx="780010" cy="365125"/>
          </a:xfrm>
          <a:prstGeom prst="rect">
            <a:avLst/>
          </a:prstGeom>
        </p:spPr>
        <p:txBody>
          <a:bodyPr/>
          <a:lstStyle>
            <a:lvl1pPr>
              <a:defRPr>
                <a:solidFill>
                  <a:schemeClr val="tx1">
                    <a:lumMod val="75000"/>
                    <a:lumOff val="25000"/>
                  </a:schemeClr>
                </a:solidFill>
              </a:defRPr>
            </a:lvl1pPr>
          </a:lstStyle>
          <a:p>
            <a:fld id="{3A98EE3D-8CD1-4C3F-BD1C-C98C9596463C}" type="slidenum">
              <a:rPr lang="en-US" noProof="0" smtClean="0"/>
            </a:fld>
            <a:endParaRPr lang="en-US" noProof="0" dirty="0"/>
          </a:p>
        </p:txBody>
      </p:sp>
      <p:sp>
        <p:nvSpPr>
          <p:cNvPr id="5" name="Rectangle 4"/>
          <p:cNvSpPr/>
          <p:nvPr userDrawn="1"/>
        </p:nvSpPr>
        <p:spPr>
          <a:xfrm>
            <a:off x="1078230" y="2003423"/>
            <a:ext cx="3576082" cy="1857378"/>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p:cNvSpPr>
            <a:spLocks noGrp="1"/>
          </p:cNvSpPr>
          <p:nvPr>
            <p:ph type="title"/>
          </p:nvPr>
        </p:nvSpPr>
        <p:spPr>
          <a:xfrm>
            <a:off x="1092200" y="1885125"/>
            <a:ext cx="3314700" cy="2093975"/>
          </a:xfrm>
        </p:spPr>
        <p:txBody>
          <a:bodyPr anchor="ctr">
            <a:normAutofit/>
          </a:bodyPr>
          <a:lstStyle>
            <a:lvl1pPr>
              <a:lnSpc>
                <a:spcPct val="90000"/>
              </a:lnSpc>
              <a:defRPr sz="4400" b="1">
                <a:solidFill>
                  <a:srgbClr val="FFFFFF"/>
                </a:solidFill>
                <a:latin typeface="+mn-lt"/>
              </a:defRPr>
            </a:lvl1pPr>
          </a:lstStyle>
          <a:p>
            <a:r>
              <a:rPr lang="en-US" noProof="0" smtClean="0"/>
              <a:t>Click to edit Master title style</a:t>
            </a:r>
            <a:endParaRPr lang="en-US" noProof="0"/>
          </a:p>
        </p:txBody>
      </p:sp>
      <p:sp>
        <p:nvSpPr>
          <p:cNvPr id="18" name="Rectangle 17"/>
          <p:cNvSpPr/>
          <p:nvPr userDrawn="1"/>
        </p:nvSpPr>
        <p:spPr>
          <a:xfrm>
            <a:off x="1092200" y="993775"/>
            <a:ext cx="1036320" cy="936626"/>
          </a:xfrm>
          <a:prstGeom prst="rect">
            <a:avLst/>
          </a:prstGeom>
          <a:solidFill>
            <a:schemeClr val="tx2">
              <a:lumMod val="20000"/>
              <a:lumOff val="80000"/>
              <a:alpha val="2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showMasterSp="0" userDrawn="1">
  <p:cSld name="2_Content with Caption">
    <p:spTree>
      <p:nvGrpSpPr>
        <p:cNvPr id="1" name=""/>
        <p:cNvGrpSpPr/>
        <p:nvPr/>
      </p:nvGrpSpPr>
      <p:grpSpPr>
        <a:xfrm>
          <a:off x="0" y="0"/>
          <a:ext cx="0" cy="0"/>
          <a:chOff x="0" y="0"/>
          <a:chExt cx="0" cy="0"/>
        </a:xfrm>
      </p:grpSpPr>
      <p:sp>
        <p:nvSpPr>
          <p:cNvPr id="18" name="Picture Placeholder 9"/>
          <p:cNvSpPr>
            <a:spLocks noGrp="1"/>
          </p:cNvSpPr>
          <p:nvPr>
            <p:ph type="pic" sz="quarter" idx="13"/>
          </p:nvPr>
        </p:nvSpPr>
        <p:spPr>
          <a:xfrm>
            <a:off x="0" y="0"/>
            <a:ext cx="4654296" cy="5864225"/>
          </a:xfrm>
        </p:spPr>
        <p:txBody>
          <a:bodyPr/>
          <a:lstStyle>
            <a:lvl1pPr>
              <a:defRPr>
                <a:solidFill>
                  <a:schemeClr val="bg1"/>
                </a:solidFill>
              </a:defRPr>
            </a:lvl1pPr>
          </a:lstStyle>
          <a:p>
            <a:r>
              <a:rPr lang="en-US" noProof="0" smtClean="0"/>
              <a:t>Click icon to add picture</a:t>
            </a:r>
            <a:endParaRPr lang="en-US" noProof="0" dirty="0"/>
          </a:p>
        </p:txBody>
      </p:sp>
      <p:sp>
        <p:nvSpPr>
          <p:cNvPr id="10" name="Parallélogramme 14"/>
          <p:cNvSpPr/>
          <p:nvPr userDrawn="1"/>
        </p:nvSpPr>
        <p:spPr>
          <a:xfrm>
            <a:off x="7448550" y="0"/>
            <a:ext cx="2857500" cy="6858000"/>
          </a:xfrm>
          <a:prstGeom prst="parallelogram">
            <a:avLst>
              <a:gd name="adj" fmla="val 0"/>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noProof="0" dirty="0"/>
          </a:p>
        </p:txBody>
      </p:sp>
      <p:sp>
        <p:nvSpPr>
          <p:cNvPr id="3" name="Content Placeholder 2"/>
          <p:cNvSpPr>
            <a:spLocks noGrp="1"/>
          </p:cNvSpPr>
          <p:nvPr>
            <p:ph idx="1"/>
          </p:nvPr>
        </p:nvSpPr>
        <p:spPr>
          <a:xfrm>
            <a:off x="5458984" y="497808"/>
            <a:ext cx="5713841" cy="4868609"/>
          </a:xfrm>
        </p:spPr>
        <p:txBody>
          <a:bodyPr anchor="ctr"/>
          <a:lstStyle/>
          <a:p>
            <a:pPr lvl="0"/>
            <a:r>
              <a:rPr lang="en-US" noProof="0" smtClean="0"/>
              <a:t>Edit Master text styles</a:t>
            </a:r>
            <a:endParaRPr lang="en-US" noProof="0" smtClean="0"/>
          </a:p>
          <a:p>
            <a:pPr lvl="1"/>
            <a:r>
              <a:rPr lang="en-US" noProof="0" smtClean="0"/>
              <a:t>Second level</a:t>
            </a:r>
            <a:endParaRPr lang="en-US" noProof="0" smtClean="0"/>
          </a:p>
          <a:p>
            <a:pPr lvl="2"/>
            <a:r>
              <a:rPr lang="en-US" noProof="0" smtClean="0"/>
              <a:t>Third level</a:t>
            </a:r>
            <a:endParaRPr lang="en-US" noProof="0" smtClean="0"/>
          </a:p>
          <a:p>
            <a:pPr lvl="3"/>
            <a:r>
              <a:rPr lang="en-US" noProof="0" smtClean="0"/>
              <a:t>Fourth level</a:t>
            </a:r>
            <a:endParaRPr lang="en-US" noProof="0" smtClean="0"/>
          </a:p>
          <a:p>
            <a:pPr lvl="4"/>
            <a:r>
              <a:rPr lang="en-US" noProof="0" smtClean="0"/>
              <a:t>Fifth level</a:t>
            </a:r>
            <a:endParaRPr lang="en-US" noProof="0"/>
          </a:p>
        </p:txBody>
      </p:sp>
      <p:sp>
        <p:nvSpPr>
          <p:cNvPr id="12" name="Date Placeholder 1"/>
          <p:cNvSpPr>
            <a:spLocks noGrp="1"/>
          </p:cNvSpPr>
          <p:nvPr>
            <p:ph type="dt" sz="half" idx="10"/>
          </p:nvPr>
        </p:nvSpPr>
        <p:spPr>
          <a:xfrm>
            <a:off x="6834126" y="6446838"/>
            <a:ext cx="2584850" cy="365125"/>
          </a:xfrm>
          <a:prstGeom prst="rect">
            <a:avLst/>
          </a:prstGeom>
        </p:spPr>
        <p:txBody>
          <a:bodyPr/>
          <a:lstStyle>
            <a:lvl1pPr>
              <a:defRPr>
                <a:solidFill>
                  <a:schemeClr val="tx1">
                    <a:lumMod val="75000"/>
                    <a:lumOff val="25000"/>
                  </a:schemeClr>
                </a:solidFill>
              </a:defRPr>
            </a:lvl1pPr>
          </a:lstStyle>
          <a:p>
            <a:fld id="{470BDB9F-6784-464D-8ED7-29E60E2B21A9}" type="datetime1">
              <a:rPr lang="en-US" noProof="0" smtClean="0"/>
            </a:fld>
            <a:endParaRPr lang="en-US" noProof="0" dirty="0"/>
          </a:p>
        </p:txBody>
      </p:sp>
      <p:sp>
        <p:nvSpPr>
          <p:cNvPr id="13" name="Footer Placeholder 2"/>
          <p:cNvSpPr>
            <a:spLocks noGrp="1"/>
          </p:cNvSpPr>
          <p:nvPr>
            <p:ph type="ftr" sz="quarter" idx="11"/>
          </p:nvPr>
        </p:nvSpPr>
        <p:spPr>
          <a:xfrm>
            <a:off x="1097279" y="6446838"/>
            <a:ext cx="4846321" cy="365125"/>
          </a:xfrm>
          <a:prstGeom prst="rect">
            <a:avLst/>
          </a:prstGeom>
        </p:spPr>
        <p:txBody>
          <a:bodyPr/>
          <a:lstStyle>
            <a:lvl1pPr>
              <a:defRPr>
                <a:solidFill>
                  <a:schemeClr val="tx1">
                    <a:lumMod val="75000"/>
                    <a:lumOff val="25000"/>
                  </a:schemeClr>
                </a:solidFill>
              </a:defRPr>
            </a:lvl1pPr>
          </a:lstStyle>
          <a:p>
            <a:r>
              <a:rPr lang="en-US" noProof="0" dirty="0"/>
              <a:t>Footer</a:t>
            </a:r>
            <a:endParaRPr lang="en-US" noProof="0" dirty="0"/>
          </a:p>
        </p:txBody>
      </p:sp>
      <p:sp>
        <p:nvSpPr>
          <p:cNvPr id="14" name="Slide Number Placeholder 3"/>
          <p:cNvSpPr>
            <a:spLocks noGrp="1"/>
          </p:cNvSpPr>
          <p:nvPr>
            <p:ph type="sldNum" sz="quarter" idx="12"/>
          </p:nvPr>
        </p:nvSpPr>
        <p:spPr>
          <a:xfrm>
            <a:off x="10375670" y="6446838"/>
            <a:ext cx="780010" cy="365125"/>
          </a:xfrm>
          <a:prstGeom prst="rect">
            <a:avLst/>
          </a:prstGeom>
        </p:spPr>
        <p:txBody>
          <a:bodyPr/>
          <a:lstStyle>
            <a:lvl1pPr>
              <a:defRPr>
                <a:solidFill>
                  <a:schemeClr val="tx1">
                    <a:lumMod val="75000"/>
                    <a:lumOff val="25000"/>
                  </a:schemeClr>
                </a:solidFill>
              </a:defRPr>
            </a:lvl1pPr>
          </a:lstStyle>
          <a:p>
            <a:fld id="{3A98EE3D-8CD1-4C3F-BD1C-C98C9596463C}" type="slidenum">
              <a:rPr lang="en-US" noProof="0" smtClean="0"/>
            </a:fld>
            <a:endParaRPr lang="en-US" noProof="0" dirty="0"/>
          </a:p>
        </p:txBody>
      </p:sp>
      <p:sp>
        <p:nvSpPr>
          <p:cNvPr id="2" name="Title 1"/>
          <p:cNvSpPr>
            <a:spLocks noGrp="1"/>
          </p:cNvSpPr>
          <p:nvPr>
            <p:ph type="title"/>
          </p:nvPr>
        </p:nvSpPr>
        <p:spPr>
          <a:xfrm>
            <a:off x="1092200" y="1885125"/>
            <a:ext cx="3068833" cy="2093975"/>
          </a:xfrm>
        </p:spPr>
        <p:txBody>
          <a:bodyPr anchor="ctr">
            <a:normAutofit/>
          </a:bodyPr>
          <a:lstStyle>
            <a:lvl1pPr>
              <a:lnSpc>
                <a:spcPct val="90000"/>
              </a:lnSpc>
              <a:defRPr sz="4400" b="1" i="0">
                <a:solidFill>
                  <a:srgbClr val="FFFFFF"/>
                </a:solidFill>
                <a:latin typeface="+mn-lt"/>
              </a:defRPr>
            </a:lvl1pPr>
          </a:lstStyle>
          <a:p>
            <a:r>
              <a:rPr lang="en-US" noProof="0" smtClean="0"/>
              <a:t>Click to edit Master title style</a:t>
            </a:r>
            <a:endParaRPr lang="en-US" noProof="0"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showMasterSp="0" userDrawn="1">
  <p:cSld name="6_Content with Caption">
    <p:spTree>
      <p:nvGrpSpPr>
        <p:cNvPr id="1" name=""/>
        <p:cNvGrpSpPr/>
        <p:nvPr/>
      </p:nvGrpSpPr>
      <p:grpSpPr>
        <a:xfrm>
          <a:off x="0" y="0"/>
          <a:ext cx="0" cy="0"/>
          <a:chOff x="0" y="0"/>
          <a:chExt cx="0" cy="0"/>
        </a:xfrm>
      </p:grpSpPr>
      <p:sp>
        <p:nvSpPr>
          <p:cNvPr id="10" name="Parallélogramme 14"/>
          <p:cNvSpPr/>
          <p:nvPr userDrawn="1"/>
        </p:nvSpPr>
        <p:spPr>
          <a:xfrm>
            <a:off x="7448550" y="0"/>
            <a:ext cx="2857500" cy="6858000"/>
          </a:xfrm>
          <a:prstGeom prst="parallelogram">
            <a:avLst>
              <a:gd name="adj" fmla="val 0"/>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noProof="0" dirty="0"/>
          </a:p>
        </p:txBody>
      </p:sp>
      <p:sp>
        <p:nvSpPr>
          <p:cNvPr id="2" name="Title 1"/>
          <p:cNvSpPr>
            <a:spLocks noGrp="1"/>
          </p:cNvSpPr>
          <p:nvPr>
            <p:ph type="title"/>
          </p:nvPr>
        </p:nvSpPr>
        <p:spPr>
          <a:xfrm>
            <a:off x="4984722" y="548355"/>
            <a:ext cx="6054846" cy="634336"/>
          </a:xfrm>
        </p:spPr>
        <p:txBody>
          <a:bodyPr anchor="ctr">
            <a:noAutofit/>
          </a:bodyPr>
          <a:lstStyle>
            <a:lvl1pPr>
              <a:lnSpc>
                <a:spcPct val="90000"/>
              </a:lnSpc>
              <a:defRPr sz="3600" b="1" i="0">
                <a:solidFill>
                  <a:srgbClr val="FFFFFF"/>
                </a:solidFill>
                <a:latin typeface="+mn-lt"/>
              </a:defRPr>
            </a:lvl1pPr>
          </a:lstStyle>
          <a:p>
            <a:r>
              <a:rPr lang="en-US" noProof="0" smtClean="0"/>
              <a:t>Click to edit Master title style</a:t>
            </a:r>
            <a:endParaRPr lang="en-US" noProof="0"/>
          </a:p>
        </p:txBody>
      </p:sp>
      <p:sp>
        <p:nvSpPr>
          <p:cNvPr id="3" name="Content Placeholder 2"/>
          <p:cNvSpPr>
            <a:spLocks noGrp="1"/>
          </p:cNvSpPr>
          <p:nvPr>
            <p:ph idx="1"/>
          </p:nvPr>
        </p:nvSpPr>
        <p:spPr>
          <a:xfrm>
            <a:off x="5100833" y="1611313"/>
            <a:ext cx="6072099" cy="3755104"/>
          </a:xfrm>
        </p:spPr>
        <p:txBody>
          <a:bodyPr anchor="t">
            <a:normAutofit/>
          </a:bodyPr>
          <a:lstStyle>
            <a:lvl1pPr>
              <a:defRPr sz="2400"/>
            </a:lvl1pPr>
            <a:lvl2pPr>
              <a:defRPr sz="2000"/>
            </a:lvl2pPr>
            <a:lvl3pPr>
              <a:defRPr sz="1600"/>
            </a:lvl3pPr>
            <a:lvl4pPr>
              <a:defRPr sz="1600"/>
            </a:lvl4pPr>
            <a:lvl5pPr>
              <a:defRPr sz="1600"/>
            </a:lvl5pPr>
          </a:lstStyle>
          <a:p>
            <a:pPr lvl="0"/>
            <a:r>
              <a:rPr lang="en-US" noProof="0" smtClean="0"/>
              <a:t>Edit Master text styles</a:t>
            </a:r>
            <a:endParaRPr lang="en-US" noProof="0" smtClean="0"/>
          </a:p>
          <a:p>
            <a:pPr lvl="1"/>
            <a:r>
              <a:rPr lang="en-US" noProof="0" smtClean="0"/>
              <a:t>Second level</a:t>
            </a:r>
            <a:endParaRPr lang="en-US" noProof="0" smtClean="0"/>
          </a:p>
          <a:p>
            <a:pPr lvl="2"/>
            <a:r>
              <a:rPr lang="en-US" noProof="0" smtClean="0"/>
              <a:t>Third level</a:t>
            </a:r>
            <a:endParaRPr lang="en-US" noProof="0" smtClean="0"/>
          </a:p>
          <a:p>
            <a:pPr lvl="3"/>
            <a:r>
              <a:rPr lang="en-US" noProof="0" smtClean="0"/>
              <a:t>Fourth level</a:t>
            </a:r>
            <a:endParaRPr lang="en-US" noProof="0" smtClean="0"/>
          </a:p>
          <a:p>
            <a:pPr lvl="4"/>
            <a:r>
              <a:rPr lang="en-US" noProof="0" smtClean="0"/>
              <a:t>Fifth level</a:t>
            </a:r>
            <a:endParaRPr lang="en-US" noProof="0"/>
          </a:p>
        </p:txBody>
      </p:sp>
      <p:sp>
        <p:nvSpPr>
          <p:cNvPr id="12" name="Date Placeholder 1"/>
          <p:cNvSpPr>
            <a:spLocks noGrp="1"/>
          </p:cNvSpPr>
          <p:nvPr>
            <p:ph type="dt" sz="half" idx="10"/>
          </p:nvPr>
        </p:nvSpPr>
        <p:spPr>
          <a:xfrm>
            <a:off x="6834126" y="6446838"/>
            <a:ext cx="2584850" cy="365125"/>
          </a:xfrm>
          <a:prstGeom prst="rect">
            <a:avLst/>
          </a:prstGeom>
        </p:spPr>
        <p:txBody>
          <a:bodyPr/>
          <a:lstStyle>
            <a:lvl1pPr>
              <a:defRPr>
                <a:solidFill>
                  <a:schemeClr val="tx1">
                    <a:lumMod val="75000"/>
                    <a:lumOff val="25000"/>
                  </a:schemeClr>
                </a:solidFill>
              </a:defRPr>
            </a:lvl1pPr>
          </a:lstStyle>
          <a:p>
            <a:fld id="{6DA3ABBD-A00D-4624-9D57-736F5DDBFABC}" type="datetime1">
              <a:rPr lang="en-US" noProof="0" smtClean="0"/>
            </a:fld>
            <a:endParaRPr lang="en-US" noProof="0" dirty="0"/>
          </a:p>
        </p:txBody>
      </p:sp>
      <p:sp>
        <p:nvSpPr>
          <p:cNvPr id="13" name="Footer Placeholder 2"/>
          <p:cNvSpPr>
            <a:spLocks noGrp="1"/>
          </p:cNvSpPr>
          <p:nvPr>
            <p:ph type="ftr" sz="quarter" idx="11"/>
          </p:nvPr>
        </p:nvSpPr>
        <p:spPr>
          <a:xfrm>
            <a:off x="1097279" y="6446838"/>
            <a:ext cx="4846321" cy="365125"/>
          </a:xfrm>
          <a:prstGeom prst="rect">
            <a:avLst/>
          </a:prstGeom>
        </p:spPr>
        <p:txBody>
          <a:bodyPr/>
          <a:lstStyle>
            <a:lvl1pPr>
              <a:defRPr>
                <a:solidFill>
                  <a:schemeClr val="tx1">
                    <a:lumMod val="75000"/>
                    <a:lumOff val="25000"/>
                  </a:schemeClr>
                </a:solidFill>
              </a:defRPr>
            </a:lvl1pPr>
          </a:lstStyle>
          <a:p>
            <a:r>
              <a:rPr lang="en-US" noProof="0" dirty="0"/>
              <a:t>Footer</a:t>
            </a:r>
            <a:endParaRPr lang="en-US" noProof="0" dirty="0"/>
          </a:p>
        </p:txBody>
      </p:sp>
      <p:sp>
        <p:nvSpPr>
          <p:cNvPr id="14" name="Slide Number Placeholder 3"/>
          <p:cNvSpPr>
            <a:spLocks noGrp="1"/>
          </p:cNvSpPr>
          <p:nvPr>
            <p:ph type="sldNum" sz="quarter" idx="12"/>
          </p:nvPr>
        </p:nvSpPr>
        <p:spPr>
          <a:xfrm>
            <a:off x="10375670" y="6446838"/>
            <a:ext cx="780010" cy="365125"/>
          </a:xfrm>
          <a:prstGeom prst="rect">
            <a:avLst/>
          </a:prstGeom>
        </p:spPr>
        <p:txBody>
          <a:bodyPr/>
          <a:lstStyle>
            <a:lvl1pPr>
              <a:defRPr>
                <a:solidFill>
                  <a:schemeClr val="tx1">
                    <a:lumMod val="75000"/>
                    <a:lumOff val="25000"/>
                  </a:schemeClr>
                </a:solidFill>
              </a:defRPr>
            </a:lvl1pPr>
          </a:lstStyle>
          <a:p>
            <a:fld id="{3A98EE3D-8CD1-4C3F-BD1C-C98C9596463C}" type="slidenum">
              <a:rPr lang="en-US" noProof="0" smtClean="0"/>
            </a:fld>
            <a:endParaRPr lang="en-US" noProof="0" dirty="0"/>
          </a:p>
        </p:txBody>
      </p:sp>
      <p:sp>
        <p:nvSpPr>
          <p:cNvPr id="18" name="Picture Placeholder 9"/>
          <p:cNvSpPr>
            <a:spLocks noGrp="1"/>
          </p:cNvSpPr>
          <p:nvPr>
            <p:ph type="pic" sz="quarter" idx="13"/>
          </p:nvPr>
        </p:nvSpPr>
        <p:spPr>
          <a:xfrm>
            <a:off x="0" y="0"/>
            <a:ext cx="4654296" cy="5864225"/>
          </a:xfrm>
        </p:spPr>
        <p:txBody>
          <a:bodyPr/>
          <a:lstStyle>
            <a:lvl1pPr>
              <a:defRPr>
                <a:solidFill>
                  <a:schemeClr val="tx1">
                    <a:lumMod val="75000"/>
                    <a:lumOff val="25000"/>
                  </a:schemeClr>
                </a:solidFill>
              </a:defRPr>
            </a:lvl1pPr>
          </a:lstStyle>
          <a:p>
            <a:r>
              <a:rPr lang="en-US" noProof="0" smtClean="0"/>
              <a:t>Click icon to add picture</a:t>
            </a:r>
            <a:endParaRPr lang="en-US" noProof="0"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showMasterSp="0" userDrawn="1">
  <p:cSld name="7_Content with Caption">
    <p:spTree>
      <p:nvGrpSpPr>
        <p:cNvPr id="1" name=""/>
        <p:cNvGrpSpPr/>
        <p:nvPr/>
      </p:nvGrpSpPr>
      <p:grpSpPr>
        <a:xfrm>
          <a:off x="0" y="0"/>
          <a:ext cx="0" cy="0"/>
          <a:chOff x="0" y="0"/>
          <a:chExt cx="0" cy="0"/>
        </a:xfrm>
      </p:grpSpPr>
      <p:sp>
        <p:nvSpPr>
          <p:cNvPr id="18" name="Picture Placeholder 9"/>
          <p:cNvSpPr>
            <a:spLocks noGrp="1"/>
          </p:cNvSpPr>
          <p:nvPr>
            <p:ph type="pic" sz="quarter" idx="13"/>
          </p:nvPr>
        </p:nvSpPr>
        <p:spPr>
          <a:xfrm>
            <a:off x="0" y="0"/>
            <a:ext cx="12192000" cy="3541486"/>
          </a:xfrm>
        </p:spPr>
        <p:txBody>
          <a:bodyPr/>
          <a:lstStyle>
            <a:lvl1pPr>
              <a:defRPr>
                <a:solidFill>
                  <a:schemeClr val="tx1">
                    <a:lumMod val="75000"/>
                    <a:lumOff val="25000"/>
                  </a:schemeClr>
                </a:solidFill>
              </a:defRPr>
            </a:lvl1pPr>
          </a:lstStyle>
          <a:p>
            <a:r>
              <a:rPr lang="en-US" noProof="0" smtClean="0"/>
              <a:t>Click icon to add picture</a:t>
            </a:r>
            <a:endParaRPr lang="en-US" noProof="0" dirty="0"/>
          </a:p>
        </p:txBody>
      </p:sp>
      <p:sp>
        <p:nvSpPr>
          <p:cNvPr id="10" name="Parallélogramme 14"/>
          <p:cNvSpPr/>
          <p:nvPr userDrawn="1"/>
        </p:nvSpPr>
        <p:spPr>
          <a:xfrm>
            <a:off x="7448550" y="0"/>
            <a:ext cx="2857500" cy="6858000"/>
          </a:xfrm>
          <a:prstGeom prst="parallelogram">
            <a:avLst>
              <a:gd name="adj" fmla="val 0"/>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noProof="0" dirty="0"/>
          </a:p>
        </p:txBody>
      </p:sp>
      <p:sp>
        <p:nvSpPr>
          <p:cNvPr id="2" name="Title 1"/>
          <p:cNvSpPr>
            <a:spLocks noGrp="1"/>
          </p:cNvSpPr>
          <p:nvPr>
            <p:ph type="title"/>
          </p:nvPr>
        </p:nvSpPr>
        <p:spPr>
          <a:xfrm>
            <a:off x="3068577" y="880375"/>
            <a:ext cx="6054846" cy="634336"/>
          </a:xfrm>
        </p:spPr>
        <p:txBody>
          <a:bodyPr anchor="ctr">
            <a:noAutofit/>
          </a:bodyPr>
          <a:lstStyle>
            <a:lvl1pPr algn="ctr">
              <a:lnSpc>
                <a:spcPct val="90000"/>
              </a:lnSpc>
              <a:defRPr sz="3600" b="1" i="0">
                <a:solidFill>
                  <a:schemeClr val="tx1">
                    <a:lumMod val="75000"/>
                    <a:lumOff val="25000"/>
                  </a:schemeClr>
                </a:solidFill>
                <a:latin typeface="+mn-lt"/>
              </a:defRPr>
            </a:lvl1pPr>
          </a:lstStyle>
          <a:p>
            <a:r>
              <a:rPr lang="en-US" noProof="0" smtClean="0"/>
              <a:t>Click to edit Master title style</a:t>
            </a:r>
            <a:endParaRPr lang="en-US" noProof="0"/>
          </a:p>
        </p:txBody>
      </p:sp>
      <p:sp>
        <p:nvSpPr>
          <p:cNvPr id="12" name="Date Placeholder 1"/>
          <p:cNvSpPr>
            <a:spLocks noGrp="1"/>
          </p:cNvSpPr>
          <p:nvPr>
            <p:ph type="dt" sz="half" idx="10"/>
          </p:nvPr>
        </p:nvSpPr>
        <p:spPr>
          <a:xfrm>
            <a:off x="6834126" y="6446838"/>
            <a:ext cx="2584850" cy="365125"/>
          </a:xfrm>
          <a:prstGeom prst="rect">
            <a:avLst/>
          </a:prstGeom>
        </p:spPr>
        <p:txBody>
          <a:bodyPr/>
          <a:lstStyle>
            <a:lvl1pPr>
              <a:defRPr>
                <a:solidFill>
                  <a:schemeClr val="tx1">
                    <a:lumMod val="75000"/>
                    <a:lumOff val="25000"/>
                  </a:schemeClr>
                </a:solidFill>
              </a:defRPr>
            </a:lvl1pPr>
          </a:lstStyle>
          <a:p>
            <a:fld id="{E6BF20AA-C418-460A-B9CF-8F3DD94C436D}" type="datetime1">
              <a:rPr lang="en-US" noProof="0" smtClean="0"/>
            </a:fld>
            <a:endParaRPr lang="en-US" noProof="0" dirty="0"/>
          </a:p>
        </p:txBody>
      </p:sp>
      <p:sp>
        <p:nvSpPr>
          <p:cNvPr id="13" name="Footer Placeholder 2"/>
          <p:cNvSpPr>
            <a:spLocks noGrp="1"/>
          </p:cNvSpPr>
          <p:nvPr>
            <p:ph type="ftr" sz="quarter" idx="11"/>
          </p:nvPr>
        </p:nvSpPr>
        <p:spPr>
          <a:xfrm>
            <a:off x="1097279" y="6446838"/>
            <a:ext cx="4846321" cy="365125"/>
          </a:xfrm>
          <a:prstGeom prst="rect">
            <a:avLst/>
          </a:prstGeom>
        </p:spPr>
        <p:txBody>
          <a:bodyPr/>
          <a:lstStyle>
            <a:lvl1pPr>
              <a:defRPr>
                <a:solidFill>
                  <a:schemeClr val="tx1">
                    <a:lumMod val="75000"/>
                    <a:lumOff val="25000"/>
                  </a:schemeClr>
                </a:solidFill>
              </a:defRPr>
            </a:lvl1pPr>
          </a:lstStyle>
          <a:p>
            <a:r>
              <a:rPr lang="en-US" noProof="0" dirty="0"/>
              <a:t>Footer</a:t>
            </a:r>
            <a:endParaRPr lang="en-US" noProof="0" dirty="0"/>
          </a:p>
        </p:txBody>
      </p:sp>
      <p:sp>
        <p:nvSpPr>
          <p:cNvPr id="14" name="Slide Number Placeholder 3"/>
          <p:cNvSpPr>
            <a:spLocks noGrp="1"/>
          </p:cNvSpPr>
          <p:nvPr>
            <p:ph type="sldNum" sz="quarter" idx="12"/>
          </p:nvPr>
        </p:nvSpPr>
        <p:spPr>
          <a:xfrm>
            <a:off x="10375670" y="6446838"/>
            <a:ext cx="780010" cy="365125"/>
          </a:xfrm>
          <a:prstGeom prst="rect">
            <a:avLst/>
          </a:prstGeom>
        </p:spPr>
        <p:txBody>
          <a:bodyPr/>
          <a:lstStyle>
            <a:lvl1pPr>
              <a:defRPr>
                <a:solidFill>
                  <a:schemeClr val="tx1">
                    <a:lumMod val="75000"/>
                    <a:lumOff val="25000"/>
                  </a:schemeClr>
                </a:solidFill>
              </a:defRPr>
            </a:lvl1pPr>
          </a:lstStyle>
          <a:p>
            <a:fld id="{3A98EE3D-8CD1-4C3F-BD1C-C98C9596463C}" type="slidenum">
              <a:rPr lang="en-US" noProof="0" smtClean="0"/>
            </a:fld>
            <a:endParaRPr lang="en-US" noProof="0" dirty="0"/>
          </a:p>
        </p:txBody>
      </p:sp>
      <p:sp>
        <p:nvSpPr>
          <p:cNvPr id="19" name="Rectangle 18"/>
          <p:cNvSpPr/>
          <p:nvPr userDrawn="1"/>
        </p:nvSpPr>
        <p:spPr>
          <a:xfrm>
            <a:off x="5577840" y="0"/>
            <a:ext cx="1036320" cy="6858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showMasterSp="0" userDrawn="1">
  <p:cSld name="3_Content with Caption">
    <p:spTree>
      <p:nvGrpSpPr>
        <p:cNvPr id="1" name=""/>
        <p:cNvGrpSpPr/>
        <p:nvPr/>
      </p:nvGrpSpPr>
      <p:grpSpPr>
        <a:xfrm>
          <a:off x="0" y="0"/>
          <a:ext cx="0" cy="0"/>
          <a:chOff x="0" y="0"/>
          <a:chExt cx="0" cy="0"/>
        </a:xfrm>
      </p:grpSpPr>
      <p:sp>
        <p:nvSpPr>
          <p:cNvPr id="10" name="Parallélogramme 14"/>
          <p:cNvSpPr/>
          <p:nvPr userDrawn="1"/>
        </p:nvSpPr>
        <p:spPr>
          <a:xfrm>
            <a:off x="7448550" y="0"/>
            <a:ext cx="2857500" cy="6858000"/>
          </a:xfrm>
          <a:prstGeom prst="parallelogram">
            <a:avLst>
              <a:gd name="adj" fmla="val 0"/>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noProof="0" dirty="0"/>
          </a:p>
        </p:txBody>
      </p:sp>
      <p:sp>
        <p:nvSpPr>
          <p:cNvPr id="4" name="Rectangle 3"/>
          <p:cNvSpPr/>
          <p:nvPr userDrawn="1"/>
        </p:nvSpPr>
        <p:spPr>
          <a:xfrm>
            <a:off x="4654312" y="507333"/>
            <a:ext cx="7537688" cy="484955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Rectangle 7"/>
          <p:cNvSpPr/>
          <p:nvPr/>
        </p:nvSpPr>
        <p:spPr>
          <a:xfrm>
            <a:off x="16" y="0"/>
            <a:ext cx="4654296" cy="586422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2200" y="1885125"/>
            <a:ext cx="3068833" cy="2093975"/>
          </a:xfrm>
        </p:spPr>
        <p:txBody>
          <a:bodyPr anchor="ctr">
            <a:normAutofit/>
          </a:bodyPr>
          <a:lstStyle>
            <a:lvl1pPr>
              <a:lnSpc>
                <a:spcPct val="90000"/>
              </a:lnSpc>
              <a:defRPr sz="4400" b="1" i="0">
                <a:solidFill>
                  <a:srgbClr val="FFFFFF"/>
                </a:solidFill>
                <a:latin typeface="+mn-lt"/>
              </a:defRPr>
            </a:lvl1pPr>
          </a:lstStyle>
          <a:p>
            <a:r>
              <a:rPr lang="en-US" noProof="0" smtClean="0"/>
              <a:t>Click to edit Master title style</a:t>
            </a:r>
            <a:endParaRPr lang="en-US" noProof="0"/>
          </a:p>
        </p:txBody>
      </p:sp>
      <p:sp>
        <p:nvSpPr>
          <p:cNvPr id="3" name="Content Placeholder 2"/>
          <p:cNvSpPr>
            <a:spLocks noGrp="1"/>
          </p:cNvSpPr>
          <p:nvPr>
            <p:ph idx="1"/>
          </p:nvPr>
        </p:nvSpPr>
        <p:spPr>
          <a:xfrm>
            <a:off x="6473373" y="943430"/>
            <a:ext cx="4699452" cy="3977366"/>
          </a:xfrm>
        </p:spPr>
        <p:txBody>
          <a:bodyPr anchor="ctr">
            <a:normAutofit/>
          </a:bodyPr>
          <a:lstStyle>
            <a:lvl1pPr>
              <a:defRPr sz="2400"/>
            </a:lvl1pPr>
            <a:lvl2pPr>
              <a:defRPr sz="2000"/>
            </a:lvl2pPr>
            <a:lvl3pPr>
              <a:defRPr sz="1600"/>
            </a:lvl3pPr>
            <a:lvl4pPr>
              <a:defRPr sz="1600"/>
            </a:lvl4pPr>
            <a:lvl5pPr>
              <a:defRPr sz="1600"/>
            </a:lvl5pPr>
          </a:lstStyle>
          <a:p>
            <a:pPr lvl="0"/>
            <a:r>
              <a:rPr lang="en-US" noProof="0" smtClean="0"/>
              <a:t>Edit Master text styles</a:t>
            </a:r>
            <a:endParaRPr lang="en-US" noProof="0" smtClean="0"/>
          </a:p>
          <a:p>
            <a:pPr lvl="1"/>
            <a:r>
              <a:rPr lang="en-US" noProof="0" smtClean="0"/>
              <a:t>Second level</a:t>
            </a:r>
            <a:endParaRPr lang="en-US" noProof="0" smtClean="0"/>
          </a:p>
          <a:p>
            <a:pPr lvl="2"/>
            <a:r>
              <a:rPr lang="en-US" noProof="0" smtClean="0"/>
              <a:t>Third level</a:t>
            </a:r>
            <a:endParaRPr lang="en-US" noProof="0" smtClean="0"/>
          </a:p>
          <a:p>
            <a:pPr lvl="3"/>
            <a:r>
              <a:rPr lang="en-US" noProof="0" smtClean="0"/>
              <a:t>Fourth level</a:t>
            </a:r>
            <a:endParaRPr lang="en-US" noProof="0" smtClean="0"/>
          </a:p>
          <a:p>
            <a:pPr lvl="4"/>
            <a:r>
              <a:rPr lang="en-US" noProof="0" smtClean="0"/>
              <a:t>Fifth level</a:t>
            </a:r>
            <a:endParaRPr lang="en-US" noProof="0"/>
          </a:p>
        </p:txBody>
      </p:sp>
      <p:sp>
        <p:nvSpPr>
          <p:cNvPr id="12" name="Date Placeholder 1"/>
          <p:cNvSpPr>
            <a:spLocks noGrp="1"/>
          </p:cNvSpPr>
          <p:nvPr>
            <p:ph type="dt" sz="half" idx="10"/>
          </p:nvPr>
        </p:nvSpPr>
        <p:spPr>
          <a:xfrm>
            <a:off x="6834126" y="6446838"/>
            <a:ext cx="2584850" cy="365125"/>
          </a:xfrm>
          <a:prstGeom prst="rect">
            <a:avLst/>
          </a:prstGeom>
        </p:spPr>
        <p:txBody>
          <a:bodyPr/>
          <a:lstStyle>
            <a:lvl1pPr>
              <a:defRPr>
                <a:solidFill>
                  <a:schemeClr val="tx1">
                    <a:lumMod val="75000"/>
                    <a:lumOff val="25000"/>
                  </a:schemeClr>
                </a:solidFill>
              </a:defRPr>
            </a:lvl1pPr>
          </a:lstStyle>
          <a:p>
            <a:fld id="{063F5CE0-F8B8-4EAA-822E-6451047E7D5F}" type="datetime1">
              <a:rPr lang="en-US" noProof="0" smtClean="0"/>
            </a:fld>
            <a:endParaRPr lang="en-US" noProof="0" dirty="0"/>
          </a:p>
        </p:txBody>
      </p:sp>
      <p:sp>
        <p:nvSpPr>
          <p:cNvPr id="13" name="Footer Placeholder 2"/>
          <p:cNvSpPr>
            <a:spLocks noGrp="1"/>
          </p:cNvSpPr>
          <p:nvPr>
            <p:ph type="ftr" sz="quarter" idx="11"/>
          </p:nvPr>
        </p:nvSpPr>
        <p:spPr>
          <a:xfrm>
            <a:off x="1097279" y="6446838"/>
            <a:ext cx="4846321" cy="365125"/>
          </a:xfrm>
          <a:prstGeom prst="rect">
            <a:avLst/>
          </a:prstGeom>
        </p:spPr>
        <p:txBody>
          <a:bodyPr/>
          <a:lstStyle>
            <a:lvl1pPr>
              <a:defRPr>
                <a:solidFill>
                  <a:schemeClr val="tx1">
                    <a:lumMod val="75000"/>
                    <a:lumOff val="25000"/>
                  </a:schemeClr>
                </a:solidFill>
              </a:defRPr>
            </a:lvl1pPr>
          </a:lstStyle>
          <a:p>
            <a:r>
              <a:rPr lang="en-US" noProof="0" dirty="0"/>
              <a:t>Footer</a:t>
            </a:r>
            <a:endParaRPr lang="en-US" noProof="0" dirty="0"/>
          </a:p>
        </p:txBody>
      </p:sp>
      <p:sp>
        <p:nvSpPr>
          <p:cNvPr id="14" name="Slide Number Placeholder 3"/>
          <p:cNvSpPr>
            <a:spLocks noGrp="1"/>
          </p:cNvSpPr>
          <p:nvPr>
            <p:ph type="sldNum" sz="quarter" idx="12"/>
          </p:nvPr>
        </p:nvSpPr>
        <p:spPr>
          <a:xfrm>
            <a:off x="10375670" y="6446838"/>
            <a:ext cx="780010" cy="365125"/>
          </a:xfrm>
          <a:prstGeom prst="rect">
            <a:avLst/>
          </a:prstGeom>
        </p:spPr>
        <p:txBody>
          <a:bodyPr/>
          <a:lstStyle>
            <a:lvl1pPr>
              <a:defRPr>
                <a:solidFill>
                  <a:schemeClr val="tx1">
                    <a:lumMod val="75000"/>
                    <a:lumOff val="25000"/>
                  </a:schemeClr>
                </a:solidFill>
              </a:defRPr>
            </a:lvl1pPr>
          </a:lstStyle>
          <a:p>
            <a:fld id="{3A98EE3D-8CD1-4C3F-BD1C-C98C9596463C}" type="slidenum">
              <a:rPr lang="en-US" noProof="0" smtClean="0"/>
            </a:fld>
            <a:endParaRPr lang="en-US" noProof="0" dirty="0"/>
          </a:p>
        </p:txBody>
      </p:sp>
      <p:sp>
        <p:nvSpPr>
          <p:cNvPr id="20" name="Rectangle 19"/>
          <p:cNvSpPr/>
          <p:nvPr userDrawn="1"/>
        </p:nvSpPr>
        <p:spPr>
          <a:xfrm>
            <a:off x="4370251" y="2322780"/>
            <a:ext cx="1348378" cy="1218664"/>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showMasterSp="0" userDrawn="1">
  <p:cSld name="4_Content with Caption">
    <p:spTree>
      <p:nvGrpSpPr>
        <p:cNvPr id="1" name=""/>
        <p:cNvGrpSpPr/>
        <p:nvPr/>
      </p:nvGrpSpPr>
      <p:grpSpPr>
        <a:xfrm>
          <a:off x="0" y="0"/>
          <a:ext cx="0" cy="0"/>
          <a:chOff x="0" y="0"/>
          <a:chExt cx="0" cy="0"/>
        </a:xfrm>
      </p:grpSpPr>
      <p:sp>
        <p:nvSpPr>
          <p:cNvPr id="10" name="Parallélogramme 14"/>
          <p:cNvSpPr/>
          <p:nvPr userDrawn="1"/>
        </p:nvSpPr>
        <p:spPr>
          <a:xfrm>
            <a:off x="7448550" y="0"/>
            <a:ext cx="2857500" cy="6858000"/>
          </a:xfrm>
          <a:prstGeom prst="parallelogram">
            <a:avLst>
              <a:gd name="adj" fmla="val 0"/>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noProof="0" dirty="0"/>
          </a:p>
        </p:txBody>
      </p:sp>
      <p:sp>
        <p:nvSpPr>
          <p:cNvPr id="4" name="Rectangle 3"/>
          <p:cNvSpPr/>
          <p:nvPr userDrawn="1"/>
        </p:nvSpPr>
        <p:spPr>
          <a:xfrm>
            <a:off x="4654312" y="507333"/>
            <a:ext cx="7537688" cy="484955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Rectangle 7"/>
          <p:cNvSpPr/>
          <p:nvPr userDrawn="1"/>
        </p:nvSpPr>
        <p:spPr>
          <a:xfrm>
            <a:off x="16" y="0"/>
            <a:ext cx="4654296" cy="58642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2200" y="1885125"/>
            <a:ext cx="3068833" cy="2093975"/>
          </a:xfrm>
        </p:spPr>
        <p:txBody>
          <a:bodyPr anchor="ctr">
            <a:normAutofit/>
          </a:bodyPr>
          <a:lstStyle>
            <a:lvl1pPr>
              <a:lnSpc>
                <a:spcPct val="90000"/>
              </a:lnSpc>
              <a:defRPr sz="4400" b="1" i="0">
                <a:solidFill>
                  <a:srgbClr val="FFFFFF"/>
                </a:solidFill>
                <a:latin typeface="+mn-lt"/>
              </a:defRPr>
            </a:lvl1pPr>
          </a:lstStyle>
          <a:p>
            <a:r>
              <a:rPr lang="en-US" noProof="0" smtClean="0"/>
              <a:t>Click to edit Master title style</a:t>
            </a:r>
            <a:endParaRPr lang="en-US" noProof="0"/>
          </a:p>
        </p:txBody>
      </p:sp>
      <p:sp>
        <p:nvSpPr>
          <p:cNvPr id="3" name="Content Placeholder 2"/>
          <p:cNvSpPr>
            <a:spLocks noGrp="1"/>
          </p:cNvSpPr>
          <p:nvPr>
            <p:ph idx="1"/>
          </p:nvPr>
        </p:nvSpPr>
        <p:spPr>
          <a:xfrm>
            <a:off x="6518529" y="943430"/>
            <a:ext cx="4654296" cy="3977366"/>
          </a:xfrm>
        </p:spPr>
        <p:txBody>
          <a:bodyPr anchor="ctr">
            <a:normAutofit/>
          </a:bodyPr>
          <a:lstStyle>
            <a:lvl1pPr>
              <a:defRPr sz="2400"/>
            </a:lvl1pPr>
            <a:lvl2pPr>
              <a:defRPr sz="2000"/>
            </a:lvl2pPr>
            <a:lvl3pPr>
              <a:defRPr sz="1600"/>
            </a:lvl3pPr>
            <a:lvl4pPr>
              <a:defRPr sz="1600"/>
            </a:lvl4pPr>
            <a:lvl5pPr>
              <a:defRPr sz="1600"/>
            </a:lvl5pPr>
          </a:lstStyle>
          <a:p>
            <a:pPr lvl="0"/>
            <a:r>
              <a:rPr lang="en-US" noProof="0" smtClean="0"/>
              <a:t>Edit Master text styles</a:t>
            </a:r>
            <a:endParaRPr lang="en-US" noProof="0" smtClean="0"/>
          </a:p>
          <a:p>
            <a:pPr lvl="1"/>
            <a:r>
              <a:rPr lang="en-US" noProof="0" smtClean="0"/>
              <a:t>Second level</a:t>
            </a:r>
            <a:endParaRPr lang="en-US" noProof="0" smtClean="0"/>
          </a:p>
          <a:p>
            <a:pPr lvl="2"/>
            <a:r>
              <a:rPr lang="en-US" noProof="0" smtClean="0"/>
              <a:t>Third level</a:t>
            </a:r>
            <a:endParaRPr lang="en-US" noProof="0" smtClean="0"/>
          </a:p>
          <a:p>
            <a:pPr lvl="3"/>
            <a:r>
              <a:rPr lang="en-US" noProof="0" smtClean="0"/>
              <a:t>Fourth level</a:t>
            </a:r>
            <a:endParaRPr lang="en-US" noProof="0" smtClean="0"/>
          </a:p>
          <a:p>
            <a:pPr lvl="4"/>
            <a:r>
              <a:rPr lang="en-US" noProof="0" smtClean="0"/>
              <a:t>Fifth level</a:t>
            </a:r>
            <a:endParaRPr lang="en-US" noProof="0"/>
          </a:p>
        </p:txBody>
      </p:sp>
      <p:sp>
        <p:nvSpPr>
          <p:cNvPr id="12" name="Date Placeholder 1"/>
          <p:cNvSpPr>
            <a:spLocks noGrp="1"/>
          </p:cNvSpPr>
          <p:nvPr>
            <p:ph type="dt" sz="half" idx="10"/>
          </p:nvPr>
        </p:nvSpPr>
        <p:spPr>
          <a:xfrm>
            <a:off x="6834126" y="6446838"/>
            <a:ext cx="2584850" cy="365125"/>
          </a:xfrm>
          <a:prstGeom prst="rect">
            <a:avLst/>
          </a:prstGeom>
        </p:spPr>
        <p:txBody>
          <a:bodyPr/>
          <a:lstStyle>
            <a:lvl1pPr>
              <a:defRPr>
                <a:solidFill>
                  <a:schemeClr val="tx1">
                    <a:lumMod val="75000"/>
                    <a:lumOff val="25000"/>
                  </a:schemeClr>
                </a:solidFill>
              </a:defRPr>
            </a:lvl1pPr>
          </a:lstStyle>
          <a:p>
            <a:fld id="{21F8AE65-7CE3-49A8-B2CC-A5A64E5730FA}" type="datetime1">
              <a:rPr lang="en-US" noProof="0" smtClean="0"/>
            </a:fld>
            <a:endParaRPr lang="en-US" noProof="0" dirty="0"/>
          </a:p>
        </p:txBody>
      </p:sp>
      <p:sp>
        <p:nvSpPr>
          <p:cNvPr id="13" name="Footer Placeholder 2"/>
          <p:cNvSpPr>
            <a:spLocks noGrp="1"/>
          </p:cNvSpPr>
          <p:nvPr>
            <p:ph type="ftr" sz="quarter" idx="11"/>
          </p:nvPr>
        </p:nvSpPr>
        <p:spPr>
          <a:xfrm>
            <a:off x="1097279" y="6446838"/>
            <a:ext cx="4846321" cy="365125"/>
          </a:xfrm>
          <a:prstGeom prst="rect">
            <a:avLst/>
          </a:prstGeom>
        </p:spPr>
        <p:txBody>
          <a:bodyPr/>
          <a:lstStyle>
            <a:lvl1pPr>
              <a:defRPr>
                <a:solidFill>
                  <a:schemeClr val="tx1">
                    <a:lumMod val="75000"/>
                    <a:lumOff val="25000"/>
                  </a:schemeClr>
                </a:solidFill>
              </a:defRPr>
            </a:lvl1pPr>
          </a:lstStyle>
          <a:p>
            <a:r>
              <a:rPr lang="en-US" noProof="0" dirty="0"/>
              <a:t>Footer</a:t>
            </a:r>
            <a:endParaRPr lang="en-US" noProof="0" dirty="0"/>
          </a:p>
        </p:txBody>
      </p:sp>
      <p:sp>
        <p:nvSpPr>
          <p:cNvPr id="14" name="Slide Number Placeholder 3"/>
          <p:cNvSpPr>
            <a:spLocks noGrp="1"/>
          </p:cNvSpPr>
          <p:nvPr>
            <p:ph type="sldNum" sz="quarter" idx="12"/>
          </p:nvPr>
        </p:nvSpPr>
        <p:spPr>
          <a:xfrm>
            <a:off x="10375670" y="6446838"/>
            <a:ext cx="780010" cy="365125"/>
          </a:xfrm>
          <a:prstGeom prst="rect">
            <a:avLst/>
          </a:prstGeom>
        </p:spPr>
        <p:txBody>
          <a:bodyPr/>
          <a:lstStyle>
            <a:lvl1pPr>
              <a:defRPr>
                <a:solidFill>
                  <a:schemeClr val="tx1">
                    <a:lumMod val="75000"/>
                    <a:lumOff val="25000"/>
                  </a:schemeClr>
                </a:solidFill>
              </a:defRPr>
            </a:lvl1pPr>
          </a:lstStyle>
          <a:p>
            <a:fld id="{3A98EE3D-8CD1-4C3F-BD1C-C98C9596463C}" type="slidenum">
              <a:rPr lang="en-US" noProof="0" smtClean="0"/>
            </a:fld>
            <a:endParaRPr lang="en-US" noProof="0" dirty="0"/>
          </a:p>
        </p:txBody>
      </p:sp>
      <p:sp>
        <p:nvSpPr>
          <p:cNvPr id="18" name="Rectangle 17"/>
          <p:cNvSpPr/>
          <p:nvPr userDrawn="1"/>
        </p:nvSpPr>
        <p:spPr>
          <a:xfrm>
            <a:off x="4370251" y="2322780"/>
            <a:ext cx="1348378" cy="1218664"/>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picTx" preserve="1" showMasterSp="0">
  <p:cSld name="Picture with Caption">
    <p:spTree>
      <p:nvGrpSpPr>
        <p:cNvPr id="1" name=""/>
        <p:cNvGrpSpPr/>
        <p:nvPr/>
      </p:nvGrpSpPr>
      <p:grpSpPr>
        <a:xfrm>
          <a:off x="0" y="0"/>
          <a:ext cx="0" cy="0"/>
          <a:chOff x="0" y="0"/>
          <a:chExt cx="0" cy="0"/>
        </a:xfrm>
      </p:grpSpPr>
      <p:sp>
        <p:nvSpPr>
          <p:cNvPr id="8" name="Rectangle 7"/>
          <p:cNvSpPr/>
          <p:nvPr/>
        </p:nvSpPr>
        <p:spPr>
          <a:xfrm>
            <a:off x="0" y="4578350"/>
            <a:ext cx="12188825" cy="227965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15" y="0"/>
            <a:ext cx="12191985" cy="4578350"/>
          </a:xfrm>
          <a:solidFill>
            <a:schemeClr val="bg1"/>
          </a:solidFill>
        </p:spPr>
        <p:txBody>
          <a:bodyPr lIns="457200" tIns="457200" anchor="t">
            <a:normAutofit/>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noProof="0" smtClean="0"/>
              <a:t>Click icon to add picture</a:t>
            </a:r>
            <a:endParaRPr lang="en-US" noProof="0" dirty="0"/>
          </a:p>
        </p:txBody>
      </p:sp>
      <p:sp>
        <p:nvSpPr>
          <p:cNvPr id="2" name="Title 1"/>
          <p:cNvSpPr>
            <a:spLocks noGrp="1"/>
          </p:cNvSpPr>
          <p:nvPr>
            <p:ph type="title"/>
          </p:nvPr>
        </p:nvSpPr>
        <p:spPr>
          <a:xfrm>
            <a:off x="1097279" y="4799362"/>
            <a:ext cx="10113645" cy="743682"/>
          </a:xfrm>
        </p:spPr>
        <p:txBody>
          <a:bodyPr tIns="0" bIns="0" anchor="b">
            <a:noAutofit/>
          </a:bodyPr>
          <a:lstStyle>
            <a:lvl1pPr algn="ctr">
              <a:defRPr sz="4400" b="1">
                <a:solidFill>
                  <a:srgbClr val="FFFFFF"/>
                </a:solidFill>
              </a:defRPr>
            </a:lvl1pPr>
          </a:lstStyle>
          <a:p>
            <a:r>
              <a:rPr lang="en-US" noProof="0" smtClean="0"/>
              <a:t>Click to edit Master title style</a:t>
            </a:r>
            <a:endParaRPr lang="en-US" noProof="0"/>
          </a:p>
        </p:txBody>
      </p:sp>
      <p:sp>
        <p:nvSpPr>
          <p:cNvPr id="4" name="Text Placeholder 3"/>
          <p:cNvSpPr>
            <a:spLocks noGrp="1"/>
          </p:cNvSpPr>
          <p:nvPr>
            <p:ph type="body" sz="half" idx="2"/>
          </p:nvPr>
        </p:nvSpPr>
        <p:spPr>
          <a:xfrm>
            <a:off x="1097279" y="5715000"/>
            <a:ext cx="10113264" cy="609600"/>
          </a:xfrm>
        </p:spPr>
        <p:txBody>
          <a:bodyPr lIns="91440" tIns="0" rIns="91440" bIns="0">
            <a:normAutofit/>
          </a:bodyPr>
          <a:lstStyle>
            <a:lvl1pPr marL="0" indent="0">
              <a:spcBef>
                <a:spcPts val="0"/>
              </a:spcBef>
              <a:spcAft>
                <a:spcPts val="600"/>
              </a:spcAft>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noProof="0" smtClean="0"/>
              <a:t>Edit Master text styles</a:t>
            </a:r>
            <a:endParaRPr lang="en-US" noProof="0" smtClean="0"/>
          </a:p>
        </p:txBody>
      </p:sp>
      <p:sp>
        <p:nvSpPr>
          <p:cNvPr id="5" name="Date Placeholder 4"/>
          <p:cNvSpPr>
            <a:spLocks noGrp="1"/>
          </p:cNvSpPr>
          <p:nvPr>
            <p:ph type="dt" sz="half" idx="10"/>
          </p:nvPr>
        </p:nvSpPr>
        <p:spPr>
          <a:xfrm>
            <a:off x="6834126" y="6446838"/>
            <a:ext cx="2584850" cy="365125"/>
          </a:xfrm>
          <a:prstGeom prst="rect">
            <a:avLst/>
          </a:prstGeom>
        </p:spPr>
        <p:txBody>
          <a:bodyPr/>
          <a:lstStyle>
            <a:lvl1pPr>
              <a:defRPr>
                <a:solidFill>
                  <a:schemeClr val="bg1"/>
                </a:solidFill>
              </a:defRPr>
            </a:lvl1pPr>
          </a:lstStyle>
          <a:p>
            <a:fld id="{B5046700-360D-4474-9946-7580E8968658}" type="datetime1">
              <a:rPr lang="en-US" noProof="0" smtClean="0"/>
            </a:fld>
            <a:endParaRPr lang="en-US" noProof="0" dirty="0"/>
          </a:p>
        </p:txBody>
      </p:sp>
      <p:sp>
        <p:nvSpPr>
          <p:cNvPr id="6" name="Footer Placeholder 5"/>
          <p:cNvSpPr>
            <a:spLocks noGrp="1"/>
          </p:cNvSpPr>
          <p:nvPr>
            <p:ph type="ftr" sz="quarter" idx="11"/>
          </p:nvPr>
        </p:nvSpPr>
        <p:spPr>
          <a:xfrm>
            <a:off x="1097279" y="6446838"/>
            <a:ext cx="6818262" cy="365125"/>
          </a:xfrm>
          <a:prstGeom prst="rect">
            <a:avLst/>
          </a:prstGeom>
        </p:spPr>
        <p:txBody>
          <a:bodyPr/>
          <a:lstStyle>
            <a:lvl1pPr>
              <a:defRPr>
                <a:solidFill>
                  <a:schemeClr val="bg1"/>
                </a:solidFill>
              </a:defRPr>
            </a:lvl1pPr>
          </a:lstStyle>
          <a:p>
            <a:r>
              <a:rPr lang="en-US" noProof="0" dirty="0"/>
              <a:t>Footer</a:t>
            </a:r>
            <a:endParaRPr lang="en-US" noProof="0" dirty="0"/>
          </a:p>
        </p:txBody>
      </p:sp>
      <p:sp>
        <p:nvSpPr>
          <p:cNvPr id="7" name="Slide Number Placeholder 6"/>
          <p:cNvSpPr>
            <a:spLocks noGrp="1"/>
          </p:cNvSpPr>
          <p:nvPr>
            <p:ph type="sldNum" sz="quarter" idx="12"/>
          </p:nvPr>
        </p:nvSpPr>
        <p:spPr>
          <a:xfrm>
            <a:off x="10375670" y="6446838"/>
            <a:ext cx="780010" cy="365125"/>
          </a:xfrm>
          <a:prstGeom prst="rect">
            <a:avLst/>
          </a:prstGeom>
        </p:spPr>
        <p:txBody>
          <a:bodyPr/>
          <a:lstStyle>
            <a:lvl1pPr>
              <a:defRPr>
                <a:solidFill>
                  <a:schemeClr val="bg1"/>
                </a:solidFill>
              </a:defRPr>
            </a:lvl1pPr>
          </a:lstStyle>
          <a:p>
            <a:fld id="{3A98EE3D-8CD1-4C3F-BD1C-C98C9596463C}" type="slidenum">
              <a:rPr lang="en-US" noProof="0" smtClean="0"/>
            </a:fld>
            <a:endParaRPr lang="en-US" noProof="0" dirty="0"/>
          </a:p>
        </p:txBody>
      </p:sp>
      <p:sp>
        <p:nvSpPr>
          <p:cNvPr id="9" name="Rectangle 8"/>
          <p:cNvSpPr/>
          <p:nvPr userDrawn="1"/>
        </p:nvSpPr>
        <p:spPr>
          <a:xfrm>
            <a:off x="3536950" y="4535901"/>
            <a:ext cx="5118100" cy="12566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7" name="Date Placeholder 6"/>
          <p:cNvSpPr>
            <a:spLocks noGrp="1"/>
          </p:cNvSpPr>
          <p:nvPr>
            <p:ph type="dt" sz="half" idx="10"/>
          </p:nvPr>
        </p:nvSpPr>
        <p:spPr>
          <a:xfrm>
            <a:off x="6834126" y="6446838"/>
            <a:ext cx="2584850" cy="365125"/>
          </a:xfrm>
          <a:prstGeom prst="rect">
            <a:avLst/>
          </a:prstGeom>
        </p:spPr>
        <p:txBody>
          <a:bodyPr/>
          <a:lstStyle/>
          <a:p>
            <a:fld id="{42F667F3-A942-43B7-9681-6435F4941075}" type="datetime1">
              <a:rPr lang="en-US" smtClean="0"/>
            </a:fld>
            <a:endParaRPr lang="en-US" dirty="0"/>
          </a:p>
        </p:txBody>
      </p:sp>
      <p:sp>
        <p:nvSpPr>
          <p:cNvPr id="8" name="Footer Placeholder 7"/>
          <p:cNvSpPr>
            <a:spLocks noGrp="1"/>
          </p:cNvSpPr>
          <p:nvPr>
            <p:ph type="ftr" sz="quarter" idx="11"/>
          </p:nvPr>
        </p:nvSpPr>
        <p:spPr>
          <a:xfrm>
            <a:off x="1097279" y="6446838"/>
            <a:ext cx="4846321" cy="365125"/>
          </a:xfrm>
          <a:prstGeom prst="rect">
            <a:avLst/>
          </a:prstGeom>
        </p:spPr>
        <p:txBody>
          <a:bodyPr/>
          <a:lstStyle/>
          <a:p>
            <a:r>
              <a:rPr lang="en-US" dirty="0"/>
              <a:t>Footer</a:t>
            </a:r>
            <a:endParaRPr lang="en-US" dirty="0"/>
          </a:p>
        </p:txBody>
      </p:sp>
      <p:sp>
        <p:nvSpPr>
          <p:cNvPr id="9" name="Slide Number Placeholder 8"/>
          <p:cNvSpPr>
            <a:spLocks noGrp="1"/>
          </p:cNvSpPr>
          <p:nvPr>
            <p:ph type="sldNum" sz="quarter" idx="12"/>
          </p:nvPr>
        </p:nvSpPr>
        <p:spPr>
          <a:xfrm>
            <a:off x="10375670" y="6446838"/>
            <a:ext cx="780010" cy="365125"/>
          </a:xfrm>
          <a:prstGeom prst="rect">
            <a:avLst/>
          </a:prstGeom>
        </p:spPr>
        <p:txBody>
          <a:bodyPr/>
          <a:lstStyle/>
          <a:p>
            <a:fld id="{3A98EE3D-8CD1-4C3F-BD1C-C98C9596463C}" type="slidenum">
              <a:rPr lang="en-US" smtClean="0"/>
            </a:fld>
            <a:endParaRPr lang="en-US" dirty="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vertTitleAndTx" preserve="1" showMasterSp="0">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1346200"/>
            <a:ext cx="2448033" cy="4530725"/>
          </a:xfrm>
        </p:spPr>
        <p:txBody>
          <a:bodyPr vert="eaVert"/>
          <a:lstStyle/>
          <a:p>
            <a:r>
              <a:rPr lang="en-US" noProof="0" smtClean="0"/>
              <a:t>Click to edit Master title style</a:t>
            </a:r>
            <a:endParaRPr lang="en-US" noProof="0"/>
          </a:p>
        </p:txBody>
      </p:sp>
      <p:sp>
        <p:nvSpPr>
          <p:cNvPr id="3" name="Vertical Text Placeholder 2"/>
          <p:cNvSpPr>
            <a:spLocks noGrp="1"/>
          </p:cNvSpPr>
          <p:nvPr>
            <p:ph type="body" orient="vert" idx="1"/>
          </p:nvPr>
        </p:nvSpPr>
        <p:spPr>
          <a:xfrm>
            <a:off x="1092200" y="1346200"/>
            <a:ext cx="7480300" cy="4530723"/>
          </a:xfrm>
        </p:spPr>
        <p:txBody>
          <a:bodyPr vert="eaVert" lIns="45720" tIns="0" rIns="45720" bIns="0"/>
          <a:lstStyle/>
          <a:p>
            <a:pPr lvl="0"/>
            <a:r>
              <a:rPr lang="en-US" noProof="0" smtClean="0"/>
              <a:t>Edit Master text styles</a:t>
            </a:r>
            <a:endParaRPr lang="en-US" noProof="0" smtClean="0"/>
          </a:p>
          <a:p>
            <a:pPr lvl="1"/>
            <a:r>
              <a:rPr lang="en-US" noProof="0" smtClean="0"/>
              <a:t>Second level</a:t>
            </a:r>
            <a:endParaRPr lang="en-US" noProof="0" smtClean="0"/>
          </a:p>
          <a:p>
            <a:pPr lvl="2"/>
            <a:r>
              <a:rPr lang="en-US" noProof="0" smtClean="0"/>
              <a:t>Third level</a:t>
            </a:r>
            <a:endParaRPr lang="en-US" noProof="0" smtClean="0"/>
          </a:p>
          <a:p>
            <a:pPr lvl="3"/>
            <a:r>
              <a:rPr lang="en-US" noProof="0" smtClean="0"/>
              <a:t>Fourth level</a:t>
            </a:r>
            <a:endParaRPr lang="en-US" noProof="0" smtClean="0"/>
          </a:p>
          <a:p>
            <a:pPr lvl="4"/>
            <a:r>
              <a:rPr lang="en-US" noProof="0" smtClean="0"/>
              <a:t>Fifth level</a:t>
            </a:r>
            <a:endParaRPr lang="en-US" noProof="0"/>
          </a:p>
        </p:txBody>
      </p:sp>
      <p:sp>
        <p:nvSpPr>
          <p:cNvPr id="7" name="Date Placeholder 6"/>
          <p:cNvSpPr>
            <a:spLocks noGrp="1"/>
          </p:cNvSpPr>
          <p:nvPr>
            <p:ph type="dt" sz="half" idx="10"/>
          </p:nvPr>
        </p:nvSpPr>
        <p:spPr>
          <a:xfrm>
            <a:off x="6834126" y="6446838"/>
            <a:ext cx="2584850" cy="365125"/>
          </a:xfrm>
          <a:prstGeom prst="rect">
            <a:avLst/>
          </a:prstGeom>
        </p:spPr>
        <p:txBody>
          <a:bodyPr/>
          <a:lstStyle/>
          <a:p>
            <a:fld id="{5D576BB9-001A-4B59-8C51-603E71AE3226}" type="datetime1">
              <a:rPr lang="en-US" noProof="0" smtClean="0"/>
            </a:fld>
            <a:endParaRPr lang="en-US" noProof="0" dirty="0"/>
          </a:p>
        </p:txBody>
      </p:sp>
      <p:sp>
        <p:nvSpPr>
          <p:cNvPr id="8" name="Footer Placeholder 7"/>
          <p:cNvSpPr>
            <a:spLocks noGrp="1"/>
          </p:cNvSpPr>
          <p:nvPr>
            <p:ph type="ftr" sz="quarter" idx="11"/>
          </p:nvPr>
        </p:nvSpPr>
        <p:spPr>
          <a:xfrm>
            <a:off x="1097279" y="6446838"/>
            <a:ext cx="4846321" cy="365125"/>
          </a:xfrm>
          <a:prstGeom prst="rect">
            <a:avLst/>
          </a:prstGeom>
        </p:spPr>
        <p:txBody>
          <a:bodyPr/>
          <a:lstStyle/>
          <a:p>
            <a:r>
              <a:rPr lang="en-US" noProof="0" dirty="0"/>
              <a:t>Footer</a:t>
            </a:r>
            <a:endParaRPr lang="en-US" noProof="0" dirty="0"/>
          </a:p>
        </p:txBody>
      </p:sp>
      <p:sp>
        <p:nvSpPr>
          <p:cNvPr id="10" name="Slide Number Placeholder 9"/>
          <p:cNvSpPr>
            <a:spLocks noGrp="1"/>
          </p:cNvSpPr>
          <p:nvPr>
            <p:ph type="sldNum" sz="quarter" idx="12"/>
          </p:nvPr>
        </p:nvSpPr>
        <p:spPr>
          <a:xfrm>
            <a:off x="10375670" y="6446838"/>
            <a:ext cx="780010" cy="365125"/>
          </a:xfrm>
          <a:prstGeom prst="rect">
            <a:avLst/>
          </a:prstGeom>
        </p:spPr>
        <p:txBody>
          <a:bodyPr/>
          <a:lstStyle/>
          <a:p>
            <a:fld id="{3A98EE3D-8CD1-4C3F-BD1C-C98C9596463C}" type="slidenum">
              <a:rPr lang="en-US" noProof="0" smtClean="0"/>
            </a:fld>
            <a:endParaRPr lang="en-US" noProof="0" dirty="0"/>
          </a:p>
        </p:txBody>
      </p:sp>
      <p:sp>
        <p:nvSpPr>
          <p:cNvPr id="14" name="Rectangle 13"/>
          <p:cNvSpPr/>
          <p:nvPr userDrawn="1"/>
        </p:nvSpPr>
        <p:spPr>
          <a:xfrm rot="16200000">
            <a:off x="8871481" y="-146580"/>
            <a:ext cx="1036320" cy="132948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56858B5A-B866-40A6-8E68-2F2F50C8B826}"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F029EBB-3CBD-415B-95BD-C3B435BB8274}" type="slidenum">
              <a:rPr lang="en-IN" smtClean="0"/>
            </a:fld>
            <a:endParaRPr lang="en-IN"/>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IN"/>
          </a:p>
        </p:txBody>
      </p:sp>
      <p:sp>
        <p:nvSpPr>
          <p:cNvPr id="4" name="Date Placeholder 3"/>
          <p:cNvSpPr>
            <a:spLocks noGrp="1"/>
          </p:cNvSpPr>
          <p:nvPr>
            <p:ph type="dt" sz="half" idx="10"/>
          </p:nvPr>
        </p:nvSpPr>
        <p:spPr/>
        <p:txBody>
          <a:bodyPr/>
          <a:lstStyle/>
          <a:p>
            <a:fld id="{56858B5A-B866-40A6-8E68-2F2F50C8B826}"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F029EBB-3CBD-415B-95BD-C3B435BB8274}" type="slidenum">
              <a:rPr lang="en-IN" smtClean="0"/>
            </a:fld>
            <a:endParaRPr lang="en-IN"/>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endParaRPr lang="en-US" smtClean="0"/>
          </a:p>
        </p:txBody>
      </p:sp>
      <p:sp>
        <p:nvSpPr>
          <p:cNvPr id="4" name="Date Placeholder 3"/>
          <p:cNvSpPr>
            <a:spLocks noGrp="1"/>
          </p:cNvSpPr>
          <p:nvPr>
            <p:ph type="dt" sz="half" idx="10"/>
          </p:nvPr>
        </p:nvSpPr>
        <p:spPr/>
        <p:txBody>
          <a:bodyPr/>
          <a:lstStyle/>
          <a:p>
            <a:fld id="{56858B5A-B866-40A6-8E68-2F2F50C8B826}"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F029EBB-3CBD-415B-95BD-C3B435BB8274}" type="slidenum">
              <a:rPr lang="en-IN" smtClean="0"/>
            </a:fld>
            <a:endParaRPr lang="en-IN"/>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IN"/>
          </a:p>
        </p:txBody>
      </p:sp>
      <p:sp>
        <p:nvSpPr>
          <p:cNvPr id="5" name="Date Placeholder 4"/>
          <p:cNvSpPr>
            <a:spLocks noGrp="1"/>
          </p:cNvSpPr>
          <p:nvPr>
            <p:ph type="dt" sz="half" idx="10"/>
          </p:nvPr>
        </p:nvSpPr>
        <p:spPr/>
        <p:txBody>
          <a:bodyPr/>
          <a:lstStyle/>
          <a:p>
            <a:fld id="{56858B5A-B866-40A6-8E68-2F2F50C8B826}"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F029EBB-3CBD-415B-95BD-C3B435BB8274}" type="slidenum">
              <a:rPr lang="en-IN" smtClean="0"/>
            </a:fld>
            <a:endParaRPr lang="en-IN"/>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endParaRPr lang="en-US" smtClean="0"/>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endParaRPr lang="en-US" smtClean="0"/>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IN"/>
          </a:p>
        </p:txBody>
      </p:sp>
      <p:sp>
        <p:nvSpPr>
          <p:cNvPr id="7" name="Date Placeholder 6"/>
          <p:cNvSpPr>
            <a:spLocks noGrp="1"/>
          </p:cNvSpPr>
          <p:nvPr>
            <p:ph type="dt" sz="half" idx="10"/>
          </p:nvPr>
        </p:nvSpPr>
        <p:spPr/>
        <p:txBody>
          <a:bodyPr/>
          <a:lstStyle/>
          <a:p>
            <a:fld id="{56858B5A-B866-40A6-8E68-2F2F50C8B826}" type="datetimeFigureOut">
              <a:rPr lang="en-IN" smtClean="0"/>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1F029EBB-3CBD-415B-95BD-C3B435BB8274}" type="slidenum">
              <a:rPr lang="en-IN" smtClean="0"/>
            </a:fld>
            <a:endParaRPr lang="en-IN"/>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56858B5A-B866-40A6-8E68-2F2F50C8B826}" type="datetimeFigureOut">
              <a:rPr lang="en-IN" smtClean="0"/>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1F029EBB-3CBD-415B-95BD-C3B435BB8274}" type="slidenum">
              <a:rPr lang="en-IN" smtClean="0"/>
            </a:fld>
            <a:endParaRPr lang="en-IN"/>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6858B5A-B866-40A6-8E68-2F2F50C8B826}" type="datetimeFigureOut">
              <a:rPr lang="en-IN" smtClean="0"/>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1F029EBB-3CBD-415B-95BD-C3B435BB8274}" type="slidenum">
              <a:rPr lang="en-IN" smtClean="0"/>
            </a:fld>
            <a:endParaRPr lang="en-IN"/>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endParaRPr lang="en-US" smtClean="0"/>
          </a:p>
        </p:txBody>
      </p:sp>
      <p:sp>
        <p:nvSpPr>
          <p:cNvPr id="5" name="Date Placeholder 4"/>
          <p:cNvSpPr>
            <a:spLocks noGrp="1"/>
          </p:cNvSpPr>
          <p:nvPr>
            <p:ph type="dt" sz="half" idx="10"/>
          </p:nvPr>
        </p:nvSpPr>
        <p:spPr/>
        <p:txBody>
          <a:bodyPr/>
          <a:lstStyle/>
          <a:p>
            <a:fld id="{56858B5A-B866-40A6-8E68-2F2F50C8B826}"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F029EBB-3CBD-415B-95BD-C3B435BB8274}" type="slidenum">
              <a:rPr lang="en-IN" smtClean="0"/>
            </a:fld>
            <a:endParaRPr lang="en-IN"/>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endParaRPr lang="en-US" smtClean="0"/>
          </a:p>
        </p:txBody>
      </p:sp>
      <p:sp>
        <p:nvSpPr>
          <p:cNvPr id="5" name="Date Placeholder 4"/>
          <p:cNvSpPr>
            <a:spLocks noGrp="1"/>
          </p:cNvSpPr>
          <p:nvPr>
            <p:ph type="dt" sz="half" idx="10"/>
          </p:nvPr>
        </p:nvSpPr>
        <p:spPr/>
        <p:txBody>
          <a:bodyPr/>
          <a:lstStyle/>
          <a:p>
            <a:fld id="{56858B5A-B866-40A6-8E68-2F2F50C8B826}"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F029EBB-3CBD-415B-95BD-C3B435BB8274}" type="slidenum">
              <a:rPr lang="en-IN" smtClean="0"/>
            </a:fld>
            <a:endParaRPr lang="en-IN"/>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IN"/>
          </a:p>
        </p:txBody>
      </p:sp>
      <p:sp>
        <p:nvSpPr>
          <p:cNvPr id="4" name="Date Placeholder 3"/>
          <p:cNvSpPr>
            <a:spLocks noGrp="1"/>
          </p:cNvSpPr>
          <p:nvPr>
            <p:ph type="dt" sz="half" idx="10"/>
          </p:nvPr>
        </p:nvSpPr>
        <p:spPr/>
        <p:txBody>
          <a:bodyPr/>
          <a:lstStyle/>
          <a:p>
            <a:fld id="{56858B5A-B866-40A6-8E68-2F2F50C8B826}"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F029EBB-3CBD-415B-95BD-C3B435BB8274}" type="slidenum">
              <a:rPr lang="en-IN" smtClean="0"/>
            </a:fld>
            <a:endParaRPr lang="en-IN"/>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IN"/>
          </a:p>
        </p:txBody>
      </p:sp>
      <p:sp>
        <p:nvSpPr>
          <p:cNvPr id="4" name="Date Placeholder 3"/>
          <p:cNvSpPr>
            <a:spLocks noGrp="1"/>
          </p:cNvSpPr>
          <p:nvPr>
            <p:ph type="dt" sz="half" idx="10"/>
          </p:nvPr>
        </p:nvSpPr>
        <p:spPr/>
        <p:txBody>
          <a:bodyPr/>
          <a:lstStyle/>
          <a:p>
            <a:fld id="{56858B5A-B866-40A6-8E68-2F2F50C8B826}"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F029EBB-3CBD-415B-95BD-C3B435BB8274}" type="slidenum">
              <a:rPr lang="en-IN" smtClean="0"/>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2" Type="http://schemas.openxmlformats.org/officeDocument/2006/relationships/theme" Target="../theme/theme1.xml"/><Relationship Id="rId21" Type="http://schemas.openxmlformats.org/officeDocument/2006/relationships/image" Target="../media/image1.png"/><Relationship Id="rId20" Type="http://schemas.openxmlformats.org/officeDocument/2006/relationships/slideLayout" Target="../slideLayouts/slideLayout20.xml"/><Relationship Id="rId2" Type="http://schemas.openxmlformats.org/officeDocument/2006/relationships/slideLayout" Target="../slideLayouts/slideLayout2.xml"/><Relationship Id="rId19" Type="http://schemas.openxmlformats.org/officeDocument/2006/relationships/slideLayout" Target="../slideLayouts/slideLayout19.xml"/><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9.xml"/><Relationship Id="rId8" Type="http://schemas.openxmlformats.org/officeDocument/2006/relationships/slideLayout" Target="../slideLayouts/slideLayout28.xml"/><Relationship Id="rId7" Type="http://schemas.openxmlformats.org/officeDocument/2006/relationships/slideLayout" Target="../slideLayouts/slideLayout27.xml"/><Relationship Id="rId6" Type="http://schemas.openxmlformats.org/officeDocument/2006/relationships/slideLayout" Target="../slideLayouts/slideLayout26.xml"/><Relationship Id="rId5" Type="http://schemas.openxmlformats.org/officeDocument/2006/relationships/slideLayout" Target="../slideLayouts/slideLayout25.xml"/><Relationship Id="rId4" Type="http://schemas.openxmlformats.org/officeDocument/2006/relationships/slideLayout" Target="../slideLayouts/slideLayout24.xml"/><Relationship Id="rId3" Type="http://schemas.openxmlformats.org/officeDocument/2006/relationships/slideLayout" Target="../slideLayouts/slideLayout23.xml"/><Relationship Id="rId2" Type="http://schemas.openxmlformats.org/officeDocument/2006/relationships/slideLayout" Target="../slideLayouts/slideLayout22.xml"/><Relationship Id="rId12" Type="http://schemas.openxmlformats.org/officeDocument/2006/relationships/theme" Target="../theme/theme2.xml"/><Relationship Id="rId11" Type="http://schemas.openxmlformats.org/officeDocument/2006/relationships/slideLayout" Target="../slideLayouts/slideLayout31.xml"/><Relationship Id="rId10" Type="http://schemas.openxmlformats.org/officeDocument/2006/relationships/slideLayout" Target="../slideLayouts/slideLayout30.xml"/><Relationship Id="rId1"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1" name="Parallélogramme 14"/>
          <p:cNvSpPr/>
          <p:nvPr userDrawn="1"/>
        </p:nvSpPr>
        <p:spPr>
          <a:xfrm>
            <a:off x="4667250" y="0"/>
            <a:ext cx="2857500" cy="6858000"/>
          </a:xfrm>
          <a:prstGeom prst="parallelogram">
            <a:avLst>
              <a:gd name="adj" fmla="val 0"/>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noProof="0" dirty="0"/>
          </a:p>
        </p:txBody>
      </p:sp>
      <p:sp>
        <p:nvSpPr>
          <p:cNvPr id="2" name="Title Placeholder 1"/>
          <p:cNvSpPr>
            <a:spLocks noGrp="1"/>
          </p:cNvSpPr>
          <p:nvPr>
            <p:ph type="title"/>
          </p:nvPr>
        </p:nvSpPr>
        <p:spPr>
          <a:xfrm>
            <a:off x="0" y="0"/>
            <a:ext cx="12192000" cy="1737361"/>
          </a:xfrm>
          <a:prstGeom prst="rect">
            <a:avLst/>
          </a:prstGeom>
        </p:spPr>
        <p:txBody>
          <a:bodyPr vert="horz" lIns="91440" tIns="45720" rIns="91440" bIns="45720" rtlCol="0" anchor="b">
            <a:normAutofit/>
          </a:bodyPr>
          <a:lstStyle/>
          <a:p>
            <a:endParaRPr lang="en-US" noProof="0" dirty="0"/>
          </a:p>
        </p:txBody>
      </p:sp>
      <p:sp>
        <p:nvSpPr>
          <p:cNvPr id="3" name="Text Placeholder 2"/>
          <p:cNvSpPr>
            <a:spLocks noGrp="1"/>
          </p:cNvSpPr>
          <p:nvPr>
            <p:ph type="body" idx="1"/>
          </p:nvPr>
        </p:nvSpPr>
        <p:spPr>
          <a:xfrm>
            <a:off x="0" y="1833154"/>
            <a:ext cx="12122331" cy="5024845"/>
          </a:xfrm>
          <a:prstGeom prst="rect">
            <a:avLst/>
          </a:prstGeom>
        </p:spPr>
        <p:txBody>
          <a:bodyPr vert="horz" lIns="0" tIns="45720" rIns="0" bIns="45720" rtlCol="0">
            <a:normAutofit/>
          </a:bodyPr>
          <a:lstStyle/>
          <a:p>
            <a:pPr lvl="0"/>
            <a:endParaRPr lang="en-US" noProof="0" dirty="0"/>
          </a:p>
        </p:txBody>
      </p:sp>
      <p:pic>
        <p:nvPicPr>
          <p:cNvPr id="7" name="Picture 6"/>
          <p:cNvPicPr>
            <a:picLocks noChangeAspect="1"/>
          </p:cNvPicPr>
          <p:nvPr userDrawn="1"/>
        </p:nvPicPr>
        <p:blipFill>
          <a:blip r:embed="rId21"/>
          <a:stretch>
            <a:fillRect/>
          </a:stretch>
        </p:blipFill>
        <p:spPr>
          <a:xfrm>
            <a:off x="104503" y="-95794"/>
            <a:ext cx="12087497" cy="1833155"/>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Lst>
  <p:hf sldNum="0" hdr="0" ftr="0" dt="0"/>
  <p:txStyles>
    <p:titleStyle>
      <a:lvl1pPr algn="l" defTabSz="914400" rtl="0" eaLnBrk="1" latinLnBrk="0" hangingPunct="1">
        <a:lnSpc>
          <a:spcPct val="90000"/>
        </a:lnSpc>
        <a:spcBef>
          <a:spcPct val="0"/>
        </a:spcBef>
        <a:buNone/>
        <a:defRPr sz="4800" b="1" kern="1200" spc="-50" baseline="0">
          <a:solidFill>
            <a:schemeClr val="tx1">
              <a:lumMod val="75000"/>
              <a:lumOff val="25000"/>
            </a:schemeClr>
          </a:solidFill>
          <a:latin typeface="+mn-lt"/>
          <a:ea typeface="+mj-ea"/>
          <a:cs typeface="+mj-cs"/>
        </a:defRPr>
      </a:lvl1pPr>
    </p:titleStyle>
    <p:bodyStyle>
      <a:lvl1pPr marL="0" indent="0" algn="l" defTabSz="914400" rtl="0" eaLnBrk="1" latinLnBrk="0" hangingPunct="1">
        <a:lnSpc>
          <a:spcPct val="100000"/>
        </a:lnSpc>
        <a:spcBef>
          <a:spcPts val="1200"/>
        </a:spcBef>
        <a:spcAft>
          <a:spcPts val="200"/>
        </a:spcAft>
        <a:buClr>
          <a:schemeClr val="accent1"/>
        </a:buClr>
        <a:buSzPct val="100000"/>
        <a:buFont typeface="Wingdings" panose="05000000000000000000" pitchFamily="2" charset="2"/>
        <a:buNone/>
        <a:defRPr sz="2000" kern="1200">
          <a:solidFill>
            <a:schemeClr val="tx1">
              <a:lumMod val="75000"/>
              <a:lumOff val="25000"/>
            </a:schemeClr>
          </a:solidFill>
          <a:latin typeface="Cambria" panose="02040503050406030204" pitchFamily="18" charset="0"/>
          <a:ea typeface="Cambria" panose="02040503050406030204" pitchFamily="18" charset="0"/>
          <a:cs typeface="+mn-cs"/>
        </a:defRPr>
      </a:lvl1pPr>
      <a:lvl2pPr marL="384175" indent="-182880" algn="l" defTabSz="914400" rtl="0" eaLnBrk="1" latinLnBrk="0" hangingPunct="1">
        <a:lnSpc>
          <a:spcPct val="100000"/>
        </a:lnSpc>
        <a:spcBef>
          <a:spcPts val="200"/>
        </a:spcBef>
        <a:spcAft>
          <a:spcPts val="400"/>
        </a:spcAft>
        <a:buClr>
          <a:schemeClr val="accent1"/>
        </a:buClr>
        <a:buFont typeface="Wingdings" panose="05000000000000000000" pitchFamily="2" charset="2"/>
        <a:buChar char="§"/>
        <a:defRPr sz="1800" kern="1200">
          <a:solidFill>
            <a:schemeClr val="tx1">
              <a:lumMod val="75000"/>
              <a:lumOff val="25000"/>
            </a:schemeClr>
          </a:solidFill>
          <a:latin typeface="+mn-lt"/>
          <a:ea typeface="+mn-ea"/>
          <a:cs typeface="+mn-cs"/>
        </a:defRPr>
      </a:lvl2pPr>
      <a:lvl3pPr marL="567055" indent="-182880" algn="l" defTabSz="914400" rtl="0" eaLnBrk="1" latinLnBrk="0" hangingPunct="1">
        <a:lnSpc>
          <a:spcPct val="100000"/>
        </a:lnSpc>
        <a:spcBef>
          <a:spcPts val="200"/>
        </a:spcBef>
        <a:spcAft>
          <a:spcPts val="400"/>
        </a:spcAft>
        <a:buClr>
          <a:schemeClr val="accent1"/>
        </a:buClr>
        <a:buFont typeface="Wingdings" panose="05000000000000000000" pitchFamily="2" charset="2"/>
        <a:buChar char="§"/>
        <a:defRPr sz="1400" kern="1200">
          <a:solidFill>
            <a:schemeClr val="tx1">
              <a:lumMod val="75000"/>
              <a:lumOff val="25000"/>
            </a:schemeClr>
          </a:solidFill>
          <a:latin typeface="+mn-lt"/>
          <a:ea typeface="+mn-ea"/>
          <a:cs typeface="+mn-cs"/>
        </a:defRPr>
      </a:lvl3pPr>
      <a:lvl4pPr marL="749935" indent="-182880" algn="l" defTabSz="914400" rtl="0" eaLnBrk="1" latinLnBrk="0" hangingPunct="1">
        <a:lnSpc>
          <a:spcPct val="100000"/>
        </a:lnSpc>
        <a:spcBef>
          <a:spcPts val="200"/>
        </a:spcBef>
        <a:spcAft>
          <a:spcPts val="400"/>
        </a:spcAft>
        <a:buClr>
          <a:schemeClr val="accent1"/>
        </a:buClr>
        <a:buFont typeface="Wingdings" panose="05000000000000000000" pitchFamily="2" charset="2"/>
        <a:buChar char="§"/>
        <a:defRPr sz="1400" kern="1200">
          <a:solidFill>
            <a:schemeClr val="tx1">
              <a:lumMod val="75000"/>
              <a:lumOff val="25000"/>
            </a:schemeClr>
          </a:solidFill>
          <a:latin typeface="+mn-lt"/>
          <a:ea typeface="+mn-ea"/>
          <a:cs typeface="+mn-cs"/>
        </a:defRPr>
      </a:lvl4pPr>
      <a:lvl5pPr marL="932815" indent="-182880" algn="l" defTabSz="914400" rtl="0" eaLnBrk="1" latinLnBrk="0" hangingPunct="1">
        <a:lnSpc>
          <a:spcPct val="100000"/>
        </a:lnSpc>
        <a:spcBef>
          <a:spcPts val="200"/>
        </a:spcBef>
        <a:spcAft>
          <a:spcPts val="400"/>
        </a:spcAft>
        <a:buClr>
          <a:schemeClr val="accent1"/>
        </a:buClr>
        <a:buFont typeface="Wingdings" panose="05000000000000000000" pitchFamily="2" charset="2"/>
        <a:buChar char="§"/>
        <a:defRPr sz="1400" kern="1200">
          <a:solidFill>
            <a:schemeClr val="tx1">
              <a:lumMod val="75000"/>
              <a:lumOff val="25000"/>
            </a:schemeClr>
          </a:solidFill>
          <a:latin typeface="+mn-lt"/>
          <a:ea typeface="+mn-ea"/>
          <a:cs typeface="+mn-cs"/>
        </a:defRPr>
      </a:lvl5pPr>
      <a:lvl6pPr marL="109982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6pPr>
      <a:lvl7pPr marL="129984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7pPr>
      <a:lvl8pPr marL="149987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8pPr>
      <a:lvl9pPr marL="169989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6858B5A-B866-40A6-8E68-2F2F50C8B826}" type="datetimeFigureOut">
              <a:rPr lang="en-IN" smtClean="0"/>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F029EBB-3CBD-415B-95BD-C3B435BB8274}" type="slidenum">
              <a:rPr lang="en-IN" smtClean="0"/>
            </a:fld>
            <a:endParaRPr lang="en-IN"/>
          </a:p>
        </p:txBody>
      </p:sp>
    </p:spTree>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3.jpeg"/><Relationship Id="rId1" Type="http://schemas.openxmlformats.org/officeDocument/2006/relationships/image" Target="../media/image2.jpeg"/></Relationships>
</file>

<file path=ppt/slides/_rels/slide67.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4.jpeg"/></Relationships>
</file>

<file path=ppt/slides/_rels/slide68.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6.jpeg"/><Relationship Id="rId1" Type="http://schemas.openxmlformats.org/officeDocument/2006/relationships/image" Target="../media/image5.jpeg"/></Relationships>
</file>

<file path=ppt/slides/_rels/slide69.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8.jpeg"/><Relationship Id="rId1" Type="http://schemas.openxmlformats.org/officeDocument/2006/relationships/image" Target="../media/image7.jpeg"/></Relationships>
</file>

<file path=ppt/slides/_rels/slide70.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9.jpeg"/></Relationships>
</file>

<file path=ppt/slides/_rels/slide71.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0.jpeg"/></Relationships>
</file>

<file path=ppt/slides/_rels/slide72.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1.jpeg"/></Relationships>
</file>

<file path=ppt/slides/_rels/slide73.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2.jpeg"/></Relationships>
</file>

<file path=ppt/slides/_rels/slide74.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3.jpeg"/></Relationships>
</file>

<file path=ppt/slides/_rels/slide7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4.jpeg"/></Relationships>
</file>

<file path=ppt/slides/_rels/slide76.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5.jpeg"/></Relationships>
</file>

<file path=ppt/slides/_rels/slide77.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17.jpeg"/><Relationship Id="rId1" Type="http://schemas.openxmlformats.org/officeDocument/2006/relationships/image" Target="../media/image16.jpe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ctrTitle"/>
          </p:nvPr>
        </p:nvSpPr>
        <p:spPr>
          <a:xfrm>
            <a:off x="6629399" y="696686"/>
            <a:ext cx="5144589" cy="3289780"/>
          </a:xfrm>
        </p:spPr>
        <p:txBody>
          <a:bodyPr/>
          <a:lstStyle/>
          <a:p>
            <a:r>
              <a:rPr lang="en-US" altLang="en-IN" dirty="0">
                <a:solidFill>
                  <a:srgbClr val="FF0000"/>
                </a:solidFill>
              </a:rPr>
              <a:t>CTS Reasoning</a:t>
            </a:r>
            <a:endParaRPr lang="en-US" altLang="en-IN" dirty="0">
              <a:solidFill>
                <a:srgbClr val="FF0000"/>
              </a:solidFill>
            </a:endParaRPr>
          </a:p>
        </p:txBody>
      </p:sp>
      <p:sp>
        <p:nvSpPr>
          <p:cNvPr id="4" name="Subtitle 3"/>
          <p:cNvSpPr>
            <a:spLocks noGrp="1"/>
          </p:cNvSpPr>
          <p:nvPr>
            <p:ph type="subTitle" idx="1"/>
          </p:nvPr>
        </p:nvSpPr>
        <p:spPr/>
        <p:txBody>
          <a:bodyPr/>
          <a:lstStyle/>
          <a:p>
            <a:r>
              <a:rPr lang="en-US" dirty="0" smtClean="0">
                <a:latin typeface="+mj-lt"/>
              </a:rPr>
              <a:t>Vignesh m</a:t>
            </a:r>
            <a:endParaRPr lang="en-US" dirty="0">
              <a:latin typeface="+mj-lt"/>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1" name="Rectangle 4"/>
          <p:cNvSpPr/>
          <p:nvPr/>
        </p:nvSpPr>
        <p:spPr>
          <a:xfrm>
            <a:off x="325755" y="1761490"/>
            <a:ext cx="10769600" cy="3066415"/>
          </a:xfrm>
          <a:prstGeom prst="rect">
            <a:avLst/>
          </a:prstGeom>
        </p:spPr>
        <p:txBody>
          <a:bodyPr wrap="square">
            <a:spAutoFit/>
          </a:bodyPr>
          <a:lstStyle/>
          <a:p>
            <a:pPr algn="just">
              <a:lnSpc>
                <a:spcPct val="120000"/>
              </a:lnSpc>
              <a:spcBef>
                <a:spcPts val="500"/>
              </a:spcBef>
              <a:spcAft>
                <a:spcPts val="500"/>
              </a:spcAft>
            </a:pPr>
            <a:r>
              <a:rPr lang="en-IN" sz="2665" b="1" dirty="0"/>
              <a:t>Directions for Q1 to Q8:</a:t>
            </a:r>
            <a:r>
              <a:rPr lang="en-IN" sz="2665" dirty="0"/>
              <a:t> From the given choices select the odd one out.</a:t>
            </a:r>
            <a:endParaRPr lang="en-IN" sz="2665" dirty="0"/>
          </a:p>
          <a:p>
            <a:pPr marL="467995" indent="-467995" algn="just">
              <a:lnSpc>
                <a:spcPct val="120000"/>
              </a:lnSpc>
              <a:spcBef>
                <a:spcPts val="500"/>
              </a:spcBef>
              <a:spcAft>
                <a:spcPts val="500"/>
              </a:spcAft>
            </a:pPr>
            <a:r>
              <a:rPr lang="it-IT" sz="2665" dirty="0"/>
              <a:t>1.	(a) NR</a:t>
            </a:r>
            <a:endParaRPr lang="it-IT" sz="2665" dirty="0"/>
          </a:p>
          <a:p>
            <a:pPr marL="467995" indent="-467995" algn="just">
              <a:lnSpc>
                <a:spcPct val="120000"/>
              </a:lnSpc>
              <a:spcBef>
                <a:spcPts val="500"/>
              </a:spcBef>
              <a:spcAft>
                <a:spcPts val="500"/>
              </a:spcAft>
            </a:pPr>
            <a:r>
              <a:rPr lang="it-IT" sz="2665" dirty="0"/>
              <a:t>	(b) DW</a:t>
            </a:r>
            <a:endParaRPr lang="it-IT" sz="2665" dirty="0"/>
          </a:p>
          <a:p>
            <a:pPr marL="467995" indent="-467995" algn="just">
              <a:lnSpc>
                <a:spcPct val="120000"/>
              </a:lnSpc>
              <a:spcBef>
                <a:spcPts val="500"/>
              </a:spcBef>
              <a:spcAft>
                <a:spcPts val="500"/>
              </a:spcAft>
            </a:pPr>
            <a:r>
              <a:rPr lang="it-IT" sz="2665" dirty="0"/>
              <a:t>	(c) FU</a:t>
            </a:r>
            <a:endParaRPr lang="it-IT" sz="2665" dirty="0"/>
          </a:p>
          <a:p>
            <a:pPr marL="467995" indent="-467995" algn="just">
              <a:lnSpc>
                <a:spcPct val="120000"/>
              </a:lnSpc>
              <a:spcBef>
                <a:spcPts val="500"/>
              </a:spcBef>
              <a:spcAft>
                <a:spcPts val="500"/>
              </a:spcAft>
            </a:pPr>
            <a:r>
              <a:rPr lang="it-IT" sz="2665" dirty="0"/>
              <a:t>	(d) CX</a:t>
            </a:r>
            <a:endParaRPr lang="en-IN" sz="2665" dirty="0"/>
          </a:p>
        </p:txBody>
      </p:sp>
    </p:spTree>
  </p:cSld>
  <p:clrMapOvr>
    <a:masterClrMapping/>
  </p:clrMapOvr>
  <p:transition spd="slow">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5" name="Rectangle 4"/>
          <p:cNvSpPr/>
          <p:nvPr/>
        </p:nvSpPr>
        <p:spPr>
          <a:xfrm>
            <a:off x="457835" y="1895475"/>
            <a:ext cx="10769600" cy="3066415"/>
          </a:xfrm>
          <a:prstGeom prst="rect">
            <a:avLst/>
          </a:prstGeom>
        </p:spPr>
        <p:txBody>
          <a:bodyPr wrap="square">
            <a:spAutoFit/>
          </a:bodyPr>
          <a:lstStyle/>
          <a:p>
            <a:pPr algn="just">
              <a:lnSpc>
                <a:spcPct val="120000"/>
              </a:lnSpc>
              <a:spcBef>
                <a:spcPts val="500"/>
              </a:spcBef>
              <a:spcAft>
                <a:spcPts val="500"/>
              </a:spcAft>
            </a:pPr>
            <a:r>
              <a:rPr lang="en-IN" sz="2665" b="1" dirty="0"/>
              <a:t>Directions for Q1 to Q8:</a:t>
            </a:r>
            <a:r>
              <a:rPr lang="en-IN" sz="2665" dirty="0"/>
              <a:t> From the given choices select the odd one out.</a:t>
            </a:r>
            <a:endParaRPr lang="en-IN" sz="2665" dirty="0"/>
          </a:p>
          <a:p>
            <a:pPr marL="467995" indent="-467995" algn="just">
              <a:lnSpc>
                <a:spcPct val="120000"/>
              </a:lnSpc>
              <a:spcBef>
                <a:spcPts val="500"/>
              </a:spcBef>
              <a:spcAft>
                <a:spcPts val="500"/>
              </a:spcAft>
            </a:pPr>
            <a:r>
              <a:rPr lang="it-IT" sz="2665" dirty="0"/>
              <a:t>2.	(a) AA</a:t>
            </a:r>
            <a:endParaRPr lang="it-IT" sz="2665" dirty="0"/>
          </a:p>
          <a:p>
            <a:pPr marL="467995" indent="-467995" algn="just">
              <a:lnSpc>
                <a:spcPct val="120000"/>
              </a:lnSpc>
              <a:spcBef>
                <a:spcPts val="500"/>
              </a:spcBef>
              <a:spcAft>
                <a:spcPts val="500"/>
              </a:spcAft>
            </a:pPr>
            <a:r>
              <a:rPr lang="it-IT" sz="2665" dirty="0"/>
              <a:t>	(b) BB</a:t>
            </a:r>
            <a:endParaRPr lang="it-IT" sz="2665" dirty="0"/>
          </a:p>
          <a:p>
            <a:pPr marL="467995" indent="-467995" algn="just">
              <a:lnSpc>
                <a:spcPct val="120000"/>
              </a:lnSpc>
              <a:spcBef>
                <a:spcPts val="500"/>
              </a:spcBef>
              <a:spcAft>
                <a:spcPts val="500"/>
              </a:spcAft>
            </a:pPr>
            <a:r>
              <a:rPr lang="it-IT" sz="2665" dirty="0"/>
              <a:t>	(c) DDDD</a:t>
            </a:r>
            <a:endParaRPr lang="it-IT" sz="2665" dirty="0"/>
          </a:p>
          <a:p>
            <a:pPr marL="467995" indent="-467995" algn="just">
              <a:lnSpc>
                <a:spcPct val="120000"/>
              </a:lnSpc>
              <a:spcBef>
                <a:spcPts val="500"/>
              </a:spcBef>
              <a:spcAft>
                <a:spcPts val="500"/>
              </a:spcAft>
            </a:pPr>
            <a:r>
              <a:rPr lang="it-IT" sz="2665" dirty="0"/>
              <a:t>	(d) EEEEE</a:t>
            </a:r>
            <a:endParaRPr lang="en-IN" sz="2665" dirty="0"/>
          </a:p>
        </p:txBody>
      </p:sp>
    </p:spTree>
  </p:cSld>
  <p:clrMapOvr>
    <a:masterClrMapping/>
  </p:clrMapOvr>
  <p:transition spd="slow">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9" name="Rectangle 4"/>
          <p:cNvSpPr/>
          <p:nvPr/>
        </p:nvSpPr>
        <p:spPr>
          <a:xfrm>
            <a:off x="457835" y="2126615"/>
            <a:ext cx="10769600" cy="3066415"/>
          </a:xfrm>
          <a:prstGeom prst="rect">
            <a:avLst/>
          </a:prstGeom>
        </p:spPr>
        <p:txBody>
          <a:bodyPr wrap="square">
            <a:spAutoFit/>
          </a:bodyPr>
          <a:lstStyle/>
          <a:p>
            <a:pPr algn="just">
              <a:lnSpc>
                <a:spcPct val="120000"/>
              </a:lnSpc>
              <a:spcBef>
                <a:spcPts val="500"/>
              </a:spcBef>
              <a:spcAft>
                <a:spcPts val="500"/>
              </a:spcAft>
            </a:pPr>
            <a:r>
              <a:rPr lang="en-IN" sz="2665" b="1" dirty="0"/>
              <a:t>Directions for Q1 to Q8:</a:t>
            </a:r>
            <a:r>
              <a:rPr lang="en-IN" sz="2665" dirty="0"/>
              <a:t> From the given choices select the odd one out.</a:t>
            </a:r>
            <a:endParaRPr lang="en-IN" sz="2665" dirty="0"/>
          </a:p>
          <a:p>
            <a:pPr marL="467995" indent="-467995" algn="just">
              <a:lnSpc>
                <a:spcPct val="120000"/>
              </a:lnSpc>
              <a:spcBef>
                <a:spcPts val="500"/>
              </a:spcBef>
              <a:spcAft>
                <a:spcPts val="500"/>
              </a:spcAft>
            </a:pPr>
            <a:r>
              <a:rPr lang="pt-BR" sz="2665" dirty="0"/>
              <a:t>3.	(a) Q3N</a:t>
            </a:r>
            <a:endParaRPr lang="pt-BR" sz="2665" dirty="0"/>
          </a:p>
          <a:p>
            <a:pPr marL="467995" indent="-467995" algn="just">
              <a:lnSpc>
                <a:spcPct val="120000"/>
              </a:lnSpc>
              <a:spcBef>
                <a:spcPts val="500"/>
              </a:spcBef>
              <a:spcAft>
                <a:spcPts val="500"/>
              </a:spcAft>
            </a:pPr>
            <a:r>
              <a:rPr lang="pt-BR" sz="2665" dirty="0"/>
              <a:t>	(b) P3N	</a:t>
            </a:r>
            <a:endParaRPr lang="pt-BR" sz="2665" dirty="0"/>
          </a:p>
          <a:p>
            <a:pPr marL="467995" indent="-467995" algn="just">
              <a:lnSpc>
                <a:spcPct val="120000"/>
              </a:lnSpc>
              <a:spcBef>
                <a:spcPts val="500"/>
              </a:spcBef>
              <a:spcAft>
                <a:spcPts val="500"/>
              </a:spcAft>
            </a:pPr>
            <a:r>
              <a:rPr lang="pt-BR" sz="2665" dirty="0"/>
              <a:t>	(c) Q4M	</a:t>
            </a:r>
            <a:endParaRPr lang="pt-BR" sz="2665" dirty="0"/>
          </a:p>
          <a:p>
            <a:pPr marL="467995" indent="-467995" algn="just">
              <a:lnSpc>
                <a:spcPct val="120000"/>
              </a:lnSpc>
              <a:spcBef>
                <a:spcPts val="500"/>
              </a:spcBef>
              <a:spcAft>
                <a:spcPts val="500"/>
              </a:spcAft>
            </a:pPr>
            <a:r>
              <a:rPr lang="pt-BR" sz="2665" dirty="0"/>
              <a:t>	(d) T2R</a:t>
            </a:r>
            <a:endParaRPr lang="en-IN" sz="2665" dirty="0"/>
          </a:p>
        </p:txBody>
      </p:sp>
    </p:spTree>
  </p:cSld>
  <p:clrMapOvr>
    <a:masterClrMapping/>
  </p:clrMapOvr>
  <p:transition spd="slow">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3" name="Rectangle 4"/>
          <p:cNvSpPr/>
          <p:nvPr/>
        </p:nvSpPr>
        <p:spPr>
          <a:xfrm>
            <a:off x="305435" y="2339340"/>
            <a:ext cx="10769600" cy="3066415"/>
          </a:xfrm>
          <a:prstGeom prst="rect">
            <a:avLst/>
          </a:prstGeom>
        </p:spPr>
        <p:txBody>
          <a:bodyPr wrap="square">
            <a:spAutoFit/>
          </a:bodyPr>
          <a:lstStyle/>
          <a:p>
            <a:pPr algn="just">
              <a:lnSpc>
                <a:spcPct val="120000"/>
              </a:lnSpc>
              <a:spcBef>
                <a:spcPts val="500"/>
              </a:spcBef>
              <a:spcAft>
                <a:spcPts val="500"/>
              </a:spcAft>
            </a:pPr>
            <a:r>
              <a:rPr lang="en-IN" sz="2665" b="1" dirty="0"/>
              <a:t>Directions for Q1 to Q8:</a:t>
            </a:r>
            <a:r>
              <a:rPr lang="en-IN" sz="2665" dirty="0"/>
              <a:t> From the given choices select the odd one out.</a:t>
            </a:r>
            <a:endParaRPr lang="en-IN" sz="2665" dirty="0"/>
          </a:p>
          <a:p>
            <a:pPr marL="467995" indent="-467995" algn="just">
              <a:lnSpc>
                <a:spcPct val="120000"/>
              </a:lnSpc>
              <a:spcBef>
                <a:spcPts val="500"/>
              </a:spcBef>
              <a:spcAft>
                <a:spcPts val="500"/>
              </a:spcAft>
            </a:pPr>
            <a:r>
              <a:rPr lang="nn-NO" sz="2665" dirty="0"/>
              <a:t>4.	(a) SV2</a:t>
            </a:r>
            <a:endParaRPr lang="nn-NO" sz="2665" dirty="0"/>
          </a:p>
          <a:p>
            <a:pPr marL="467995" indent="-467995" algn="just">
              <a:lnSpc>
                <a:spcPct val="120000"/>
              </a:lnSpc>
              <a:spcBef>
                <a:spcPts val="500"/>
              </a:spcBef>
              <a:spcAft>
                <a:spcPts val="500"/>
              </a:spcAft>
            </a:pPr>
            <a:r>
              <a:rPr lang="nn-NO" sz="2665" dirty="0"/>
              <a:t>	(b) GI2</a:t>
            </a:r>
            <a:endParaRPr lang="nn-NO" sz="2665" dirty="0"/>
          </a:p>
          <a:p>
            <a:pPr marL="467995" indent="-467995" algn="just">
              <a:lnSpc>
                <a:spcPct val="120000"/>
              </a:lnSpc>
              <a:spcBef>
                <a:spcPts val="500"/>
              </a:spcBef>
              <a:spcAft>
                <a:spcPts val="500"/>
              </a:spcAft>
            </a:pPr>
            <a:r>
              <a:rPr lang="nn-NO" sz="2665" dirty="0"/>
              <a:t>	(c) BD2</a:t>
            </a:r>
            <a:endParaRPr lang="nn-NO" sz="2665" dirty="0"/>
          </a:p>
          <a:p>
            <a:pPr marL="467995" indent="-467995" algn="just">
              <a:lnSpc>
                <a:spcPct val="120000"/>
              </a:lnSpc>
              <a:spcBef>
                <a:spcPts val="500"/>
              </a:spcBef>
              <a:spcAft>
                <a:spcPts val="500"/>
              </a:spcAft>
            </a:pPr>
            <a:r>
              <a:rPr lang="nn-NO" sz="2665" dirty="0"/>
              <a:t>	(d) NR4</a:t>
            </a:r>
            <a:endParaRPr lang="en-IN" sz="2665" dirty="0"/>
          </a:p>
        </p:txBody>
      </p:sp>
    </p:spTree>
  </p:cSld>
  <p:clrMapOvr>
    <a:masterClrMapping/>
  </p:clrMapOvr>
  <p:transition spd="slow">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7" name="Rectangle 4"/>
          <p:cNvSpPr/>
          <p:nvPr/>
        </p:nvSpPr>
        <p:spPr>
          <a:xfrm>
            <a:off x="508000" y="2217420"/>
            <a:ext cx="10769600" cy="3066415"/>
          </a:xfrm>
          <a:prstGeom prst="rect">
            <a:avLst/>
          </a:prstGeom>
        </p:spPr>
        <p:txBody>
          <a:bodyPr wrap="square">
            <a:spAutoFit/>
          </a:bodyPr>
          <a:lstStyle/>
          <a:p>
            <a:pPr algn="just">
              <a:lnSpc>
                <a:spcPct val="120000"/>
              </a:lnSpc>
              <a:spcBef>
                <a:spcPts val="500"/>
              </a:spcBef>
              <a:spcAft>
                <a:spcPts val="500"/>
              </a:spcAft>
            </a:pPr>
            <a:r>
              <a:rPr lang="en-IN" sz="2665" b="1" dirty="0"/>
              <a:t>Directions for Q1 to Q8:</a:t>
            </a:r>
            <a:r>
              <a:rPr lang="en-IN" sz="2665" dirty="0"/>
              <a:t> From the given choices select the odd one out.</a:t>
            </a:r>
            <a:endParaRPr lang="en-IN" sz="2665" dirty="0"/>
          </a:p>
          <a:p>
            <a:pPr marL="467995" indent="-467995" algn="just">
              <a:lnSpc>
                <a:spcPct val="120000"/>
              </a:lnSpc>
              <a:spcBef>
                <a:spcPts val="500"/>
              </a:spcBef>
              <a:spcAft>
                <a:spcPts val="500"/>
              </a:spcAft>
            </a:pPr>
            <a:r>
              <a:rPr lang="en-IN" sz="2665" dirty="0"/>
              <a:t>5.	(a) MNPO</a:t>
            </a:r>
            <a:endParaRPr lang="en-IN" sz="2665" dirty="0"/>
          </a:p>
          <a:p>
            <a:pPr marL="467995" indent="-467995" algn="just">
              <a:lnSpc>
                <a:spcPct val="120000"/>
              </a:lnSpc>
              <a:spcBef>
                <a:spcPts val="500"/>
              </a:spcBef>
              <a:spcAft>
                <a:spcPts val="500"/>
              </a:spcAft>
            </a:pPr>
            <a:r>
              <a:rPr lang="en-IN" sz="2665" dirty="0"/>
              <a:t>	(b) PSRQ</a:t>
            </a:r>
            <a:endParaRPr lang="en-IN" sz="2665" dirty="0"/>
          </a:p>
          <a:p>
            <a:pPr marL="467995" indent="-467995" algn="just">
              <a:lnSpc>
                <a:spcPct val="120000"/>
              </a:lnSpc>
              <a:spcBef>
                <a:spcPts val="500"/>
              </a:spcBef>
              <a:spcAft>
                <a:spcPts val="500"/>
              </a:spcAft>
            </a:pPr>
            <a:r>
              <a:rPr lang="en-IN" sz="2665" dirty="0"/>
              <a:t>	(c) SVUT</a:t>
            </a:r>
            <a:endParaRPr lang="en-IN" sz="2665" dirty="0"/>
          </a:p>
          <a:p>
            <a:pPr marL="467995" indent="-467995" algn="just">
              <a:lnSpc>
                <a:spcPct val="120000"/>
              </a:lnSpc>
              <a:spcBef>
                <a:spcPts val="500"/>
              </a:spcBef>
              <a:spcAft>
                <a:spcPts val="500"/>
              </a:spcAft>
            </a:pPr>
            <a:r>
              <a:rPr lang="en-IN" sz="2665" dirty="0"/>
              <a:t>	(d) KNML</a:t>
            </a:r>
            <a:endParaRPr lang="en-IN" sz="2665" dirty="0"/>
          </a:p>
        </p:txBody>
      </p:sp>
    </p:spTree>
  </p:cSld>
  <p:clrMapOvr>
    <a:masterClrMapping/>
  </p:clrMapOvr>
  <p:transition spd="slow">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1" name="Rectangle 4"/>
          <p:cNvSpPr/>
          <p:nvPr/>
        </p:nvSpPr>
        <p:spPr>
          <a:xfrm>
            <a:off x="407035" y="1709420"/>
            <a:ext cx="10769600" cy="3066415"/>
          </a:xfrm>
          <a:prstGeom prst="rect">
            <a:avLst/>
          </a:prstGeom>
        </p:spPr>
        <p:txBody>
          <a:bodyPr wrap="square">
            <a:spAutoFit/>
          </a:bodyPr>
          <a:lstStyle/>
          <a:p>
            <a:pPr algn="just">
              <a:lnSpc>
                <a:spcPct val="120000"/>
              </a:lnSpc>
              <a:spcBef>
                <a:spcPts val="500"/>
              </a:spcBef>
              <a:spcAft>
                <a:spcPts val="500"/>
              </a:spcAft>
            </a:pPr>
            <a:r>
              <a:rPr lang="en-IN" sz="2665" b="1" dirty="0"/>
              <a:t>Directions for Q1 to Q8:</a:t>
            </a:r>
            <a:r>
              <a:rPr lang="en-IN" sz="2665" dirty="0"/>
              <a:t> From the given choices select the odd one out.</a:t>
            </a:r>
            <a:endParaRPr lang="en-IN" sz="2665" dirty="0"/>
          </a:p>
          <a:p>
            <a:pPr marL="467995" indent="-467995" algn="just">
              <a:lnSpc>
                <a:spcPct val="120000"/>
              </a:lnSpc>
              <a:spcBef>
                <a:spcPts val="500"/>
              </a:spcBef>
              <a:spcAft>
                <a:spcPts val="500"/>
              </a:spcAft>
            </a:pPr>
            <a:r>
              <a:rPr lang="en-IN" sz="2665" dirty="0"/>
              <a:t>6.	(a) KLNM</a:t>
            </a:r>
            <a:endParaRPr lang="en-IN" sz="2665" dirty="0"/>
          </a:p>
          <a:p>
            <a:pPr marL="467995" indent="-467995" algn="just">
              <a:lnSpc>
                <a:spcPct val="120000"/>
              </a:lnSpc>
              <a:spcBef>
                <a:spcPts val="500"/>
              </a:spcBef>
              <a:spcAft>
                <a:spcPts val="500"/>
              </a:spcAft>
            </a:pPr>
            <a:r>
              <a:rPr lang="en-IN" sz="2665" dirty="0"/>
              <a:t>	(b) HIKJ</a:t>
            </a:r>
            <a:endParaRPr lang="en-IN" sz="2665" dirty="0"/>
          </a:p>
          <a:p>
            <a:pPr marL="467995" indent="-467995" algn="just">
              <a:lnSpc>
                <a:spcPct val="120000"/>
              </a:lnSpc>
              <a:spcBef>
                <a:spcPts val="500"/>
              </a:spcBef>
              <a:spcAft>
                <a:spcPts val="500"/>
              </a:spcAft>
            </a:pPr>
            <a:r>
              <a:rPr lang="en-IN" sz="2665" dirty="0"/>
              <a:t>	(c) STVU</a:t>
            </a:r>
            <a:endParaRPr lang="en-IN" sz="2665" dirty="0"/>
          </a:p>
          <a:p>
            <a:pPr marL="467995" indent="-467995" algn="just">
              <a:lnSpc>
                <a:spcPct val="120000"/>
              </a:lnSpc>
              <a:spcBef>
                <a:spcPts val="500"/>
              </a:spcBef>
              <a:spcAft>
                <a:spcPts val="500"/>
              </a:spcAft>
            </a:pPr>
            <a:r>
              <a:rPr lang="en-IN" sz="2665" dirty="0"/>
              <a:t>	(d) RSTU</a:t>
            </a:r>
            <a:endParaRPr lang="en-IN" sz="2665" dirty="0"/>
          </a:p>
        </p:txBody>
      </p:sp>
    </p:spTree>
  </p:cSld>
  <p:clrMapOvr>
    <a:masterClrMapping/>
  </p:clrMapOvr>
  <p:transition spd="slow">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5" name="Rectangle 4"/>
          <p:cNvSpPr/>
          <p:nvPr/>
        </p:nvSpPr>
        <p:spPr>
          <a:xfrm>
            <a:off x="579755" y="2237105"/>
            <a:ext cx="10769600" cy="3066415"/>
          </a:xfrm>
          <a:prstGeom prst="rect">
            <a:avLst/>
          </a:prstGeom>
        </p:spPr>
        <p:txBody>
          <a:bodyPr wrap="square">
            <a:spAutoFit/>
          </a:bodyPr>
          <a:lstStyle/>
          <a:p>
            <a:pPr algn="just">
              <a:lnSpc>
                <a:spcPct val="120000"/>
              </a:lnSpc>
              <a:spcBef>
                <a:spcPts val="500"/>
              </a:spcBef>
              <a:spcAft>
                <a:spcPts val="500"/>
              </a:spcAft>
            </a:pPr>
            <a:r>
              <a:rPr lang="en-IN" sz="2665" b="1" dirty="0"/>
              <a:t>Directions for Q1 to Q8:</a:t>
            </a:r>
            <a:r>
              <a:rPr lang="en-IN" sz="2665" dirty="0"/>
              <a:t> From the given choices select the odd one out.</a:t>
            </a:r>
            <a:endParaRPr lang="en-IN" sz="2665" dirty="0"/>
          </a:p>
          <a:p>
            <a:pPr marL="467995" indent="-467995" algn="just">
              <a:lnSpc>
                <a:spcPct val="120000"/>
              </a:lnSpc>
              <a:spcBef>
                <a:spcPts val="500"/>
              </a:spcBef>
              <a:spcAft>
                <a:spcPts val="500"/>
              </a:spcAft>
            </a:pPr>
            <a:r>
              <a:rPr lang="en-IN" sz="2665" dirty="0"/>
              <a:t>7.	(a) RKOC</a:t>
            </a:r>
            <a:endParaRPr lang="en-IN" sz="2665" dirty="0"/>
          </a:p>
          <a:p>
            <a:pPr marL="467995" indent="-467995" algn="just">
              <a:lnSpc>
                <a:spcPct val="120000"/>
              </a:lnSpc>
              <a:spcBef>
                <a:spcPts val="500"/>
              </a:spcBef>
              <a:spcAft>
                <a:spcPts val="500"/>
              </a:spcAft>
            </a:pPr>
            <a:r>
              <a:rPr lang="en-IN" sz="2665" dirty="0"/>
              <a:t>	(b) ADNS</a:t>
            </a:r>
            <a:endParaRPr lang="en-IN" sz="2665" dirty="0"/>
          </a:p>
          <a:p>
            <a:pPr marL="467995" indent="-467995" algn="just">
              <a:lnSpc>
                <a:spcPct val="120000"/>
              </a:lnSpc>
              <a:spcBef>
                <a:spcPts val="500"/>
              </a:spcBef>
              <a:spcAft>
                <a:spcPts val="500"/>
              </a:spcAft>
            </a:pPr>
            <a:r>
              <a:rPr lang="en-IN" sz="2665" dirty="0"/>
              <a:t>	(c) LNDA</a:t>
            </a:r>
            <a:endParaRPr lang="en-IN" sz="2665" dirty="0"/>
          </a:p>
          <a:p>
            <a:pPr marL="467995" indent="-467995" algn="just">
              <a:lnSpc>
                <a:spcPct val="120000"/>
              </a:lnSpc>
              <a:spcBef>
                <a:spcPts val="500"/>
              </a:spcBef>
              <a:spcAft>
                <a:spcPts val="500"/>
              </a:spcAft>
            </a:pPr>
            <a:r>
              <a:rPr lang="en-IN" sz="2665" dirty="0"/>
              <a:t>	(d) RRIVE</a:t>
            </a:r>
            <a:endParaRPr lang="en-IN" sz="2665" dirty="0"/>
          </a:p>
        </p:txBody>
      </p:sp>
    </p:spTree>
  </p:cSld>
  <p:clrMapOvr>
    <a:masterClrMapping/>
  </p:clrMapOvr>
  <p:transition spd="slow">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9" name="Rectangle 4"/>
          <p:cNvSpPr/>
          <p:nvPr/>
        </p:nvSpPr>
        <p:spPr>
          <a:xfrm>
            <a:off x="427355" y="2430780"/>
            <a:ext cx="10769600" cy="3066415"/>
          </a:xfrm>
          <a:prstGeom prst="rect">
            <a:avLst/>
          </a:prstGeom>
        </p:spPr>
        <p:txBody>
          <a:bodyPr wrap="square">
            <a:spAutoFit/>
          </a:bodyPr>
          <a:lstStyle/>
          <a:p>
            <a:pPr algn="just">
              <a:lnSpc>
                <a:spcPct val="120000"/>
              </a:lnSpc>
              <a:spcBef>
                <a:spcPts val="500"/>
              </a:spcBef>
              <a:spcAft>
                <a:spcPts val="500"/>
              </a:spcAft>
            </a:pPr>
            <a:r>
              <a:rPr lang="en-IN" sz="2665" b="1" dirty="0"/>
              <a:t>Directions for Q1 to Q8:</a:t>
            </a:r>
            <a:r>
              <a:rPr lang="en-IN" sz="2665" dirty="0"/>
              <a:t> From the given choices select the odd one out.</a:t>
            </a:r>
            <a:endParaRPr lang="en-IN" sz="2665" dirty="0"/>
          </a:p>
          <a:p>
            <a:pPr marL="467995" indent="-467995" algn="just">
              <a:lnSpc>
                <a:spcPct val="120000"/>
              </a:lnSpc>
              <a:spcBef>
                <a:spcPts val="500"/>
              </a:spcBef>
              <a:spcAft>
                <a:spcPts val="500"/>
              </a:spcAft>
            </a:pPr>
            <a:r>
              <a:rPr lang="en-IN" sz="2665" dirty="0"/>
              <a:t>8.	(a) GJNS</a:t>
            </a:r>
            <a:endParaRPr lang="en-IN" sz="2665" dirty="0"/>
          </a:p>
          <a:p>
            <a:pPr marL="467995" indent="-467995" algn="just">
              <a:lnSpc>
                <a:spcPct val="120000"/>
              </a:lnSpc>
              <a:spcBef>
                <a:spcPts val="500"/>
              </a:spcBef>
              <a:spcAft>
                <a:spcPts val="500"/>
              </a:spcAft>
            </a:pPr>
            <a:r>
              <a:rPr lang="en-IN" sz="2665" dirty="0"/>
              <a:t>	(b) GHJM</a:t>
            </a:r>
            <a:endParaRPr lang="en-IN" sz="2665" dirty="0"/>
          </a:p>
          <a:p>
            <a:pPr marL="467995" indent="-467995" algn="just">
              <a:lnSpc>
                <a:spcPct val="120000"/>
              </a:lnSpc>
              <a:spcBef>
                <a:spcPts val="500"/>
              </a:spcBef>
              <a:spcAft>
                <a:spcPts val="500"/>
              </a:spcAft>
            </a:pPr>
            <a:r>
              <a:rPr lang="en-IN" sz="2665" dirty="0"/>
              <a:t>	(c) GIKM	</a:t>
            </a:r>
            <a:endParaRPr lang="en-IN" sz="2665" dirty="0"/>
          </a:p>
          <a:p>
            <a:pPr marL="467995" indent="-467995" algn="just">
              <a:lnSpc>
                <a:spcPct val="120000"/>
              </a:lnSpc>
              <a:spcBef>
                <a:spcPts val="500"/>
              </a:spcBef>
              <a:spcAft>
                <a:spcPts val="500"/>
              </a:spcAft>
            </a:pPr>
            <a:r>
              <a:rPr lang="en-IN" sz="2665" dirty="0"/>
              <a:t>	(d) GILP</a:t>
            </a:r>
            <a:endParaRPr lang="en-IN" sz="2665" dirty="0"/>
          </a:p>
        </p:txBody>
      </p:sp>
    </p:spTree>
  </p:cSld>
  <p:clrMapOvr>
    <a:masterClrMapping/>
  </p:clrMapOvr>
  <p:transition spd="slow">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23" name="Rectangle 4"/>
          <p:cNvSpPr/>
          <p:nvPr/>
        </p:nvSpPr>
        <p:spPr>
          <a:xfrm>
            <a:off x="315595" y="2278380"/>
            <a:ext cx="10769600" cy="3686810"/>
          </a:xfrm>
          <a:prstGeom prst="rect">
            <a:avLst/>
          </a:prstGeom>
        </p:spPr>
        <p:txBody>
          <a:bodyPr wrap="square">
            <a:spAutoFit/>
          </a:bodyPr>
          <a:lstStyle/>
          <a:p>
            <a:pPr algn="just">
              <a:lnSpc>
                <a:spcPct val="120000"/>
              </a:lnSpc>
              <a:spcBef>
                <a:spcPts val="500"/>
              </a:spcBef>
              <a:spcAft>
                <a:spcPts val="500"/>
              </a:spcAft>
            </a:pPr>
            <a:r>
              <a:rPr lang="en-IN" sz="2665" b="1" dirty="0"/>
              <a:t>Directions for Q9 to Q11: </a:t>
            </a:r>
            <a:r>
              <a:rPr lang="en-IN" sz="2665" dirty="0"/>
              <a:t>Find the next number in the series.</a:t>
            </a:r>
            <a:endParaRPr lang="en-IN" sz="2665" dirty="0"/>
          </a:p>
          <a:p>
            <a:pPr marL="467995" indent="-467995" algn="just">
              <a:lnSpc>
                <a:spcPct val="120000"/>
              </a:lnSpc>
              <a:spcBef>
                <a:spcPts val="500"/>
              </a:spcBef>
              <a:spcAft>
                <a:spcPts val="500"/>
              </a:spcAft>
            </a:pPr>
            <a:r>
              <a:rPr lang="pt-BR" sz="2665" dirty="0"/>
              <a:t>9.</a:t>
            </a:r>
            <a:r>
              <a:rPr lang="en-US" sz="2665" dirty="0"/>
              <a:t>     7,</a:t>
            </a:r>
            <a:r>
              <a:rPr lang="pt-BR" sz="2665" dirty="0"/>
              <a:t> 8, 15, 23, 38, ………</a:t>
            </a:r>
            <a:endParaRPr lang="zh-CN" altLang="en-US" sz="2400"/>
          </a:p>
          <a:p>
            <a:pPr marL="467995" indent="-467995" algn="just">
              <a:lnSpc>
                <a:spcPct val="120000"/>
              </a:lnSpc>
              <a:spcBef>
                <a:spcPts val="500"/>
              </a:spcBef>
              <a:spcAft>
                <a:spcPts val="500"/>
              </a:spcAft>
            </a:pPr>
            <a:r>
              <a:rPr lang="pt-BR" sz="2665" dirty="0"/>
              <a:t>	(a) 57</a:t>
            </a:r>
            <a:endParaRPr lang="pt-BR" sz="2665" dirty="0"/>
          </a:p>
          <a:p>
            <a:pPr marL="467995" indent="-467995" algn="just">
              <a:lnSpc>
                <a:spcPct val="120000"/>
              </a:lnSpc>
              <a:spcBef>
                <a:spcPts val="500"/>
              </a:spcBef>
              <a:spcAft>
                <a:spcPts val="500"/>
              </a:spcAft>
            </a:pPr>
            <a:r>
              <a:rPr lang="pt-BR" sz="2665" dirty="0"/>
              <a:t>	(b) 61</a:t>
            </a:r>
            <a:endParaRPr lang="pt-BR" sz="2665" dirty="0"/>
          </a:p>
          <a:p>
            <a:pPr marL="467995" indent="-467995" algn="just">
              <a:lnSpc>
                <a:spcPct val="120000"/>
              </a:lnSpc>
              <a:spcBef>
                <a:spcPts val="500"/>
              </a:spcBef>
              <a:spcAft>
                <a:spcPts val="500"/>
              </a:spcAft>
            </a:pPr>
            <a:r>
              <a:rPr lang="pt-BR" sz="2665" dirty="0"/>
              <a:t>	(c) 62</a:t>
            </a:r>
            <a:endParaRPr lang="pt-BR" sz="2665" dirty="0"/>
          </a:p>
          <a:p>
            <a:pPr marL="467995" indent="-467995" algn="just">
              <a:lnSpc>
                <a:spcPct val="120000"/>
              </a:lnSpc>
              <a:spcBef>
                <a:spcPts val="500"/>
              </a:spcBef>
              <a:spcAft>
                <a:spcPts val="500"/>
              </a:spcAft>
            </a:pPr>
            <a:r>
              <a:rPr lang="pt-BR" sz="2665" dirty="0"/>
              <a:t>	(d) 54</a:t>
            </a:r>
            <a:endParaRPr lang="pt-BR" sz="2665" dirty="0"/>
          </a:p>
        </p:txBody>
      </p:sp>
    </p:spTree>
  </p:cSld>
  <p:clrMapOvr>
    <a:masterClrMapping/>
  </p:clrMapOvr>
  <p:transition spd="slow">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27" name="Rectangle 4"/>
          <p:cNvSpPr/>
          <p:nvPr/>
        </p:nvSpPr>
        <p:spPr>
          <a:xfrm>
            <a:off x="457835" y="1842770"/>
            <a:ext cx="10769600" cy="3686810"/>
          </a:xfrm>
          <a:prstGeom prst="rect">
            <a:avLst/>
          </a:prstGeom>
        </p:spPr>
        <p:txBody>
          <a:bodyPr wrap="square">
            <a:spAutoFit/>
          </a:bodyPr>
          <a:lstStyle/>
          <a:p>
            <a:pPr algn="just">
              <a:lnSpc>
                <a:spcPct val="120000"/>
              </a:lnSpc>
              <a:spcBef>
                <a:spcPts val="500"/>
              </a:spcBef>
              <a:spcAft>
                <a:spcPts val="500"/>
              </a:spcAft>
            </a:pPr>
            <a:r>
              <a:rPr lang="en-IN" sz="2665" b="1" dirty="0"/>
              <a:t>Directions for Q9 to Q11: </a:t>
            </a:r>
            <a:r>
              <a:rPr lang="en-IN" sz="2665" dirty="0"/>
              <a:t>Find the next number in the series.</a:t>
            </a:r>
            <a:endParaRPr lang="en-IN" sz="2665" dirty="0"/>
          </a:p>
          <a:p>
            <a:pPr marL="467995" indent="-467995" algn="just">
              <a:lnSpc>
                <a:spcPct val="120000"/>
              </a:lnSpc>
              <a:spcBef>
                <a:spcPts val="500"/>
              </a:spcBef>
              <a:spcAft>
                <a:spcPts val="500"/>
              </a:spcAft>
            </a:pPr>
            <a:r>
              <a:rPr lang="pt-BR" sz="2665" dirty="0"/>
              <a:t>10.	79, 64, 26, 15, ………</a:t>
            </a:r>
            <a:endParaRPr lang="pt-BR" sz="2665" dirty="0"/>
          </a:p>
          <a:p>
            <a:pPr marL="467995" indent="-467995" algn="just">
              <a:lnSpc>
                <a:spcPct val="120000"/>
              </a:lnSpc>
              <a:spcBef>
                <a:spcPts val="500"/>
              </a:spcBef>
              <a:spcAft>
                <a:spcPts val="500"/>
              </a:spcAft>
            </a:pPr>
            <a:r>
              <a:rPr lang="pt-BR" sz="2665" dirty="0"/>
              <a:t>	(a) 9</a:t>
            </a:r>
            <a:endParaRPr lang="pt-BR" sz="2665" dirty="0"/>
          </a:p>
          <a:p>
            <a:pPr marL="467995" indent="-467995" algn="just">
              <a:lnSpc>
                <a:spcPct val="120000"/>
              </a:lnSpc>
              <a:spcBef>
                <a:spcPts val="500"/>
              </a:spcBef>
              <a:spcAft>
                <a:spcPts val="500"/>
              </a:spcAft>
            </a:pPr>
            <a:r>
              <a:rPr lang="pt-BR" sz="2665" dirty="0"/>
              <a:t>	(b) 6</a:t>
            </a:r>
            <a:endParaRPr lang="pt-BR" sz="2665" dirty="0"/>
          </a:p>
          <a:p>
            <a:pPr marL="467995" indent="-467995" algn="just">
              <a:lnSpc>
                <a:spcPct val="120000"/>
              </a:lnSpc>
              <a:spcBef>
                <a:spcPts val="500"/>
              </a:spcBef>
              <a:spcAft>
                <a:spcPts val="500"/>
              </a:spcAft>
            </a:pPr>
            <a:r>
              <a:rPr lang="pt-BR" sz="2665" dirty="0"/>
              <a:t>	(c) 10</a:t>
            </a:r>
            <a:endParaRPr lang="pt-BR" sz="2665" dirty="0"/>
          </a:p>
          <a:p>
            <a:pPr marL="467995" indent="-467995" algn="just">
              <a:lnSpc>
                <a:spcPct val="120000"/>
              </a:lnSpc>
              <a:spcBef>
                <a:spcPts val="500"/>
              </a:spcBef>
              <a:spcAft>
                <a:spcPts val="500"/>
              </a:spcAft>
            </a:pPr>
            <a:r>
              <a:rPr lang="pt-BR" sz="2665" dirty="0"/>
              <a:t>	(d) 8</a:t>
            </a:r>
            <a:endParaRPr lang="pt-BR" sz="2665" dirty="0"/>
          </a:p>
        </p:txBody>
      </p:sp>
    </p:spTree>
  </p:cSld>
  <p:clrMapOvr>
    <a:masterClrMapping/>
  </p:clrMapOvr>
  <p:transition spd="slow">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31" name="Rectangle 4"/>
          <p:cNvSpPr/>
          <p:nvPr/>
        </p:nvSpPr>
        <p:spPr>
          <a:xfrm>
            <a:off x="163830" y="1903095"/>
            <a:ext cx="10769600" cy="3686810"/>
          </a:xfrm>
          <a:prstGeom prst="rect">
            <a:avLst/>
          </a:prstGeom>
        </p:spPr>
        <p:txBody>
          <a:bodyPr wrap="square">
            <a:spAutoFit/>
          </a:bodyPr>
          <a:lstStyle/>
          <a:p>
            <a:pPr algn="just">
              <a:lnSpc>
                <a:spcPct val="120000"/>
              </a:lnSpc>
              <a:spcBef>
                <a:spcPts val="500"/>
              </a:spcBef>
              <a:spcAft>
                <a:spcPts val="500"/>
              </a:spcAft>
            </a:pPr>
            <a:r>
              <a:rPr lang="en-IN" sz="2665" b="1" dirty="0"/>
              <a:t>Directions for Q9 to Q11: </a:t>
            </a:r>
            <a:r>
              <a:rPr lang="en-IN" sz="2665" dirty="0"/>
              <a:t>Find the next number in the series.</a:t>
            </a:r>
            <a:endParaRPr lang="en-IN" sz="2665" dirty="0"/>
          </a:p>
          <a:p>
            <a:pPr marL="467995" indent="-467995" algn="just">
              <a:lnSpc>
                <a:spcPct val="120000"/>
              </a:lnSpc>
              <a:spcBef>
                <a:spcPts val="500"/>
              </a:spcBef>
              <a:spcAft>
                <a:spcPts val="500"/>
              </a:spcAft>
            </a:pPr>
            <a:r>
              <a:rPr lang="pt-BR" sz="2665" dirty="0"/>
              <a:t>11.	3, 6, 18, 108, ………</a:t>
            </a:r>
            <a:endParaRPr lang="pt-BR" sz="2665" dirty="0"/>
          </a:p>
          <a:p>
            <a:pPr marL="467995" indent="-467995" algn="just">
              <a:lnSpc>
                <a:spcPct val="120000"/>
              </a:lnSpc>
              <a:spcBef>
                <a:spcPts val="500"/>
              </a:spcBef>
              <a:spcAft>
                <a:spcPts val="500"/>
              </a:spcAft>
            </a:pPr>
            <a:r>
              <a:rPr lang="pt-BR" sz="2665" dirty="0"/>
              <a:t>	(a) 1250</a:t>
            </a:r>
            <a:endParaRPr lang="pt-BR" sz="2665" dirty="0"/>
          </a:p>
          <a:p>
            <a:pPr marL="467995" indent="-467995" algn="just">
              <a:lnSpc>
                <a:spcPct val="120000"/>
              </a:lnSpc>
              <a:spcBef>
                <a:spcPts val="500"/>
              </a:spcBef>
              <a:spcAft>
                <a:spcPts val="500"/>
              </a:spcAft>
            </a:pPr>
            <a:r>
              <a:rPr lang="pt-BR" sz="2665" dirty="0"/>
              <a:t>	(b) 1080</a:t>
            </a:r>
            <a:endParaRPr lang="pt-BR" sz="2665" dirty="0"/>
          </a:p>
          <a:p>
            <a:pPr marL="467995" indent="-467995" algn="just">
              <a:lnSpc>
                <a:spcPct val="120000"/>
              </a:lnSpc>
              <a:spcBef>
                <a:spcPts val="500"/>
              </a:spcBef>
              <a:spcAft>
                <a:spcPts val="500"/>
              </a:spcAft>
            </a:pPr>
            <a:r>
              <a:rPr lang="pt-BR" sz="2665" dirty="0"/>
              <a:t>	(c) 1944</a:t>
            </a:r>
            <a:endParaRPr lang="pt-BR" sz="2665" dirty="0"/>
          </a:p>
          <a:p>
            <a:pPr marL="467995" indent="-467995" algn="just">
              <a:lnSpc>
                <a:spcPct val="120000"/>
              </a:lnSpc>
              <a:spcBef>
                <a:spcPts val="500"/>
              </a:spcBef>
              <a:spcAft>
                <a:spcPts val="500"/>
              </a:spcAft>
            </a:pPr>
            <a:r>
              <a:rPr lang="pt-BR" sz="2665" dirty="0"/>
              <a:t>	(d) 1688</a:t>
            </a:r>
            <a:endParaRPr lang="pt-BR" sz="2665" dirty="0"/>
          </a:p>
        </p:txBody>
      </p:sp>
    </p:spTree>
  </p:cSld>
  <p:clrMapOvr>
    <a:masterClrMapping/>
  </p:clrMapOvr>
  <p:transition spd="slow">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35" name="Rectangle 4"/>
          <p:cNvSpPr/>
          <p:nvPr/>
        </p:nvSpPr>
        <p:spPr>
          <a:xfrm>
            <a:off x="539115" y="1842770"/>
            <a:ext cx="10769600" cy="3686810"/>
          </a:xfrm>
          <a:prstGeom prst="rect">
            <a:avLst/>
          </a:prstGeom>
        </p:spPr>
        <p:txBody>
          <a:bodyPr wrap="square">
            <a:spAutoFit/>
          </a:bodyPr>
          <a:lstStyle/>
          <a:p>
            <a:pPr algn="just">
              <a:lnSpc>
                <a:spcPct val="120000"/>
              </a:lnSpc>
              <a:spcBef>
                <a:spcPts val="500"/>
              </a:spcBef>
              <a:spcAft>
                <a:spcPts val="500"/>
              </a:spcAft>
            </a:pPr>
            <a:r>
              <a:rPr lang="en-IN" sz="2665" b="1" dirty="0"/>
              <a:t>Directions for Q12 to Q15: </a:t>
            </a:r>
            <a:r>
              <a:rPr lang="en-IN" sz="2665" dirty="0"/>
              <a:t>Decode the word(s)/pattern given in the question.</a:t>
            </a:r>
            <a:endParaRPr lang="en-IN" sz="2665" dirty="0"/>
          </a:p>
          <a:p>
            <a:pPr marL="467995" indent="-467995" algn="just">
              <a:lnSpc>
                <a:spcPct val="120000"/>
              </a:lnSpc>
              <a:spcBef>
                <a:spcPts val="500"/>
              </a:spcBef>
              <a:spcAft>
                <a:spcPts val="500"/>
              </a:spcAft>
            </a:pPr>
            <a:r>
              <a:rPr lang="en-IN" sz="2665" dirty="0"/>
              <a:t>12.	If NORMAL is coded as LAMRON, then SYSTEM is coded as:</a:t>
            </a:r>
            <a:endParaRPr lang="en-IN" sz="2665" dirty="0"/>
          </a:p>
          <a:p>
            <a:pPr marL="467995" indent="-467995" algn="just">
              <a:lnSpc>
                <a:spcPct val="120000"/>
              </a:lnSpc>
              <a:spcBef>
                <a:spcPts val="500"/>
              </a:spcBef>
              <a:spcAft>
                <a:spcPts val="500"/>
              </a:spcAft>
            </a:pPr>
            <a:r>
              <a:rPr lang="en-IN" sz="2665" dirty="0"/>
              <a:t>	(a) METSYS</a:t>
            </a:r>
            <a:endParaRPr lang="en-IN" sz="2665" dirty="0"/>
          </a:p>
          <a:p>
            <a:pPr marL="467995" indent="-467995" algn="just">
              <a:lnSpc>
                <a:spcPct val="120000"/>
              </a:lnSpc>
              <a:spcBef>
                <a:spcPts val="500"/>
              </a:spcBef>
              <a:spcAft>
                <a:spcPts val="500"/>
              </a:spcAft>
            </a:pPr>
            <a:r>
              <a:rPr lang="en-IN" sz="2665" dirty="0"/>
              <a:t>	(b) TXTUDN</a:t>
            </a:r>
            <a:endParaRPr lang="en-IN" sz="2665" dirty="0"/>
          </a:p>
          <a:p>
            <a:pPr marL="467995" indent="-467995" algn="just">
              <a:lnSpc>
                <a:spcPct val="120000"/>
              </a:lnSpc>
              <a:spcBef>
                <a:spcPts val="500"/>
              </a:spcBef>
              <a:spcAft>
                <a:spcPts val="500"/>
              </a:spcAft>
            </a:pPr>
            <a:r>
              <a:rPr lang="en-IN" sz="2665" dirty="0"/>
              <a:t>	(c) TZTUFN</a:t>
            </a:r>
            <a:endParaRPr lang="en-IN" sz="2665" dirty="0"/>
          </a:p>
          <a:p>
            <a:pPr marL="467995" indent="-467995" algn="just">
              <a:lnSpc>
                <a:spcPct val="120000"/>
              </a:lnSpc>
              <a:spcBef>
                <a:spcPts val="500"/>
              </a:spcBef>
              <a:spcAft>
                <a:spcPts val="500"/>
              </a:spcAft>
            </a:pPr>
            <a:r>
              <a:rPr lang="en-IN" sz="2665" dirty="0"/>
              <a:t>	(d) METSSY</a:t>
            </a:r>
            <a:endParaRPr lang="en-IN" sz="2665" dirty="0"/>
          </a:p>
        </p:txBody>
      </p:sp>
    </p:spTree>
  </p:cSld>
  <p:clrMapOvr>
    <a:masterClrMapping/>
  </p:clrMapOvr>
  <p:transition spd="slow">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39" name="Rectangle 4"/>
          <p:cNvSpPr/>
          <p:nvPr/>
        </p:nvSpPr>
        <p:spPr>
          <a:xfrm>
            <a:off x="366395" y="1710690"/>
            <a:ext cx="10769600" cy="4307840"/>
          </a:xfrm>
          <a:prstGeom prst="rect">
            <a:avLst/>
          </a:prstGeom>
        </p:spPr>
        <p:txBody>
          <a:bodyPr wrap="square">
            <a:spAutoFit/>
          </a:bodyPr>
          <a:lstStyle/>
          <a:p>
            <a:pPr algn="just">
              <a:lnSpc>
                <a:spcPct val="120000"/>
              </a:lnSpc>
              <a:spcBef>
                <a:spcPts val="500"/>
              </a:spcBef>
              <a:spcAft>
                <a:spcPts val="500"/>
              </a:spcAft>
            </a:pPr>
            <a:r>
              <a:rPr lang="en-IN" sz="2665" b="1" dirty="0"/>
              <a:t>Directions for Q12 to Q15: </a:t>
            </a:r>
            <a:r>
              <a:rPr lang="en-IN" sz="2665" dirty="0"/>
              <a:t>Decode the word(s)/pattern given in the question.</a:t>
            </a:r>
            <a:endParaRPr lang="en-IN" sz="2665" dirty="0"/>
          </a:p>
          <a:p>
            <a:pPr marL="467995" indent="-467995" algn="just">
              <a:lnSpc>
                <a:spcPct val="120000"/>
              </a:lnSpc>
              <a:spcBef>
                <a:spcPts val="500"/>
              </a:spcBef>
              <a:spcAft>
                <a:spcPts val="500"/>
              </a:spcAft>
            </a:pPr>
            <a:r>
              <a:rPr lang="en-IN" sz="2665" dirty="0"/>
              <a:t>13.	If STICK is coded as RSHBJ, then REPLY is coded as:</a:t>
            </a:r>
            <a:endParaRPr lang="en-IN" sz="2665" dirty="0"/>
          </a:p>
          <a:p>
            <a:pPr marL="467995" indent="-467995" algn="just">
              <a:lnSpc>
                <a:spcPct val="120000"/>
              </a:lnSpc>
              <a:spcBef>
                <a:spcPts val="500"/>
              </a:spcBef>
              <a:spcAft>
                <a:spcPts val="500"/>
              </a:spcAft>
            </a:pPr>
            <a:r>
              <a:rPr lang="en-IN" sz="2665" dirty="0"/>
              <a:t>	(a) SFQNX</a:t>
            </a:r>
            <a:endParaRPr lang="en-IN" sz="2665" dirty="0"/>
          </a:p>
          <a:p>
            <a:pPr marL="467995" indent="-467995" algn="just">
              <a:lnSpc>
                <a:spcPct val="120000"/>
              </a:lnSpc>
              <a:spcBef>
                <a:spcPts val="500"/>
              </a:spcBef>
              <a:spcAft>
                <a:spcPts val="500"/>
              </a:spcAft>
            </a:pPr>
            <a:r>
              <a:rPr lang="en-IN" sz="2665" dirty="0"/>
              <a:t>	(b) SFQMZ</a:t>
            </a:r>
            <a:endParaRPr lang="en-IN" sz="2665" dirty="0"/>
          </a:p>
          <a:p>
            <a:pPr marL="467995" indent="-467995" algn="just">
              <a:lnSpc>
                <a:spcPct val="120000"/>
              </a:lnSpc>
              <a:spcBef>
                <a:spcPts val="500"/>
              </a:spcBef>
              <a:spcAft>
                <a:spcPts val="500"/>
              </a:spcAft>
            </a:pPr>
            <a:r>
              <a:rPr lang="en-IN" sz="2665" dirty="0"/>
              <a:t>	(c) QDOMX	</a:t>
            </a:r>
            <a:endParaRPr lang="en-IN" sz="2665" dirty="0"/>
          </a:p>
          <a:p>
            <a:pPr marL="467995" indent="-467995" algn="just">
              <a:lnSpc>
                <a:spcPct val="120000"/>
              </a:lnSpc>
              <a:spcBef>
                <a:spcPts val="500"/>
              </a:spcBef>
              <a:spcAft>
                <a:spcPts val="500"/>
              </a:spcAft>
            </a:pPr>
            <a:r>
              <a:rPr lang="en-IN" sz="2665" dirty="0"/>
              <a:t>	(d) QDOKX</a:t>
            </a:r>
            <a:endParaRPr lang="en-IN" sz="2665" dirty="0"/>
          </a:p>
          <a:p>
            <a:pPr marL="467995" indent="-467995" algn="just">
              <a:lnSpc>
                <a:spcPct val="120000"/>
              </a:lnSpc>
              <a:spcBef>
                <a:spcPts val="500"/>
              </a:spcBef>
              <a:spcAft>
                <a:spcPts val="500"/>
              </a:spcAft>
            </a:pPr>
            <a:endParaRPr lang="en-IN" sz="2665" dirty="0"/>
          </a:p>
        </p:txBody>
      </p:sp>
    </p:spTree>
  </p:cSld>
  <p:clrMapOvr>
    <a:masterClrMapping/>
  </p:clrMapOvr>
  <p:transition spd="slow">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43" name="Rectangle 4"/>
          <p:cNvSpPr/>
          <p:nvPr/>
        </p:nvSpPr>
        <p:spPr>
          <a:xfrm>
            <a:off x="335915" y="1873250"/>
            <a:ext cx="10769600" cy="4307840"/>
          </a:xfrm>
          <a:prstGeom prst="rect">
            <a:avLst/>
          </a:prstGeom>
        </p:spPr>
        <p:txBody>
          <a:bodyPr wrap="square">
            <a:spAutoFit/>
          </a:bodyPr>
          <a:lstStyle/>
          <a:p>
            <a:pPr algn="just">
              <a:lnSpc>
                <a:spcPct val="120000"/>
              </a:lnSpc>
              <a:spcBef>
                <a:spcPts val="500"/>
              </a:spcBef>
              <a:spcAft>
                <a:spcPts val="500"/>
              </a:spcAft>
            </a:pPr>
            <a:r>
              <a:rPr lang="en-IN" sz="2665" b="1" dirty="0"/>
              <a:t>Directions for Q12 to Q15: </a:t>
            </a:r>
            <a:r>
              <a:rPr lang="en-IN" sz="2665" dirty="0"/>
              <a:t>Decode the word(s)/pattern given in the question.</a:t>
            </a:r>
            <a:endParaRPr lang="en-IN" sz="2665" dirty="0"/>
          </a:p>
          <a:p>
            <a:pPr marL="467995" indent="-467995" algn="just">
              <a:lnSpc>
                <a:spcPct val="120000"/>
              </a:lnSpc>
              <a:spcBef>
                <a:spcPts val="500"/>
              </a:spcBef>
              <a:spcAft>
                <a:spcPts val="500"/>
              </a:spcAft>
            </a:pPr>
            <a:r>
              <a:rPr lang="en-IN" sz="2665" dirty="0"/>
              <a:t>14.	If BLACK is coded as DNCEM, then ORANGE is coded as:</a:t>
            </a:r>
            <a:endParaRPr lang="en-IN" sz="2665" dirty="0"/>
          </a:p>
          <a:p>
            <a:pPr marL="467995" indent="-467995" algn="just">
              <a:lnSpc>
                <a:spcPct val="120000"/>
              </a:lnSpc>
              <a:spcBef>
                <a:spcPts val="500"/>
              </a:spcBef>
              <a:spcAft>
                <a:spcPts val="500"/>
              </a:spcAft>
            </a:pPr>
            <a:r>
              <a:rPr lang="en-IN" sz="2665" dirty="0"/>
              <a:t>	(a) QTCOIG</a:t>
            </a:r>
            <a:endParaRPr lang="en-IN" sz="2665" dirty="0"/>
          </a:p>
          <a:p>
            <a:pPr marL="467995" indent="-467995" algn="just">
              <a:lnSpc>
                <a:spcPct val="120000"/>
              </a:lnSpc>
              <a:spcBef>
                <a:spcPts val="500"/>
              </a:spcBef>
              <a:spcAft>
                <a:spcPts val="500"/>
              </a:spcAft>
            </a:pPr>
            <a:r>
              <a:rPr lang="en-IN" sz="2665" dirty="0"/>
              <a:t>	(b) PSCOHF</a:t>
            </a:r>
            <a:endParaRPr lang="en-IN" sz="2665" dirty="0"/>
          </a:p>
          <a:p>
            <a:pPr marL="467995" indent="-467995" algn="just">
              <a:lnSpc>
                <a:spcPct val="120000"/>
              </a:lnSpc>
              <a:spcBef>
                <a:spcPts val="500"/>
              </a:spcBef>
              <a:spcAft>
                <a:spcPts val="500"/>
              </a:spcAft>
            </a:pPr>
            <a:r>
              <a:rPr lang="en-IN" sz="2665" dirty="0"/>
              <a:t>	(c) QTCPIG</a:t>
            </a:r>
            <a:endParaRPr lang="en-IN" sz="2665" dirty="0"/>
          </a:p>
          <a:p>
            <a:pPr marL="467995" indent="-467995" algn="just">
              <a:lnSpc>
                <a:spcPct val="120000"/>
              </a:lnSpc>
              <a:spcBef>
                <a:spcPts val="500"/>
              </a:spcBef>
              <a:spcAft>
                <a:spcPts val="500"/>
              </a:spcAft>
            </a:pPr>
            <a:r>
              <a:rPr lang="en-IN" sz="2665" dirty="0"/>
              <a:t>	(d) PSBOHF</a:t>
            </a:r>
            <a:endParaRPr lang="en-IN" sz="2665" dirty="0"/>
          </a:p>
          <a:p>
            <a:pPr marL="467995" indent="-467995" algn="just">
              <a:lnSpc>
                <a:spcPct val="120000"/>
              </a:lnSpc>
              <a:spcBef>
                <a:spcPts val="500"/>
              </a:spcBef>
              <a:spcAft>
                <a:spcPts val="500"/>
              </a:spcAft>
            </a:pPr>
            <a:endParaRPr lang="en-IN" sz="2665" dirty="0"/>
          </a:p>
        </p:txBody>
      </p:sp>
    </p:spTree>
  </p:cSld>
  <p:clrMapOvr>
    <a:masterClrMapping/>
  </p:clrMapOvr>
  <p:transition spd="slow">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47" name="Rectangle 4"/>
          <p:cNvSpPr/>
          <p:nvPr/>
        </p:nvSpPr>
        <p:spPr>
          <a:xfrm>
            <a:off x="386715" y="1974215"/>
            <a:ext cx="10769600" cy="4307840"/>
          </a:xfrm>
          <a:prstGeom prst="rect">
            <a:avLst/>
          </a:prstGeom>
        </p:spPr>
        <p:txBody>
          <a:bodyPr wrap="square">
            <a:spAutoFit/>
          </a:bodyPr>
          <a:lstStyle/>
          <a:p>
            <a:pPr algn="just">
              <a:lnSpc>
                <a:spcPct val="120000"/>
              </a:lnSpc>
              <a:spcBef>
                <a:spcPts val="500"/>
              </a:spcBef>
              <a:spcAft>
                <a:spcPts val="500"/>
              </a:spcAft>
            </a:pPr>
            <a:r>
              <a:rPr lang="en-IN" sz="2665" b="1" dirty="0"/>
              <a:t>Directions for Q12 to Q15: </a:t>
            </a:r>
            <a:r>
              <a:rPr lang="en-IN" sz="2665" dirty="0"/>
              <a:t>Decode the word(s)/pattern given in the question.</a:t>
            </a:r>
            <a:endParaRPr lang="en-IN" sz="2665" dirty="0"/>
          </a:p>
          <a:p>
            <a:pPr marL="467995" indent="-467995" algn="just">
              <a:lnSpc>
                <a:spcPct val="120000"/>
              </a:lnSpc>
              <a:spcBef>
                <a:spcPts val="500"/>
              </a:spcBef>
              <a:spcAft>
                <a:spcPts val="500"/>
              </a:spcAft>
            </a:pPr>
            <a:r>
              <a:rPr lang="en-IN" sz="2665" dirty="0"/>
              <a:t>15.	If UFYBW represents RIVET, what does TRDOWBU stand for?</a:t>
            </a:r>
            <a:endParaRPr lang="en-IN" sz="2665" dirty="0"/>
          </a:p>
          <a:p>
            <a:pPr marL="467995" indent="-467995" algn="just">
              <a:lnSpc>
                <a:spcPct val="120000"/>
              </a:lnSpc>
              <a:spcBef>
                <a:spcPts val="500"/>
              </a:spcBef>
              <a:spcAft>
                <a:spcPts val="500"/>
              </a:spcAft>
            </a:pPr>
            <a:r>
              <a:rPr lang="en-IN" sz="2665" dirty="0"/>
              <a:t>	(a) TARTAR</a:t>
            </a:r>
            <a:endParaRPr lang="en-IN" sz="2665" dirty="0"/>
          </a:p>
          <a:p>
            <a:pPr marL="467995" indent="-467995" algn="just">
              <a:lnSpc>
                <a:spcPct val="120000"/>
              </a:lnSpc>
              <a:spcBef>
                <a:spcPts val="500"/>
              </a:spcBef>
              <a:spcAft>
                <a:spcPts val="500"/>
              </a:spcAft>
            </a:pPr>
            <a:r>
              <a:rPr lang="en-IN" sz="2665" dirty="0"/>
              <a:t>	(b) QUTAR</a:t>
            </a:r>
            <a:endParaRPr lang="en-IN" sz="2665" dirty="0"/>
          </a:p>
          <a:p>
            <a:pPr marL="467995" indent="-467995" algn="just">
              <a:lnSpc>
                <a:spcPct val="120000"/>
              </a:lnSpc>
              <a:spcBef>
                <a:spcPts val="500"/>
              </a:spcBef>
              <a:spcAft>
                <a:spcPts val="500"/>
              </a:spcAft>
            </a:pPr>
            <a:r>
              <a:rPr lang="en-IN" sz="2665" dirty="0"/>
              <a:t>	(c) TUARTER</a:t>
            </a:r>
            <a:endParaRPr lang="en-IN" sz="2665" dirty="0"/>
          </a:p>
          <a:p>
            <a:pPr marL="467995" indent="-467995" algn="just">
              <a:lnSpc>
                <a:spcPct val="120000"/>
              </a:lnSpc>
              <a:spcBef>
                <a:spcPts val="500"/>
              </a:spcBef>
              <a:spcAft>
                <a:spcPts val="500"/>
              </a:spcAft>
            </a:pPr>
            <a:r>
              <a:rPr lang="en-IN" sz="2665" dirty="0"/>
              <a:t>	(d) QUARTER</a:t>
            </a:r>
            <a:endParaRPr lang="en-IN" sz="2665" dirty="0"/>
          </a:p>
          <a:p>
            <a:pPr marL="467995" indent="-467995" algn="just">
              <a:lnSpc>
                <a:spcPct val="120000"/>
              </a:lnSpc>
              <a:spcBef>
                <a:spcPts val="500"/>
              </a:spcBef>
              <a:spcAft>
                <a:spcPts val="500"/>
              </a:spcAft>
            </a:pPr>
            <a:endParaRPr lang="en-IN" sz="2665" dirty="0"/>
          </a:p>
        </p:txBody>
      </p:sp>
    </p:spTree>
  </p:cSld>
  <p:clrMapOvr>
    <a:masterClrMapping/>
  </p:clrMapOvr>
  <p:transition spd="slow">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51" name="Rectangle 4"/>
          <p:cNvSpPr/>
          <p:nvPr/>
        </p:nvSpPr>
        <p:spPr>
          <a:xfrm>
            <a:off x="346075" y="1933575"/>
            <a:ext cx="10769600" cy="4307840"/>
          </a:xfrm>
          <a:prstGeom prst="rect">
            <a:avLst/>
          </a:prstGeom>
        </p:spPr>
        <p:txBody>
          <a:bodyPr wrap="square">
            <a:spAutoFit/>
          </a:bodyPr>
          <a:lstStyle/>
          <a:p>
            <a:pPr algn="just">
              <a:lnSpc>
                <a:spcPct val="120000"/>
              </a:lnSpc>
              <a:spcBef>
                <a:spcPts val="500"/>
              </a:spcBef>
              <a:spcAft>
                <a:spcPts val="500"/>
              </a:spcAft>
            </a:pPr>
            <a:r>
              <a:rPr lang="en-IN" sz="2665" b="1" dirty="0"/>
              <a:t>Directions for Q16 to Q19:</a:t>
            </a:r>
            <a:r>
              <a:rPr lang="en-IN" sz="2665" dirty="0"/>
              <a:t> Choose the correct option.</a:t>
            </a:r>
            <a:endParaRPr lang="en-IN" sz="2665" dirty="0"/>
          </a:p>
          <a:p>
            <a:pPr marL="467995" indent="-467995" algn="just">
              <a:lnSpc>
                <a:spcPct val="120000"/>
              </a:lnSpc>
              <a:spcBef>
                <a:spcPts val="500"/>
              </a:spcBef>
              <a:spcAft>
                <a:spcPts val="500"/>
              </a:spcAft>
            </a:pPr>
            <a:r>
              <a:rPr lang="en-IN" sz="2665" dirty="0"/>
              <a:t>16.	QDXM : SFYN :: UIOZ : ?</a:t>
            </a:r>
            <a:endParaRPr lang="en-IN" sz="2665" dirty="0"/>
          </a:p>
          <a:p>
            <a:pPr marL="467995" indent="-467995" algn="just">
              <a:lnSpc>
                <a:spcPct val="120000"/>
              </a:lnSpc>
              <a:spcBef>
                <a:spcPts val="500"/>
              </a:spcBef>
              <a:spcAft>
                <a:spcPts val="500"/>
              </a:spcAft>
            </a:pPr>
            <a:r>
              <a:rPr lang="en-IN" sz="2665" dirty="0"/>
              <a:t>	(a) LPWA</a:t>
            </a:r>
            <a:endParaRPr lang="en-IN" sz="2665" dirty="0"/>
          </a:p>
          <a:p>
            <a:pPr marL="467995" indent="-467995" algn="just">
              <a:lnSpc>
                <a:spcPct val="120000"/>
              </a:lnSpc>
              <a:spcBef>
                <a:spcPts val="500"/>
              </a:spcBef>
              <a:spcAft>
                <a:spcPts val="500"/>
              </a:spcAft>
            </a:pPr>
            <a:r>
              <a:rPr lang="en-IN" sz="2665" dirty="0"/>
              <a:t>	(b) PAQM</a:t>
            </a:r>
            <a:endParaRPr lang="en-IN" sz="2665" dirty="0"/>
          </a:p>
          <a:p>
            <a:pPr marL="467995" indent="-467995" algn="just">
              <a:lnSpc>
                <a:spcPct val="120000"/>
              </a:lnSpc>
              <a:spcBef>
                <a:spcPts val="500"/>
              </a:spcBef>
              <a:spcAft>
                <a:spcPts val="500"/>
              </a:spcAft>
            </a:pPr>
            <a:r>
              <a:rPr lang="en-IN" sz="2665" dirty="0"/>
              <a:t>	(c) QNLA</a:t>
            </a:r>
            <a:endParaRPr lang="en-IN" sz="2665" dirty="0"/>
          </a:p>
          <a:p>
            <a:pPr marL="467995" indent="-467995" algn="just">
              <a:lnSpc>
                <a:spcPct val="120000"/>
              </a:lnSpc>
              <a:spcBef>
                <a:spcPts val="500"/>
              </a:spcBef>
              <a:spcAft>
                <a:spcPts val="500"/>
              </a:spcAft>
            </a:pPr>
            <a:r>
              <a:rPr lang="en-IN" sz="2665" dirty="0"/>
              <a:t>	(d) WKPA</a:t>
            </a:r>
            <a:endParaRPr lang="en-IN" sz="2665" dirty="0"/>
          </a:p>
          <a:p>
            <a:pPr marL="467995" indent="-467995" algn="just">
              <a:lnSpc>
                <a:spcPct val="120000"/>
              </a:lnSpc>
              <a:spcBef>
                <a:spcPts val="500"/>
              </a:spcBef>
              <a:spcAft>
                <a:spcPts val="500"/>
              </a:spcAft>
            </a:pPr>
            <a:endParaRPr lang="en-IN" sz="2665" dirty="0"/>
          </a:p>
        </p:txBody>
      </p:sp>
    </p:spTree>
  </p:cSld>
  <p:clrMapOvr>
    <a:masterClrMapping/>
  </p:clrMapOvr>
  <p:transition spd="slow">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55" name="Rectangle 4"/>
          <p:cNvSpPr/>
          <p:nvPr/>
        </p:nvSpPr>
        <p:spPr>
          <a:xfrm>
            <a:off x="265430" y="1780540"/>
            <a:ext cx="10769600" cy="4307840"/>
          </a:xfrm>
          <a:prstGeom prst="rect">
            <a:avLst/>
          </a:prstGeom>
        </p:spPr>
        <p:txBody>
          <a:bodyPr wrap="square">
            <a:spAutoFit/>
          </a:bodyPr>
          <a:lstStyle/>
          <a:p>
            <a:pPr algn="just">
              <a:lnSpc>
                <a:spcPct val="120000"/>
              </a:lnSpc>
              <a:spcBef>
                <a:spcPts val="500"/>
              </a:spcBef>
              <a:spcAft>
                <a:spcPts val="500"/>
              </a:spcAft>
            </a:pPr>
            <a:r>
              <a:rPr lang="en-IN" sz="2665" b="1" dirty="0"/>
              <a:t>Directions for Q16 to Q19:</a:t>
            </a:r>
            <a:r>
              <a:rPr lang="en-IN" sz="2665" dirty="0"/>
              <a:t> Choose the correct option.</a:t>
            </a:r>
            <a:endParaRPr lang="en-IN" sz="2665" dirty="0"/>
          </a:p>
          <a:p>
            <a:pPr marL="467995" indent="-467995" algn="just">
              <a:lnSpc>
                <a:spcPct val="120000"/>
              </a:lnSpc>
              <a:spcBef>
                <a:spcPts val="500"/>
              </a:spcBef>
              <a:spcAft>
                <a:spcPts val="500"/>
              </a:spcAft>
            </a:pPr>
            <a:r>
              <a:rPr lang="en-IN" sz="2665" dirty="0"/>
              <a:t>17.	QPS : TSV :: IHK : ?</a:t>
            </a:r>
            <a:endParaRPr lang="en-IN" sz="2665" dirty="0"/>
          </a:p>
          <a:p>
            <a:pPr marL="467995" indent="-467995" algn="just">
              <a:lnSpc>
                <a:spcPct val="120000"/>
              </a:lnSpc>
              <a:spcBef>
                <a:spcPts val="500"/>
              </a:spcBef>
              <a:spcAft>
                <a:spcPts val="500"/>
              </a:spcAft>
            </a:pPr>
            <a:r>
              <a:rPr lang="en-IN" sz="2665" dirty="0"/>
              <a:t>	(a) LKN</a:t>
            </a:r>
            <a:endParaRPr lang="en-IN" sz="2665" dirty="0"/>
          </a:p>
          <a:p>
            <a:pPr marL="467995" indent="-467995" algn="just">
              <a:lnSpc>
                <a:spcPct val="120000"/>
              </a:lnSpc>
              <a:spcBef>
                <a:spcPts val="500"/>
              </a:spcBef>
              <a:spcAft>
                <a:spcPts val="500"/>
              </a:spcAft>
            </a:pPr>
            <a:r>
              <a:rPr lang="en-IN" sz="2665" dirty="0"/>
              <a:t>	(b) MKN</a:t>
            </a:r>
            <a:endParaRPr lang="en-IN" sz="2665" dirty="0"/>
          </a:p>
          <a:p>
            <a:pPr marL="467995" indent="-467995" algn="just">
              <a:lnSpc>
                <a:spcPct val="120000"/>
              </a:lnSpc>
              <a:spcBef>
                <a:spcPts val="500"/>
              </a:spcBef>
              <a:spcAft>
                <a:spcPts val="500"/>
              </a:spcAft>
            </a:pPr>
            <a:r>
              <a:rPr lang="en-IN" sz="2665" dirty="0"/>
              <a:t>	(c) LOM</a:t>
            </a:r>
            <a:endParaRPr lang="en-IN" sz="2665" dirty="0"/>
          </a:p>
          <a:p>
            <a:pPr marL="467995" indent="-467995" algn="just">
              <a:lnSpc>
                <a:spcPct val="120000"/>
              </a:lnSpc>
              <a:spcBef>
                <a:spcPts val="500"/>
              </a:spcBef>
              <a:spcAft>
                <a:spcPts val="500"/>
              </a:spcAft>
            </a:pPr>
            <a:r>
              <a:rPr lang="en-IN" sz="2665" dirty="0"/>
              <a:t>	(d) NQP</a:t>
            </a:r>
            <a:endParaRPr lang="en-IN" sz="2665" dirty="0"/>
          </a:p>
          <a:p>
            <a:pPr marL="467995" indent="-467995" algn="just">
              <a:lnSpc>
                <a:spcPct val="120000"/>
              </a:lnSpc>
              <a:spcBef>
                <a:spcPts val="500"/>
              </a:spcBef>
              <a:spcAft>
                <a:spcPts val="500"/>
              </a:spcAft>
            </a:pPr>
            <a:endParaRPr lang="en-IN" sz="2665" dirty="0"/>
          </a:p>
        </p:txBody>
      </p:sp>
    </p:spTree>
  </p:cSld>
  <p:clrMapOvr>
    <a:masterClrMapping/>
  </p:clrMapOvr>
  <p:transition spd="slow">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59" name="Rectangle 4"/>
          <p:cNvSpPr/>
          <p:nvPr/>
        </p:nvSpPr>
        <p:spPr>
          <a:xfrm>
            <a:off x="417195" y="1781810"/>
            <a:ext cx="10769600" cy="4307840"/>
          </a:xfrm>
          <a:prstGeom prst="rect">
            <a:avLst/>
          </a:prstGeom>
        </p:spPr>
        <p:txBody>
          <a:bodyPr wrap="square">
            <a:spAutoFit/>
          </a:bodyPr>
          <a:lstStyle/>
          <a:p>
            <a:pPr algn="just">
              <a:lnSpc>
                <a:spcPct val="120000"/>
              </a:lnSpc>
              <a:spcBef>
                <a:spcPts val="500"/>
              </a:spcBef>
              <a:spcAft>
                <a:spcPts val="500"/>
              </a:spcAft>
            </a:pPr>
            <a:r>
              <a:rPr lang="en-IN" sz="2665" b="1" dirty="0"/>
              <a:t>Directions for Q16 to Q19:</a:t>
            </a:r>
            <a:r>
              <a:rPr lang="en-IN" sz="2665" dirty="0"/>
              <a:t> Choose the correct option.</a:t>
            </a:r>
            <a:endParaRPr lang="en-IN" sz="2665" dirty="0"/>
          </a:p>
          <a:p>
            <a:pPr marL="467995" indent="-467995" algn="just">
              <a:lnSpc>
                <a:spcPct val="120000"/>
              </a:lnSpc>
              <a:spcBef>
                <a:spcPts val="500"/>
              </a:spcBef>
              <a:spcAft>
                <a:spcPts val="500"/>
              </a:spcAft>
            </a:pPr>
            <a:r>
              <a:rPr lang="pt-BR" sz="2665" dirty="0"/>
              <a:t>18.	6 : 60 :: 210 : ?</a:t>
            </a:r>
            <a:endParaRPr lang="pt-BR" sz="2665" dirty="0"/>
          </a:p>
          <a:p>
            <a:pPr marL="467995" indent="-467995" algn="just">
              <a:lnSpc>
                <a:spcPct val="120000"/>
              </a:lnSpc>
              <a:spcBef>
                <a:spcPts val="500"/>
              </a:spcBef>
              <a:spcAft>
                <a:spcPts val="500"/>
              </a:spcAft>
            </a:pPr>
            <a:r>
              <a:rPr lang="pt-BR" sz="2665" dirty="0"/>
              <a:t>	(a) 240</a:t>
            </a:r>
            <a:endParaRPr lang="pt-BR" sz="2665" dirty="0"/>
          </a:p>
          <a:p>
            <a:pPr marL="467995" indent="-467995" algn="just">
              <a:lnSpc>
                <a:spcPct val="120000"/>
              </a:lnSpc>
              <a:spcBef>
                <a:spcPts val="500"/>
              </a:spcBef>
              <a:spcAft>
                <a:spcPts val="500"/>
              </a:spcAft>
            </a:pPr>
            <a:r>
              <a:rPr lang="pt-BR" sz="2665" dirty="0"/>
              <a:t>	(b) 120</a:t>
            </a:r>
            <a:endParaRPr lang="pt-BR" sz="2665" dirty="0"/>
          </a:p>
          <a:p>
            <a:pPr marL="467995" indent="-467995" algn="just">
              <a:lnSpc>
                <a:spcPct val="120000"/>
              </a:lnSpc>
              <a:spcBef>
                <a:spcPts val="500"/>
              </a:spcBef>
              <a:spcAft>
                <a:spcPts val="500"/>
              </a:spcAft>
            </a:pPr>
            <a:r>
              <a:rPr lang="pt-BR" sz="2665" dirty="0"/>
              <a:t>	(c) 504</a:t>
            </a:r>
            <a:endParaRPr lang="pt-BR" sz="2665" dirty="0"/>
          </a:p>
          <a:p>
            <a:pPr marL="467995" indent="-467995" algn="just">
              <a:lnSpc>
                <a:spcPct val="120000"/>
              </a:lnSpc>
              <a:spcBef>
                <a:spcPts val="500"/>
              </a:spcBef>
              <a:spcAft>
                <a:spcPts val="500"/>
              </a:spcAft>
            </a:pPr>
            <a:r>
              <a:rPr lang="pt-BR" sz="2665" dirty="0"/>
              <a:t>	(d) 280</a:t>
            </a:r>
            <a:endParaRPr lang="pt-BR" sz="2665" dirty="0"/>
          </a:p>
          <a:p>
            <a:pPr marL="467995" indent="-467995" algn="just">
              <a:lnSpc>
                <a:spcPct val="120000"/>
              </a:lnSpc>
              <a:spcBef>
                <a:spcPts val="500"/>
              </a:spcBef>
              <a:spcAft>
                <a:spcPts val="500"/>
              </a:spcAft>
            </a:pPr>
            <a:endParaRPr lang="en-IN" sz="2665" dirty="0"/>
          </a:p>
        </p:txBody>
      </p:sp>
    </p:spTree>
  </p:cSld>
  <p:clrMapOvr>
    <a:masterClrMapping/>
  </p:clrMapOvr>
  <p:transition spd="slow">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63" name="Rectangle 4"/>
          <p:cNvSpPr/>
          <p:nvPr/>
        </p:nvSpPr>
        <p:spPr>
          <a:xfrm>
            <a:off x="508635" y="1771015"/>
            <a:ext cx="10769600" cy="4307840"/>
          </a:xfrm>
          <a:prstGeom prst="rect">
            <a:avLst/>
          </a:prstGeom>
        </p:spPr>
        <p:txBody>
          <a:bodyPr wrap="square">
            <a:spAutoFit/>
          </a:bodyPr>
          <a:lstStyle/>
          <a:p>
            <a:pPr algn="just">
              <a:lnSpc>
                <a:spcPct val="120000"/>
              </a:lnSpc>
              <a:spcBef>
                <a:spcPts val="500"/>
              </a:spcBef>
              <a:spcAft>
                <a:spcPts val="500"/>
              </a:spcAft>
            </a:pPr>
            <a:r>
              <a:rPr lang="en-IN" sz="2665" b="1" dirty="0"/>
              <a:t>Directions for Q16 to Q19:</a:t>
            </a:r>
            <a:r>
              <a:rPr lang="en-IN" sz="2665" dirty="0"/>
              <a:t> Choose the correct option.</a:t>
            </a:r>
            <a:endParaRPr lang="en-IN" sz="2665" dirty="0"/>
          </a:p>
          <a:p>
            <a:pPr marL="467995" indent="-467995" algn="just">
              <a:lnSpc>
                <a:spcPct val="120000"/>
              </a:lnSpc>
              <a:spcBef>
                <a:spcPts val="500"/>
              </a:spcBef>
              <a:spcAft>
                <a:spcPts val="500"/>
              </a:spcAft>
            </a:pPr>
            <a:r>
              <a:rPr lang="pt-BR" sz="2665" dirty="0"/>
              <a:t>19.	215 : 35 :: 511 : ?</a:t>
            </a:r>
            <a:endParaRPr lang="pt-BR" sz="2665" dirty="0"/>
          </a:p>
          <a:p>
            <a:pPr marL="467995" indent="-467995" algn="just">
              <a:lnSpc>
                <a:spcPct val="120000"/>
              </a:lnSpc>
              <a:spcBef>
                <a:spcPts val="500"/>
              </a:spcBef>
              <a:spcAft>
                <a:spcPts val="500"/>
              </a:spcAft>
            </a:pPr>
            <a:r>
              <a:rPr lang="pt-BR" sz="2665" dirty="0"/>
              <a:t>	(a) 29</a:t>
            </a:r>
            <a:endParaRPr lang="pt-BR" sz="2665" dirty="0"/>
          </a:p>
          <a:p>
            <a:pPr marL="467995" indent="-467995" algn="just">
              <a:lnSpc>
                <a:spcPct val="120000"/>
              </a:lnSpc>
              <a:spcBef>
                <a:spcPts val="500"/>
              </a:spcBef>
              <a:spcAft>
                <a:spcPts val="500"/>
              </a:spcAft>
            </a:pPr>
            <a:r>
              <a:rPr lang="pt-BR" sz="2665" dirty="0"/>
              <a:t>	(b) 63</a:t>
            </a:r>
            <a:endParaRPr lang="pt-BR" sz="2665" dirty="0"/>
          </a:p>
          <a:p>
            <a:pPr marL="467995" indent="-467995" algn="just">
              <a:lnSpc>
                <a:spcPct val="120000"/>
              </a:lnSpc>
              <a:spcBef>
                <a:spcPts val="500"/>
              </a:spcBef>
              <a:spcAft>
                <a:spcPts val="500"/>
              </a:spcAft>
            </a:pPr>
            <a:r>
              <a:rPr lang="pt-BR" sz="2665" dirty="0"/>
              <a:t>	(c) 71</a:t>
            </a:r>
            <a:endParaRPr lang="pt-BR" sz="2665" dirty="0"/>
          </a:p>
          <a:p>
            <a:pPr marL="467995" indent="-467995" algn="just">
              <a:lnSpc>
                <a:spcPct val="120000"/>
              </a:lnSpc>
              <a:spcBef>
                <a:spcPts val="500"/>
              </a:spcBef>
              <a:spcAft>
                <a:spcPts val="500"/>
              </a:spcAft>
            </a:pPr>
            <a:r>
              <a:rPr lang="pt-BR" sz="2665" dirty="0"/>
              <a:t>	(d) 60</a:t>
            </a:r>
            <a:endParaRPr lang="pt-BR" sz="2665" dirty="0"/>
          </a:p>
          <a:p>
            <a:pPr marL="467995" indent="-467995" algn="just">
              <a:lnSpc>
                <a:spcPct val="120000"/>
              </a:lnSpc>
              <a:spcBef>
                <a:spcPts val="500"/>
              </a:spcBef>
              <a:spcAft>
                <a:spcPts val="500"/>
              </a:spcAft>
            </a:pPr>
            <a:endParaRPr lang="en-IN" sz="2665" dirty="0"/>
          </a:p>
        </p:txBody>
      </p:sp>
    </p:spTree>
  </p:cSld>
  <p:clrMapOvr>
    <a:masterClrMapping/>
  </p:clrMapOvr>
  <p:transition spd="slow">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67" name="Rectangle 4"/>
          <p:cNvSpPr/>
          <p:nvPr/>
        </p:nvSpPr>
        <p:spPr>
          <a:xfrm>
            <a:off x="396875" y="1922780"/>
            <a:ext cx="10769600" cy="4179570"/>
          </a:xfrm>
          <a:prstGeom prst="rect">
            <a:avLst/>
          </a:prstGeom>
        </p:spPr>
        <p:txBody>
          <a:bodyPr wrap="square">
            <a:spAutoFit/>
          </a:bodyPr>
          <a:lstStyle/>
          <a:p>
            <a:pPr marL="467995" indent="-467995" algn="just">
              <a:lnSpc>
                <a:spcPct val="120000"/>
              </a:lnSpc>
              <a:spcBef>
                <a:spcPts val="500"/>
              </a:spcBef>
              <a:spcAft>
                <a:spcPts val="500"/>
              </a:spcAft>
            </a:pPr>
            <a:r>
              <a:rPr lang="en-IN" sz="2665" dirty="0"/>
              <a:t>20.	</a:t>
            </a:r>
            <a:r>
              <a:rPr lang="en-IN" sz="2665" dirty="0" err="1"/>
              <a:t>Radha</a:t>
            </a:r>
            <a:r>
              <a:rPr lang="en-IN" sz="2665" dirty="0"/>
              <a:t> is the only daughter of </a:t>
            </a:r>
            <a:r>
              <a:rPr lang="en-IN" sz="2665" dirty="0" err="1"/>
              <a:t>Rakesh’s</a:t>
            </a:r>
            <a:r>
              <a:rPr lang="en-IN" sz="2665" dirty="0"/>
              <a:t> father-in-law’s wife. How is </a:t>
            </a:r>
            <a:r>
              <a:rPr lang="en-IN" sz="2665" dirty="0" err="1"/>
              <a:t>Radha</a:t>
            </a:r>
            <a:r>
              <a:rPr lang="en-IN" sz="2665" dirty="0"/>
              <a:t> related to </a:t>
            </a:r>
            <a:r>
              <a:rPr lang="en-IN" sz="2665" dirty="0" err="1"/>
              <a:t>Rakesh</a:t>
            </a:r>
            <a:r>
              <a:rPr lang="en-IN" sz="2665" dirty="0"/>
              <a:t>?</a:t>
            </a:r>
            <a:endParaRPr lang="en-IN" sz="2665" dirty="0"/>
          </a:p>
          <a:p>
            <a:pPr marL="467995" indent="-467995" algn="just">
              <a:lnSpc>
                <a:spcPct val="120000"/>
              </a:lnSpc>
              <a:spcBef>
                <a:spcPts val="500"/>
              </a:spcBef>
              <a:spcAft>
                <a:spcPts val="500"/>
              </a:spcAft>
            </a:pPr>
            <a:r>
              <a:rPr lang="en-IN" sz="2665" dirty="0"/>
              <a:t>	(a) Sister</a:t>
            </a:r>
            <a:endParaRPr lang="en-IN" sz="2665" dirty="0"/>
          </a:p>
          <a:p>
            <a:pPr marL="467995" indent="-467995" algn="just">
              <a:lnSpc>
                <a:spcPct val="120000"/>
              </a:lnSpc>
              <a:spcBef>
                <a:spcPts val="500"/>
              </a:spcBef>
              <a:spcAft>
                <a:spcPts val="500"/>
              </a:spcAft>
            </a:pPr>
            <a:r>
              <a:rPr lang="en-IN" sz="2665" dirty="0"/>
              <a:t>	(b) Daughter</a:t>
            </a:r>
            <a:endParaRPr lang="en-IN" sz="2665" dirty="0"/>
          </a:p>
          <a:p>
            <a:pPr marL="467995" indent="-467995" algn="just">
              <a:lnSpc>
                <a:spcPct val="120000"/>
              </a:lnSpc>
              <a:spcBef>
                <a:spcPts val="500"/>
              </a:spcBef>
              <a:spcAft>
                <a:spcPts val="500"/>
              </a:spcAft>
            </a:pPr>
            <a:r>
              <a:rPr lang="en-IN" sz="2665" dirty="0"/>
              <a:t>	(c) Cousin</a:t>
            </a:r>
            <a:endParaRPr lang="en-IN" sz="2665" dirty="0"/>
          </a:p>
          <a:p>
            <a:pPr marL="467995" indent="-467995" algn="just">
              <a:lnSpc>
                <a:spcPct val="120000"/>
              </a:lnSpc>
              <a:spcBef>
                <a:spcPts val="500"/>
              </a:spcBef>
              <a:spcAft>
                <a:spcPts val="500"/>
              </a:spcAft>
            </a:pPr>
            <a:r>
              <a:rPr lang="en-IN" sz="2665" dirty="0"/>
              <a:t>	(d) Wife</a:t>
            </a:r>
            <a:endParaRPr lang="en-IN" sz="2665" dirty="0"/>
          </a:p>
          <a:p>
            <a:pPr marL="467995" indent="-467995" algn="just">
              <a:lnSpc>
                <a:spcPct val="120000"/>
              </a:lnSpc>
              <a:spcBef>
                <a:spcPts val="500"/>
              </a:spcBef>
              <a:spcAft>
                <a:spcPts val="500"/>
              </a:spcAft>
            </a:pPr>
            <a:endParaRPr lang="en-IN" sz="2665" dirty="0"/>
          </a:p>
        </p:txBody>
      </p:sp>
    </p:spTree>
  </p:cSld>
  <p:clrMapOvr>
    <a:masterClrMapping/>
  </p:clrMapOvr>
  <p:transition spd="slow">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71" name="Rectangle 4"/>
          <p:cNvSpPr/>
          <p:nvPr/>
        </p:nvSpPr>
        <p:spPr>
          <a:xfrm>
            <a:off x="467360" y="2257603"/>
            <a:ext cx="10769600" cy="4043680"/>
          </a:xfrm>
          <a:prstGeom prst="rect">
            <a:avLst/>
          </a:prstGeom>
        </p:spPr>
        <p:txBody>
          <a:bodyPr wrap="square">
            <a:spAutoFit/>
          </a:bodyPr>
          <a:lstStyle/>
          <a:p>
            <a:pPr marL="467995" indent="-467995" algn="just">
              <a:lnSpc>
                <a:spcPct val="120000"/>
              </a:lnSpc>
              <a:spcBef>
                <a:spcPts val="500"/>
              </a:spcBef>
              <a:spcAft>
                <a:spcPts val="500"/>
              </a:spcAft>
            </a:pPr>
            <a:r>
              <a:rPr lang="en-IN" sz="2665" dirty="0"/>
              <a:t>21.	</a:t>
            </a:r>
            <a:r>
              <a:rPr lang="en-IN" sz="2660" dirty="0" err="1">
                <a:latin typeface="+mj-lt"/>
                <a:sym typeface="+mn-ea"/>
              </a:rPr>
              <a:t>Saurabh</a:t>
            </a:r>
            <a:r>
              <a:rPr lang="en-IN" sz="2660" dirty="0">
                <a:latin typeface="+mj-lt"/>
                <a:sym typeface="+mn-ea"/>
              </a:rPr>
              <a:t> had to go to his brother’s paternal uncle’s sister’s husband’s father-in-law’s only granddaughter’s house. Whose house did </a:t>
            </a:r>
            <a:r>
              <a:rPr lang="en-IN" sz="2660" dirty="0" err="1">
                <a:latin typeface="+mj-lt"/>
                <a:sym typeface="+mn-ea"/>
              </a:rPr>
              <a:t>Saurabh</a:t>
            </a:r>
            <a:r>
              <a:rPr lang="en-IN" sz="2660" dirty="0">
                <a:latin typeface="+mj-lt"/>
                <a:sym typeface="+mn-ea"/>
              </a:rPr>
              <a:t> have to go to?</a:t>
            </a:r>
            <a:endParaRPr lang="en-IN" sz="2660" dirty="0">
              <a:latin typeface="+mj-lt"/>
            </a:endParaRPr>
          </a:p>
          <a:p>
            <a:pPr marL="467995" indent="-467995" algn="just">
              <a:lnSpc>
                <a:spcPct val="120000"/>
              </a:lnSpc>
              <a:spcBef>
                <a:spcPts val="500"/>
              </a:spcBef>
              <a:spcAft>
                <a:spcPts val="500"/>
              </a:spcAft>
            </a:pPr>
            <a:r>
              <a:rPr lang="en-IN" sz="2660" dirty="0">
                <a:latin typeface="+mj-lt"/>
                <a:sym typeface="+mn-ea"/>
              </a:rPr>
              <a:t>	(a) Sister	</a:t>
            </a:r>
            <a:endParaRPr lang="en-IN" sz="2660" dirty="0" smtClean="0">
              <a:latin typeface="+mj-lt"/>
            </a:endParaRPr>
          </a:p>
          <a:p>
            <a:pPr marL="467995" indent="-467995" algn="just">
              <a:lnSpc>
                <a:spcPct val="120000"/>
              </a:lnSpc>
              <a:spcBef>
                <a:spcPts val="500"/>
              </a:spcBef>
              <a:spcAft>
                <a:spcPts val="500"/>
              </a:spcAft>
            </a:pPr>
            <a:r>
              <a:rPr lang="en-IN" sz="2660" dirty="0">
                <a:latin typeface="+mj-lt"/>
                <a:sym typeface="+mn-ea"/>
              </a:rPr>
              <a:t>	</a:t>
            </a:r>
            <a:r>
              <a:rPr lang="en-IN" sz="2660" dirty="0" smtClean="0">
                <a:latin typeface="+mj-lt"/>
                <a:sym typeface="+mn-ea"/>
              </a:rPr>
              <a:t>(</a:t>
            </a:r>
            <a:r>
              <a:rPr lang="en-IN" sz="2660" dirty="0">
                <a:latin typeface="+mj-lt"/>
                <a:sym typeface="+mn-ea"/>
              </a:rPr>
              <a:t>b) Brother	</a:t>
            </a:r>
            <a:endParaRPr lang="en-IN" sz="2660" dirty="0" smtClean="0">
              <a:latin typeface="+mj-lt"/>
            </a:endParaRPr>
          </a:p>
          <a:p>
            <a:pPr marL="467995" indent="-467995" algn="just">
              <a:lnSpc>
                <a:spcPct val="120000"/>
              </a:lnSpc>
              <a:spcBef>
                <a:spcPts val="500"/>
              </a:spcBef>
              <a:spcAft>
                <a:spcPts val="500"/>
              </a:spcAft>
            </a:pPr>
            <a:r>
              <a:rPr lang="en-IN" sz="2660" dirty="0">
                <a:latin typeface="+mj-lt"/>
                <a:sym typeface="+mn-ea"/>
              </a:rPr>
              <a:t>	</a:t>
            </a:r>
            <a:r>
              <a:rPr lang="en-IN" sz="2660" dirty="0" smtClean="0">
                <a:latin typeface="+mj-lt"/>
                <a:sym typeface="+mn-ea"/>
              </a:rPr>
              <a:t>(</a:t>
            </a:r>
            <a:r>
              <a:rPr lang="en-IN" sz="2660" dirty="0">
                <a:latin typeface="+mj-lt"/>
                <a:sym typeface="+mn-ea"/>
              </a:rPr>
              <a:t>c) Daughter	</a:t>
            </a:r>
            <a:endParaRPr lang="en-IN" sz="2660" dirty="0" smtClean="0">
              <a:latin typeface="+mj-lt"/>
            </a:endParaRPr>
          </a:p>
          <a:p>
            <a:pPr marL="467995" indent="-467995" algn="just">
              <a:lnSpc>
                <a:spcPct val="120000"/>
              </a:lnSpc>
              <a:spcBef>
                <a:spcPts val="500"/>
              </a:spcBef>
              <a:spcAft>
                <a:spcPts val="500"/>
              </a:spcAft>
            </a:pPr>
            <a:r>
              <a:rPr lang="en-IN" sz="2660" dirty="0">
                <a:latin typeface="+mj-lt"/>
                <a:sym typeface="+mn-ea"/>
              </a:rPr>
              <a:t>	</a:t>
            </a:r>
            <a:r>
              <a:rPr lang="en-IN" sz="2660" dirty="0" smtClean="0">
                <a:latin typeface="+mj-lt"/>
                <a:sym typeface="+mn-ea"/>
              </a:rPr>
              <a:t>d</a:t>
            </a:r>
            <a:r>
              <a:rPr lang="en-IN" sz="2660" dirty="0">
                <a:latin typeface="+mj-lt"/>
                <a:sym typeface="+mn-ea"/>
              </a:rPr>
              <a:t>) Sister or cousin</a:t>
            </a:r>
            <a:endParaRPr lang="en-IN" sz="2665" dirty="0"/>
          </a:p>
        </p:txBody>
      </p:sp>
    </p:spTree>
  </p:cSld>
  <p:clrMapOvr>
    <a:masterClrMapping/>
  </p:clrMapOvr>
  <p:transition spd="slow">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75" name="Rectangle 4"/>
          <p:cNvSpPr/>
          <p:nvPr/>
        </p:nvSpPr>
        <p:spPr>
          <a:xfrm>
            <a:off x="407670" y="1789430"/>
            <a:ext cx="10769600" cy="2312035"/>
          </a:xfrm>
          <a:prstGeom prst="rect">
            <a:avLst/>
          </a:prstGeom>
        </p:spPr>
        <p:txBody>
          <a:bodyPr wrap="square">
            <a:spAutoFit/>
          </a:bodyPr>
          <a:lstStyle/>
          <a:p>
            <a:pPr marL="467995" indent="-467995" algn="just">
              <a:lnSpc>
                <a:spcPct val="120000"/>
              </a:lnSpc>
              <a:spcBef>
                <a:spcPts val="500"/>
              </a:spcBef>
              <a:spcAft>
                <a:spcPts val="500"/>
              </a:spcAft>
            </a:pPr>
            <a:r>
              <a:rPr lang="en-IN" sz="2660" dirty="0">
                <a:latin typeface="+mj-lt"/>
                <a:sym typeface="+mn-ea"/>
              </a:rPr>
              <a:t>	When I met </a:t>
            </a:r>
            <a:r>
              <a:rPr lang="en-IN" sz="2660" dirty="0" err="1">
                <a:latin typeface="+mj-lt"/>
                <a:sym typeface="+mn-ea"/>
              </a:rPr>
              <a:t>Mr.</a:t>
            </a:r>
            <a:r>
              <a:rPr lang="en-IN" sz="2660" dirty="0">
                <a:latin typeface="+mj-lt"/>
                <a:sym typeface="+mn-ea"/>
              </a:rPr>
              <a:t> Harish at a wedding, he pointed out to a person and said, “</a:t>
            </a:r>
            <a:r>
              <a:rPr lang="en-IN" sz="2660" dirty="0" err="1">
                <a:latin typeface="+mj-lt"/>
                <a:sym typeface="+mn-ea"/>
              </a:rPr>
              <a:t>Kiran</a:t>
            </a:r>
            <a:r>
              <a:rPr lang="en-IN" sz="2660" dirty="0">
                <a:latin typeface="+mj-lt"/>
                <a:sym typeface="+mn-ea"/>
              </a:rPr>
              <a:t> is your mother’s only sister’s son’s wife”. How is </a:t>
            </a:r>
            <a:r>
              <a:rPr lang="en-IN" sz="2660" dirty="0" err="1">
                <a:latin typeface="+mj-lt"/>
                <a:sym typeface="+mn-ea"/>
              </a:rPr>
              <a:t>Kiran</a:t>
            </a:r>
            <a:r>
              <a:rPr lang="en-IN" sz="2660" dirty="0">
                <a:latin typeface="+mj-lt"/>
                <a:sym typeface="+mn-ea"/>
              </a:rPr>
              <a:t> related to me?</a:t>
            </a:r>
            <a:endParaRPr lang="en-IN" sz="2660" dirty="0">
              <a:latin typeface="+mj-lt"/>
            </a:endParaRPr>
          </a:p>
          <a:p>
            <a:pPr marL="467995" indent="-467995" algn="just">
              <a:lnSpc>
                <a:spcPct val="120000"/>
              </a:lnSpc>
              <a:spcBef>
                <a:spcPts val="500"/>
              </a:spcBef>
              <a:spcAft>
                <a:spcPts val="500"/>
              </a:spcAft>
            </a:pPr>
            <a:r>
              <a:rPr lang="en-IN" sz="2660" dirty="0">
                <a:latin typeface="+mj-lt"/>
                <a:sym typeface="+mn-ea"/>
              </a:rPr>
              <a:t>	(a) Sister	(b) Cousin</a:t>
            </a:r>
            <a:r>
              <a:rPr lang="en-US" altLang="en-IN" sz="2660" dirty="0">
                <a:latin typeface="+mj-lt"/>
                <a:sym typeface="+mn-ea"/>
              </a:rPr>
              <a:t> in law</a:t>
            </a:r>
            <a:r>
              <a:rPr lang="en-IN" sz="2660" dirty="0">
                <a:latin typeface="+mj-lt"/>
                <a:sym typeface="+mn-ea"/>
              </a:rPr>
              <a:t>	(c) Niece</a:t>
            </a:r>
            <a:endParaRPr lang="en-IN" sz="2660" dirty="0">
              <a:latin typeface="+mj-lt"/>
            </a:endParaRPr>
          </a:p>
          <a:p>
            <a:pPr marL="467995" indent="-467995" algn="just">
              <a:lnSpc>
                <a:spcPct val="120000"/>
              </a:lnSpc>
              <a:spcBef>
                <a:spcPts val="500"/>
              </a:spcBef>
              <a:spcAft>
                <a:spcPts val="500"/>
              </a:spcAft>
            </a:pPr>
            <a:r>
              <a:rPr lang="en-IN" sz="2660" dirty="0">
                <a:latin typeface="+mj-lt"/>
                <a:sym typeface="+mn-ea"/>
              </a:rPr>
              <a:t>	(d) Aunt	(e) Data insufficient</a:t>
            </a:r>
            <a:endParaRPr sz="3735"/>
          </a:p>
        </p:txBody>
      </p:sp>
    </p:spTree>
  </p:cSld>
  <p:clrMapOvr>
    <a:masterClrMapping/>
  </p:clrMapOvr>
  <p:transition spd="slow">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79" name="Rectangle 4"/>
          <p:cNvSpPr/>
          <p:nvPr/>
        </p:nvSpPr>
        <p:spPr>
          <a:xfrm>
            <a:off x="589915" y="2258060"/>
            <a:ext cx="10769600" cy="3558540"/>
          </a:xfrm>
          <a:prstGeom prst="rect">
            <a:avLst/>
          </a:prstGeom>
        </p:spPr>
        <p:txBody>
          <a:bodyPr wrap="square">
            <a:spAutoFit/>
          </a:bodyPr>
          <a:lstStyle/>
          <a:p>
            <a:pPr marL="467995" indent="-467995" algn="just">
              <a:lnSpc>
                <a:spcPct val="120000"/>
              </a:lnSpc>
              <a:spcBef>
                <a:spcPts val="500"/>
              </a:spcBef>
              <a:spcAft>
                <a:spcPts val="500"/>
              </a:spcAft>
            </a:pPr>
            <a:r>
              <a:rPr lang="en-IN" sz="2665" dirty="0"/>
              <a:t>23.	If Mohan is the Husband of </a:t>
            </a:r>
            <a:r>
              <a:rPr lang="en-IN" sz="2665" dirty="0" err="1"/>
              <a:t>Rohan’s</a:t>
            </a:r>
            <a:r>
              <a:rPr lang="en-IN" sz="2665" dirty="0"/>
              <a:t> grandmother, how is </a:t>
            </a:r>
            <a:r>
              <a:rPr lang="en-IN" sz="2665" dirty="0" err="1"/>
              <a:t>Rohan</a:t>
            </a:r>
            <a:r>
              <a:rPr lang="en-IN" sz="2665" dirty="0"/>
              <a:t> related to Mohan?</a:t>
            </a:r>
            <a:endParaRPr lang="en-IN" sz="2665" dirty="0"/>
          </a:p>
          <a:p>
            <a:pPr marL="467995" indent="-467995" algn="just">
              <a:lnSpc>
                <a:spcPct val="120000"/>
              </a:lnSpc>
              <a:spcBef>
                <a:spcPts val="500"/>
              </a:spcBef>
              <a:spcAft>
                <a:spcPts val="500"/>
              </a:spcAft>
            </a:pPr>
            <a:r>
              <a:rPr lang="en-IN" sz="2665" dirty="0"/>
              <a:t>	(a) Brother-in-law	</a:t>
            </a:r>
            <a:endParaRPr lang="en-IN" sz="2665" dirty="0"/>
          </a:p>
          <a:p>
            <a:pPr marL="467995" indent="-467995" algn="just">
              <a:lnSpc>
                <a:spcPct val="120000"/>
              </a:lnSpc>
              <a:spcBef>
                <a:spcPts val="500"/>
              </a:spcBef>
              <a:spcAft>
                <a:spcPts val="500"/>
              </a:spcAft>
            </a:pPr>
            <a:r>
              <a:rPr lang="en-IN" sz="2665" dirty="0"/>
              <a:t>	(b) Grandson</a:t>
            </a:r>
            <a:endParaRPr lang="en-IN" sz="2665" dirty="0"/>
          </a:p>
          <a:p>
            <a:pPr marL="467995" indent="-467995" algn="just">
              <a:lnSpc>
                <a:spcPct val="120000"/>
              </a:lnSpc>
              <a:spcBef>
                <a:spcPts val="500"/>
              </a:spcBef>
              <a:spcAft>
                <a:spcPts val="500"/>
              </a:spcAft>
            </a:pPr>
            <a:r>
              <a:rPr lang="en-IN" sz="2665" dirty="0"/>
              <a:t>	(c) Grandfather</a:t>
            </a:r>
            <a:endParaRPr lang="en-IN" sz="2665" dirty="0"/>
          </a:p>
          <a:p>
            <a:pPr marL="467995" indent="-467995" algn="just">
              <a:lnSpc>
                <a:spcPct val="120000"/>
              </a:lnSpc>
              <a:spcBef>
                <a:spcPts val="500"/>
              </a:spcBef>
              <a:spcAft>
                <a:spcPts val="500"/>
              </a:spcAft>
            </a:pPr>
            <a:r>
              <a:rPr lang="en-IN" sz="2665" dirty="0"/>
              <a:t>	(d) Uncle</a:t>
            </a:r>
            <a:endParaRPr lang="en-IN" sz="2665" dirty="0"/>
          </a:p>
        </p:txBody>
      </p:sp>
    </p:spTree>
  </p:cSld>
  <p:clrMapOvr>
    <a:masterClrMapping/>
  </p:clrMapOvr>
  <p:transition spd="slow">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83" name="Rectangle 4"/>
          <p:cNvSpPr/>
          <p:nvPr/>
        </p:nvSpPr>
        <p:spPr>
          <a:xfrm>
            <a:off x="367030" y="2298700"/>
            <a:ext cx="10769600" cy="3558540"/>
          </a:xfrm>
          <a:prstGeom prst="rect">
            <a:avLst/>
          </a:prstGeom>
        </p:spPr>
        <p:txBody>
          <a:bodyPr wrap="square">
            <a:spAutoFit/>
          </a:bodyPr>
          <a:lstStyle/>
          <a:p>
            <a:pPr marL="467995" indent="-467995" algn="just">
              <a:lnSpc>
                <a:spcPct val="120000"/>
              </a:lnSpc>
              <a:spcBef>
                <a:spcPts val="500"/>
              </a:spcBef>
              <a:spcAft>
                <a:spcPts val="500"/>
              </a:spcAft>
            </a:pPr>
            <a:r>
              <a:rPr lang="en-IN" sz="2665" dirty="0"/>
              <a:t>24.	Introducing a woman, a man said, “Her husband is the only son of my father.” How is the woman related to the man?</a:t>
            </a:r>
            <a:endParaRPr lang="en-IN" sz="2665" dirty="0"/>
          </a:p>
          <a:p>
            <a:pPr marL="467995" indent="-467995" algn="just">
              <a:lnSpc>
                <a:spcPct val="120000"/>
              </a:lnSpc>
              <a:spcBef>
                <a:spcPts val="500"/>
              </a:spcBef>
              <a:spcAft>
                <a:spcPts val="500"/>
              </a:spcAft>
            </a:pPr>
            <a:r>
              <a:rPr lang="en-IN" sz="2665" dirty="0"/>
              <a:t>	(a) Mother-in-law</a:t>
            </a:r>
            <a:endParaRPr lang="en-IN" sz="2665" dirty="0"/>
          </a:p>
          <a:p>
            <a:pPr marL="467995" indent="-467995" algn="just">
              <a:lnSpc>
                <a:spcPct val="120000"/>
              </a:lnSpc>
              <a:spcBef>
                <a:spcPts val="500"/>
              </a:spcBef>
              <a:spcAft>
                <a:spcPts val="500"/>
              </a:spcAft>
            </a:pPr>
            <a:r>
              <a:rPr lang="en-IN" sz="2665" dirty="0"/>
              <a:t>	(b) Sister</a:t>
            </a:r>
            <a:endParaRPr lang="en-IN" sz="2665" dirty="0"/>
          </a:p>
          <a:p>
            <a:pPr marL="467995" indent="-467995" algn="just">
              <a:lnSpc>
                <a:spcPct val="120000"/>
              </a:lnSpc>
              <a:spcBef>
                <a:spcPts val="500"/>
              </a:spcBef>
              <a:spcAft>
                <a:spcPts val="500"/>
              </a:spcAft>
            </a:pPr>
            <a:r>
              <a:rPr lang="en-IN" sz="2665" dirty="0"/>
              <a:t>	(c) Daughter</a:t>
            </a:r>
            <a:endParaRPr lang="en-IN" sz="2665" dirty="0"/>
          </a:p>
          <a:p>
            <a:pPr marL="467995" indent="-467995" algn="just">
              <a:lnSpc>
                <a:spcPct val="120000"/>
              </a:lnSpc>
              <a:spcBef>
                <a:spcPts val="500"/>
              </a:spcBef>
              <a:spcAft>
                <a:spcPts val="500"/>
              </a:spcAft>
            </a:pPr>
            <a:r>
              <a:rPr lang="en-IN" sz="2665" dirty="0"/>
              <a:t>	(d) Wife</a:t>
            </a:r>
            <a:endParaRPr lang="en-IN" sz="2665" dirty="0"/>
          </a:p>
        </p:txBody>
      </p:sp>
    </p:spTree>
  </p:cSld>
  <p:clrMapOvr>
    <a:masterClrMapping/>
  </p:clrMapOvr>
  <p:transition spd="slow">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87" name="Rectangle 4"/>
          <p:cNvSpPr/>
          <p:nvPr/>
        </p:nvSpPr>
        <p:spPr>
          <a:xfrm>
            <a:off x="425216" y="2247265"/>
            <a:ext cx="10769600" cy="2312035"/>
          </a:xfrm>
          <a:prstGeom prst="rect">
            <a:avLst/>
          </a:prstGeom>
        </p:spPr>
        <p:txBody>
          <a:bodyPr wrap="square">
            <a:spAutoFit/>
          </a:bodyPr>
          <a:lstStyle/>
          <a:p>
            <a:pPr marL="467995" indent="-467995" algn="just">
              <a:lnSpc>
                <a:spcPct val="120000"/>
              </a:lnSpc>
              <a:spcBef>
                <a:spcPts val="500"/>
              </a:spcBef>
              <a:spcAft>
                <a:spcPts val="500"/>
              </a:spcAft>
            </a:pPr>
            <a:r>
              <a:rPr lang="en-IN" sz="2660" dirty="0">
                <a:latin typeface="+mj-lt"/>
                <a:sym typeface="+mn-ea"/>
              </a:rPr>
              <a:t>Choose the correct option.</a:t>
            </a:r>
            <a:endParaRPr lang="en-IN" sz="2660" dirty="0">
              <a:latin typeface="+mj-lt"/>
            </a:endParaRPr>
          </a:p>
          <a:p>
            <a:pPr marL="467995" indent="-467995" algn="just">
              <a:lnSpc>
                <a:spcPct val="120000"/>
              </a:lnSpc>
              <a:spcBef>
                <a:spcPts val="500"/>
              </a:spcBef>
              <a:spcAft>
                <a:spcPts val="500"/>
              </a:spcAft>
            </a:pPr>
            <a:r>
              <a:rPr lang="en-US" altLang="en-IN" sz="2660" dirty="0">
                <a:latin typeface="+mj-lt"/>
                <a:sym typeface="+mn-ea"/>
              </a:rPr>
              <a:t>25</a:t>
            </a:r>
            <a:r>
              <a:rPr lang="en-IN" sz="2660" dirty="0">
                <a:latin typeface="+mj-lt"/>
                <a:sym typeface="+mn-ea"/>
              </a:rPr>
              <a:t>.	Introducing a woman, a man said, “Her husband is the only son of my father.” How is the woman related to the man?</a:t>
            </a:r>
            <a:endParaRPr lang="en-IN" sz="2660" dirty="0">
              <a:latin typeface="+mj-lt"/>
            </a:endParaRPr>
          </a:p>
          <a:p>
            <a:pPr marL="467995" indent="-467995" algn="just">
              <a:lnSpc>
                <a:spcPct val="120000"/>
              </a:lnSpc>
              <a:spcBef>
                <a:spcPts val="500"/>
              </a:spcBef>
              <a:spcAft>
                <a:spcPts val="500"/>
              </a:spcAft>
            </a:pPr>
            <a:r>
              <a:rPr lang="en-IN" sz="2660" dirty="0">
                <a:latin typeface="+mj-lt"/>
                <a:sym typeface="+mn-ea"/>
              </a:rPr>
              <a:t>	(a) Mother-in-law	(b) Sister	(c) Daughter	(d) Wife</a:t>
            </a:r>
            <a:endParaRPr lang="en-IN" sz="2665" dirty="0"/>
          </a:p>
        </p:txBody>
      </p:sp>
    </p:spTree>
  </p:cSld>
  <p:clrMapOvr>
    <a:masterClrMapping/>
  </p:clrMapOvr>
  <p:transition spd="slow">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91" name="Rectangle 4"/>
          <p:cNvSpPr/>
          <p:nvPr/>
        </p:nvSpPr>
        <p:spPr>
          <a:xfrm>
            <a:off x="336550" y="2004695"/>
            <a:ext cx="10769600" cy="4544060"/>
          </a:xfrm>
          <a:prstGeom prst="rect">
            <a:avLst/>
          </a:prstGeom>
        </p:spPr>
        <p:txBody>
          <a:bodyPr wrap="square">
            <a:spAutoFit/>
          </a:bodyPr>
          <a:lstStyle/>
          <a:p>
            <a:pPr marL="467995" indent="-467995" algn="just">
              <a:lnSpc>
                <a:spcPct val="120000"/>
              </a:lnSpc>
              <a:spcBef>
                <a:spcPts val="500"/>
              </a:spcBef>
              <a:spcAft>
                <a:spcPts val="500"/>
              </a:spcAft>
            </a:pPr>
            <a:r>
              <a:rPr lang="en-IN" sz="2665" dirty="0"/>
              <a:t>26.	</a:t>
            </a:r>
            <a:r>
              <a:rPr lang="en-IN" sz="2665" dirty="0" err="1"/>
              <a:t>Mannat</a:t>
            </a:r>
            <a:r>
              <a:rPr lang="en-IN" sz="2665" dirty="0"/>
              <a:t> drives his truck from point 1 and takes it 20 km North, from where he turns right and drives 30 km. Then he turns right again and drives for another 20 km and reaches point 2. In what direction did he drive once he took the second turn?</a:t>
            </a:r>
            <a:endParaRPr lang="en-IN" sz="2665" dirty="0"/>
          </a:p>
          <a:p>
            <a:pPr marL="467995" indent="-467995" algn="just">
              <a:lnSpc>
                <a:spcPct val="120000"/>
              </a:lnSpc>
              <a:spcBef>
                <a:spcPts val="500"/>
              </a:spcBef>
              <a:spcAft>
                <a:spcPts val="500"/>
              </a:spcAft>
            </a:pPr>
            <a:r>
              <a:rPr lang="en-IN" sz="2665" dirty="0"/>
              <a:t>	(a) South</a:t>
            </a:r>
            <a:endParaRPr lang="en-IN" sz="2665" dirty="0"/>
          </a:p>
          <a:p>
            <a:pPr marL="467995" indent="-467995" algn="just">
              <a:lnSpc>
                <a:spcPct val="120000"/>
              </a:lnSpc>
              <a:spcBef>
                <a:spcPts val="500"/>
              </a:spcBef>
              <a:spcAft>
                <a:spcPts val="500"/>
              </a:spcAft>
            </a:pPr>
            <a:r>
              <a:rPr lang="en-IN" sz="2665" dirty="0"/>
              <a:t>	(b) North</a:t>
            </a:r>
            <a:endParaRPr lang="en-IN" sz="2665" dirty="0"/>
          </a:p>
          <a:p>
            <a:pPr marL="467995" indent="-467995" algn="just">
              <a:lnSpc>
                <a:spcPct val="120000"/>
              </a:lnSpc>
              <a:spcBef>
                <a:spcPts val="500"/>
              </a:spcBef>
              <a:spcAft>
                <a:spcPts val="500"/>
              </a:spcAft>
            </a:pPr>
            <a:r>
              <a:rPr lang="en-IN" sz="2665" dirty="0"/>
              <a:t>	(c) East</a:t>
            </a:r>
            <a:endParaRPr lang="en-IN" sz="2665" dirty="0"/>
          </a:p>
          <a:p>
            <a:pPr marL="467995" indent="-467995" algn="just">
              <a:lnSpc>
                <a:spcPct val="120000"/>
              </a:lnSpc>
              <a:spcBef>
                <a:spcPts val="500"/>
              </a:spcBef>
              <a:spcAft>
                <a:spcPts val="500"/>
              </a:spcAft>
            </a:pPr>
            <a:r>
              <a:rPr lang="en-IN" sz="2665" dirty="0"/>
              <a:t>	(d) West</a:t>
            </a:r>
            <a:endParaRPr lang="en-IN" sz="2665" dirty="0"/>
          </a:p>
        </p:txBody>
      </p:sp>
    </p:spTree>
  </p:cSld>
  <p:clrMapOvr>
    <a:masterClrMapping/>
  </p:clrMapOvr>
  <p:transition spd="slow">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95" name="Rectangle 4"/>
          <p:cNvSpPr/>
          <p:nvPr/>
        </p:nvSpPr>
        <p:spPr>
          <a:xfrm>
            <a:off x="356870" y="2633980"/>
            <a:ext cx="10769600" cy="3558540"/>
          </a:xfrm>
          <a:prstGeom prst="rect">
            <a:avLst/>
          </a:prstGeom>
        </p:spPr>
        <p:txBody>
          <a:bodyPr wrap="square">
            <a:spAutoFit/>
          </a:bodyPr>
          <a:lstStyle/>
          <a:p>
            <a:pPr marL="467995" indent="-467995" algn="just">
              <a:lnSpc>
                <a:spcPct val="120000"/>
              </a:lnSpc>
              <a:spcBef>
                <a:spcPts val="500"/>
              </a:spcBef>
              <a:spcAft>
                <a:spcPts val="500"/>
              </a:spcAft>
            </a:pPr>
            <a:r>
              <a:rPr lang="en-IN" sz="2665" dirty="0"/>
              <a:t>27.	A boy is facing North</a:t>
            </a:r>
            <a:r>
              <a:rPr lang="en-US" sz="2665" dirty="0"/>
              <a:t> </a:t>
            </a:r>
            <a:r>
              <a:rPr lang="en-IN" sz="2665" dirty="0"/>
              <a:t>. He turns</a:t>
            </a:r>
            <a:r>
              <a:rPr lang="en-US" sz="2665" dirty="0"/>
              <a:t> 90</a:t>
            </a:r>
            <a:r>
              <a:rPr lang="en-IN" sz="2665" dirty="0"/>
              <a:t>º in the anticlockwise direction and then </a:t>
            </a:r>
            <a:r>
              <a:rPr lang="en-US" sz="2665" dirty="0"/>
              <a:t>135</a:t>
            </a:r>
            <a:r>
              <a:rPr lang="en-IN" sz="2665" dirty="0"/>
              <a:t>º in </a:t>
            </a:r>
            <a:r>
              <a:rPr lang="en-US" sz="2665" dirty="0"/>
              <a:t>Clockwise </a:t>
            </a:r>
            <a:r>
              <a:rPr lang="en-IN" sz="2665" dirty="0"/>
              <a:t> direction. Which direction is he facing now?</a:t>
            </a:r>
            <a:endParaRPr lang="zh-CN" altLang="en-US" sz="2400"/>
          </a:p>
          <a:p>
            <a:pPr marL="467995" indent="-467995" algn="just">
              <a:lnSpc>
                <a:spcPct val="120000"/>
              </a:lnSpc>
              <a:spcBef>
                <a:spcPts val="500"/>
              </a:spcBef>
              <a:spcAft>
                <a:spcPts val="500"/>
              </a:spcAft>
            </a:pPr>
            <a:r>
              <a:rPr lang="en-IN" sz="2665" dirty="0"/>
              <a:t>	(a) South-West</a:t>
            </a:r>
            <a:endParaRPr lang="en-IN" sz="2665" dirty="0"/>
          </a:p>
          <a:p>
            <a:pPr marL="467995" indent="-467995" algn="just">
              <a:lnSpc>
                <a:spcPct val="120000"/>
              </a:lnSpc>
              <a:spcBef>
                <a:spcPts val="500"/>
              </a:spcBef>
              <a:spcAft>
                <a:spcPts val="500"/>
              </a:spcAft>
            </a:pPr>
            <a:r>
              <a:rPr lang="en-IN" sz="2665" dirty="0"/>
              <a:t>	(b) South	</a:t>
            </a:r>
            <a:endParaRPr lang="en-IN" sz="2665" dirty="0"/>
          </a:p>
          <a:p>
            <a:pPr marL="467995" indent="-467995" algn="just">
              <a:lnSpc>
                <a:spcPct val="120000"/>
              </a:lnSpc>
              <a:spcBef>
                <a:spcPts val="500"/>
              </a:spcBef>
              <a:spcAft>
                <a:spcPts val="500"/>
              </a:spcAft>
            </a:pPr>
            <a:r>
              <a:rPr lang="en-IN" sz="2665" dirty="0"/>
              <a:t>	(c) No</a:t>
            </a:r>
            <a:r>
              <a:rPr lang="en-US" sz="2665" dirty="0"/>
              <a:t>r</a:t>
            </a:r>
            <a:r>
              <a:rPr lang="en-IN" sz="2665" dirty="0"/>
              <a:t>th</a:t>
            </a:r>
            <a:r>
              <a:rPr lang="en-US" sz="2665" dirty="0"/>
              <a:t>- East</a:t>
            </a:r>
            <a:endParaRPr lang="zh-CN" altLang="en-US" sz="2400"/>
          </a:p>
          <a:p>
            <a:pPr marL="467995" indent="-467995" algn="just">
              <a:lnSpc>
                <a:spcPct val="120000"/>
              </a:lnSpc>
              <a:spcBef>
                <a:spcPts val="500"/>
              </a:spcBef>
              <a:spcAft>
                <a:spcPts val="500"/>
              </a:spcAft>
            </a:pPr>
            <a:r>
              <a:rPr lang="en-IN" sz="2665" dirty="0"/>
              <a:t>	(d) South-East</a:t>
            </a:r>
            <a:endParaRPr lang="en-IN" sz="2665" dirty="0"/>
          </a:p>
        </p:txBody>
      </p:sp>
    </p:spTree>
  </p:cSld>
  <p:clrMapOvr>
    <a:masterClrMapping/>
  </p:clrMapOvr>
  <p:transition spd="slow">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99" name="Rectangle 4"/>
          <p:cNvSpPr/>
          <p:nvPr/>
        </p:nvSpPr>
        <p:spPr>
          <a:xfrm>
            <a:off x="527685" y="1649730"/>
            <a:ext cx="10769600" cy="4544060"/>
          </a:xfrm>
          <a:prstGeom prst="rect">
            <a:avLst/>
          </a:prstGeom>
        </p:spPr>
        <p:txBody>
          <a:bodyPr wrap="square">
            <a:spAutoFit/>
          </a:bodyPr>
          <a:lstStyle/>
          <a:p>
            <a:pPr marL="467995" indent="-467995" algn="just">
              <a:lnSpc>
                <a:spcPct val="120000"/>
              </a:lnSpc>
              <a:spcBef>
                <a:spcPts val="500"/>
              </a:spcBef>
              <a:spcAft>
                <a:spcPts val="500"/>
              </a:spcAft>
            </a:pPr>
            <a:r>
              <a:rPr lang="en-IN" sz="2665" dirty="0"/>
              <a:t>28.	Two friends Raman and </a:t>
            </a:r>
            <a:r>
              <a:rPr lang="en-IN" sz="2665" dirty="0" err="1"/>
              <a:t>Rajan</a:t>
            </a:r>
            <a:r>
              <a:rPr lang="en-IN" sz="2665" dirty="0"/>
              <a:t> start a race and run together for 20 </a:t>
            </a:r>
            <a:r>
              <a:rPr lang="en-IN" sz="2665" dirty="0" err="1"/>
              <a:t>kms</a:t>
            </a:r>
            <a:r>
              <a:rPr lang="en-IN" sz="2665" dirty="0"/>
              <a:t> towards east. From there, Raman runs 10 </a:t>
            </a:r>
            <a:r>
              <a:rPr lang="en-IN" sz="2665" dirty="0" err="1"/>
              <a:t>kms</a:t>
            </a:r>
            <a:r>
              <a:rPr lang="en-IN" sz="2665" dirty="0"/>
              <a:t> towards north-east and </a:t>
            </a:r>
            <a:r>
              <a:rPr lang="en-IN" sz="2665" dirty="0" err="1"/>
              <a:t>Rajan</a:t>
            </a:r>
            <a:r>
              <a:rPr lang="en-IN" sz="2665" dirty="0"/>
              <a:t> continues running in the east for 8 </a:t>
            </a:r>
            <a:r>
              <a:rPr lang="en-IN" sz="2665" dirty="0" err="1"/>
              <a:t>kms</a:t>
            </a:r>
            <a:r>
              <a:rPr lang="en-IN" sz="2665" dirty="0"/>
              <a:t>. How far are the two friends now from each other?</a:t>
            </a:r>
            <a:endParaRPr lang="en-IN" sz="2665" dirty="0"/>
          </a:p>
          <a:p>
            <a:pPr marL="467995" indent="-467995" algn="just">
              <a:lnSpc>
                <a:spcPct val="120000"/>
              </a:lnSpc>
              <a:spcBef>
                <a:spcPts val="500"/>
              </a:spcBef>
              <a:spcAft>
                <a:spcPts val="500"/>
              </a:spcAft>
            </a:pPr>
            <a:r>
              <a:rPr lang="en-IN" sz="2665" dirty="0"/>
              <a:t>	(a) 30 </a:t>
            </a:r>
            <a:r>
              <a:rPr lang="en-IN" sz="2665" dirty="0" err="1"/>
              <a:t>kms</a:t>
            </a:r>
            <a:endParaRPr lang="en-IN" sz="2665" dirty="0"/>
          </a:p>
          <a:p>
            <a:pPr marL="467995" indent="-467995" algn="just">
              <a:lnSpc>
                <a:spcPct val="120000"/>
              </a:lnSpc>
              <a:spcBef>
                <a:spcPts val="500"/>
              </a:spcBef>
              <a:spcAft>
                <a:spcPts val="500"/>
              </a:spcAft>
            </a:pPr>
            <a:r>
              <a:rPr lang="en-IN" sz="2665" dirty="0"/>
              <a:t>	(b) 20 </a:t>
            </a:r>
            <a:r>
              <a:rPr lang="en-IN" sz="2665" dirty="0" err="1"/>
              <a:t>kms</a:t>
            </a:r>
            <a:r>
              <a:rPr lang="en-IN" sz="2665" dirty="0"/>
              <a:t>	</a:t>
            </a:r>
            <a:endParaRPr lang="en-IN" sz="2665" dirty="0"/>
          </a:p>
          <a:p>
            <a:pPr marL="467995" indent="-467995" algn="just">
              <a:lnSpc>
                <a:spcPct val="120000"/>
              </a:lnSpc>
              <a:spcBef>
                <a:spcPts val="500"/>
              </a:spcBef>
              <a:spcAft>
                <a:spcPts val="500"/>
              </a:spcAft>
            </a:pPr>
            <a:r>
              <a:rPr lang="en-IN" sz="2665" dirty="0"/>
              <a:t>	(c) 6 </a:t>
            </a:r>
            <a:r>
              <a:rPr lang="en-IN" sz="2665" dirty="0" err="1"/>
              <a:t>kms</a:t>
            </a:r>
            <a:r>
              <a:rPr lang="en-IN" sz="2665" dirty="0"/>
              <a:t>	</a:t>
            </a:r>
            <a:endParaRPr lang="en-IN" sz="2665" dirty="0"/>
          </a:p>
          <a:p>
            <a:pPr marL="467995" indent="-467995" algn="just">
              <a:lnSpc>
                <a:spcPct val="120000"/>
              </a:lnSpc>
              <a:spcBef>
                <a:spcPts val="500"/>
              </a:spcBef>
              <a:spcAft>
                <a:spcPts val="500"/>
              </a:spcAft>
            </a:pPr>
            <a:r>
              <a:rPr lang="en-IN" sz="2665" dirty="0"/>
              <a:t>	(d) 18 </a:t>
            </a:r>
            <a:r>
              <a:rPr lang="en-IN" sz="2665" dirty="0" err="1"/>
              <a:t>kms</a:t>
            </a:r>
            <a:endParaRPr lang="en-IN" sz="2665" dirty="0"/>
          </a:p>
        </p:txBody>
      </p:sp>
    </p:spTree>
  </p:cSld>
  <p:clrMapOvr>
    <a:masterClrMapping/>
  </p:clrMapOvr>
  <p:transition spd="slow">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03" name="Rectangle 4"/>
          <p:cNvSpPr/>
          <p:nvPr/>
        </p:nvSpPr>
        <p:spPr>
          <a:xfrm>
            <a:off x="386080" y="1913255"/>
            <a:ext cx="10769600" cy="4544060"/>
          </a:xfrm>
          <a:prstGeom prst="rect">
            <a:avLst/>
          </a:prstGeom>
        </p:spPr>
        <p:txBody>
          <a:bodyPr wrap="square">
            <a:spAutoFit/>
          </a:bodyPr>
          <a:lstStyle/>
          <a:p>
            <a:pPr marL="467995" indent="-467995" algn="just">
              <a:lnSpc>
                <a:spcPct val="120000"/>
              </a:lnSpc>
              <a:spcBef>
                <a:spcPts val="500"/>
              </a:spcBef>
              <a:spcAft>
                <a:spcPts val="500"/>
              </a:spcAft>
            </a:pPr>
            <a:r>
              <a:rPr lang="en-IN" sz="2665" dirty="0"/>
              <a:t>29.	</a:t>
            </a:r>
            <a:r>
              <a:rPr lang="en-IN" sz="2665" dirty="0" err="1"/>
              <a:t>Meeru</a:t>
            </a:r>
            <a:r>
              <a:rPr lang="en-IN" sz="2665" dirty="0"/>
              <a:t> has lost her way home and was standing 25 meters away from her house in the south-west direction. She walks 20 meters north and reaches point A. How far and in which direction would she have to walk to reach her house?</a:t>
            </a:r>
            <a:endParaRPr lang="en-IN" sz="2665" dirty="0"/>
          </a:p>
          <a:p>
            <a:pPr marL="467995" indent="-467995" algn="just">
              <a:lnSpc>
                <a:spcPct val="120000"/>
              </a:lnSpc>
              <a:spcBef>
                <a:spcPts val="500"/>
              </a:spcBef>
              <a:spcAft>
                <a:spcPts val="500"/>
              </a:spcAft>
            </a:pPr>
            <a:r>
              <a:rPr lang="en-IN" sz="2665" dirty="0"/>
              <a:t>	(a) 15 meters, West	</a:t>
            </a:r>
            <a:endParaRPr lang="en-IN" sz="2665" dirty="0"/>
          </a:p>
          <a:p>
            <a:pPr marL="467995" indent="-467995" algn="just">
              <a:lnSpc>
                <a:spcPct val="120000"/>
              </a:lnSpc>
              <a:spcBef>
                <a:spcPts val="500"/>
              </a:spcBef>
              <a:spcAft>
                <a:spcPts val="500"/>
              </a:spcAft>
            </a:pPr>
            <a:r>
              <a:rPr lang="en-IN" sz="2665" dirty="0"/>
              <a:t>	(b) 20 meters, East</a:t>
            </a:r>
            <a:endParaRPr lang="en-IN" sz="2665" dirty="0"/>
          </a:p>
          <a:p>
            <a:pPr marL="467995" indent="-467995" algn="just">
              <a:lnSpc>
                <a:spcPct val="120000"/>
              </a:lnSpc>
              <a:spcBef>
                <a:spcPts val="500"/>
              </a:spcBef>
              <a:spcAft>
                <a:spcPts val="500"/>
              </a:spcAft>
            </a:pPr>
            <a:r>
              <a:rPr lang="en-IN" sz="2665" dirty="0"/>
              <a:t>	(c) 20 meters, West	</a:t>
            </a:r>
            <a:endParaRPr lang="en-IN" sz="2665" dirty="0"/>
          </a:p>
          <a:p>
            <a:pPr marL="467995" indent="-467995" algn="just">
              <a:lnSpc>
                <a:spcPct val="120000"/>
              </a:lnSpc>
              <a:spcBef>
                <a:spcPts val="500"/>
              </a:spcBef>
              <a:spcAft>
                <a:spcPts val="500"/>
              </a:spcAft>
            </a:pPr>
            <a:r>
              <a:rPr lang="en-IN" sz="2665" dirty="0"/>
              <a:t>	(d) 15 meters, East</a:t>
            </a:r>
            <a:endParaRPr lang="en-IN" sz="2665" dirty="0"/>
          </a:p>
        </p:txBody>
      </p:sp>
    </p:spTree>
  </p:cSld>
  <p:clrMapOvr>
    <a:masterClrMapping/>
  </p:clrMapOvr>
  <p:transition spd="slow">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07" name="Rectangle 4"/>
          <p:cNvSpPr/>
          <p:nvPr/>
        </p:nvSpPr>
        <p:spPr>
          <a:xfrm>
            <a:off x="375920" y="2136775"/>
            <a:ext cx="10769600" cy="4051300"/>
          </a:xfrm>
          <a:prstGeom prst="rect">
            <a:avLst/>
          </a:prstGeom>
        </p:spPr>
        <p:txBody>
          <a:bodyPr wrap="square">
            <a:spAutoFit/>
          </a:bodyPr>
          <a:lstStyle/>
          <a:p>
            <a:pPr marL="467995" indent="-467995" algn="just">
              <a:lnSpc>
                <a:spcPct val="120000"/>
              </a:lnSpc>
              <a:spcBef>
                <a:spcPts val="500"/>
              </a:spcBef>
              <a:spcAft>
                <a:spcPts val="500"/>
              </a:spcAft>
            </a:pPr>
            <a:r>
              <a:rPr lang="en-IN" sz="2665" dirty="0"/>
              <a:t>30.	X walks 6 km towards east from a point A and from the same point A, Y walks 8 km towards south. How far are the two friends from each other now?</a:t>
            </a:r>
            <a:endParaRPr lang="en-IN" sz="2665" dirty="0"/>
          </a:p>
          <a:p>
            <a:pPr marL="467995" indent="-467995" algn="just">
              <a:lnSpc>
                <a:spcPct val="120000"/>
              </a:lnSpc>
              <a:spcBef>
                <a:spcPts val="500"/>
              </a:spcBef>
              <a:spcAft>
                <a:spcPts val="500"/>
              </a:spcAft>
            </a:pPr>
            <a:r>
              <a:rPr lang="en-IN" sz="2665" dirty="0"/>
              <a:t>	(a) 14 km</a:t>
            </a:r>
            <a:endParaRPr lang="en-IN" sz="2665" dirty="0"/>
          </a:p>
          <a:p>
            <a:pPr marL="467995" indent="-467995" algn="just">
              <a:lnSpc>
                <a:spcPct val="120000"/>
              </a:lnSpc>
              <a:spcBef>
                <a:spcPts val="500"/>
              </a:spcBef>
              <a:spcAft>
                <a:spcPts val="500"/>
              </a:spcAft>
            </a:pPr>
            <a:r>
              <a:rPr lang="en-IN" sz="2665" dirty="0"/>
              <a:t>	(b) 5 km</a:t>
            </a:r>
            <a:endParaRPr lang="en-IN" sz="2665" dirty="0"/>
          </a:p>
          <a:p>
            <a:pPr marL="467995" indent="-467995" algn="just">
              <a:lnSpc>
                <a:spcPct val="120000"/>
              </a:lnSpc>
              <a:spcBef>
                <a:spcPts val="500"/>
              </a:spcBef>
              <a:spcAft>
                <a:spcPts val="500"/>
              </a:spcAft>
            </a:pPr>
            <a:r>
              <a:rPr lang="en-IN" sz="2665" dirty="0"/>
              <a:t>	(c) 2 km</a:t>
            </a:r>
            <a:endParaRPr lang="en-IN" sz="2665" dirty="0"/>
          </a:p>
          <a:p>
            <a:pPr marL="467995" indent="-467995" algn="just">
              <a:lnSpc>
                <a:spcPct val="120000"/>
              </a:lnSpc>
              <a:spcBef>
                <a:spcPts val="500"/>
              </a:spcBef>
              <a:spcAft>
                <a:spcPts val="500"/>
              </a:spcAft>
            </a:pPr>
            <a:r>
              <a:rPr lang="en-IN" sz="2665" dirty="0"/>
              <a:t>	(d) 10 km</a:t>
            </a:r>
            <a:endParaRPr lang="en-IN" sz="2665" dirty="0"/>
          </a:p>
        </p:txBody>
      </p:sp>
    </p:spTree>
  </p:cSld>
  <p:clrMapOvr>
    <a:masterClrMapping/>
  </p:clrMapOvr>
  <p:transition spd="slow">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11" name="Rectangle 4"/>
          <p:cNvSpPr/>
          <p:nvPr/>
        </p:nvSpPr>
        <p:spPr>
          <a:xfrm>
            <a:off x="264795" y="1893570"/>
            <a:ext cx="10769600" cy="4544060"/>
          </a:xfrm>
          <a:prstGeom prst="rect">
            <a:avLst/>
          </a:prstGeom>
        </p:spPr>
        <p:txBody>
          <a:bodyPr wrap="square">
            <a:spAutoFit/>
          </a:bodyPr>
          <a:lstStyle/>
          <a:p>
            <a:pPr algn="just">
              <a:lnSpc>
                <a:spcPct val="120000"/>
              </a:lnSpc>
              <a:spcBef>
                <a:spcPts val="500"/>
              </a:spcBef>
              <a:spcAft>
                <a:spcPts val="500"/>
              </a:spcAft>
            </a:pPr>
            <a:r>
              <a:rPr lang="en-US" sz="2665" b="1" dirty="0"/>
              <a:t>Directions for Q31 to Q35: </a:t>
            </a:r>
            <a:r>
              <a:rPr lang="en-US" sz="2665" dirty="0"/>
              <a:t>Choose the option that arranges the given set of words in the ‘most’ meaningful order. The words when put in order should make logical sense according to size, quality, quantity, occurrence of events, value, appearance, nature, process, etc.</a:t>
            </a:r>
            <a:endParaRPr lang="en-IN" sz="2665" dirty="0"/>
          </a:p>
          <a:p>
            <a:pPr marL="467995" indent="-467995" algn="just">
              <a:lnSpc>
                <a:spcPct val="120000"/>
              </a:lnSpc>
              <a:spcBef>
                <a:spcPts val="500"/>
              </a:spcBef>
              <a:spcAft>
                <a:spcPts val="500"/>
              </a:spcAft>
            </a:pPr>
            <a:r>
              <a:rPr lang="fr-FR" sz="2665" dirty="0"/>
              <a:t>31.	1. Jupiter		2. Mars			3. Neptune</a:t>
            </a:r>
            <a:endParaRPr lang="fr-FR" sz="2665" dirty="0"/>
          </a:p>
          <a:p>
            <a:pPr marL="467995" indent="-467995" algn="just">
              <a:lnSpc>
                <a:spcPct val="120000"/>
              </a:lnSpc>
              <a:spcBef>
                <a:spcPts val="500"/>
              </a:spcBef>
              <a:spcAft>
                <a:spcPts val="500"/>
              </a:spcAft>
            </a:pPr>
            <a:r>
              <a:rPr lang="fr-FR" sz="2665" dirty="0"/>
              <a:t>	4. </a:t>
            </a:r>
            <a:r>
              <a:rPr lang="fr-FR" sz="2665" dirty="0" err="1"/>
              <a:t>Mercury</a:t>
            </a:r>
            <a:r>
              <a:rPr lang="fr-FR" sz="2665" dirty="0"/>
              <a:t>		5. Venus</a:t>
            </a:r>
            <a:endParaRPr lang="fr-FR" sz="2665" dirty="0"/>
          </a:p>
          <a:p>
            <a:pPr marL="467995" indent="-467995" algn="just">
              <a:lnSpc>
                <a:spcPct val="120000"/>
              </a:lnSpc>
              <a:spcBef>
                <a:spcPts val="500"/>
              </a:spcBef>
              <a:spcAft>
                <a:spcPts val="500"/>
              </a:spcAft>
            </a:pPr>
            <a:r>
              <a:rPr lang="fr-FR" sz="2665" dirty="0"/>
              <a:t>	(a) 4, 2, 5, 1, 3			(b) 2, 5, 4, 1, 3</a:t>
            </a:r>
            <a:endParaRPr lang="fr-FR" sz="2665" dirty="0"/>
          </a:p>
          <a:p>
            <a:pPr marL="467995" indent="-467995" algn="just">
              <a:lnSpc>
                <a:spcPct val="120000"/>
              </a:lnSpc>
              <a:spcBef>
                <a:spcPts val="500"/>
              </a:spcBef>
              <a:spcAft>
                <a:spcPts val="500"/>
              </a:spcAft>
            </a:pPr>
            <a:r>
              <a:rPr lang="fr-FR" sz="2665" dirty="0"/>
              <a:t>	(c) 4, 5, 2, 1, 3			(d) 2, 4, 5, 1, 3</a:t>
            </a:r>
            <a:endParaRPr lang="fr-FR" sz="2665" dirty="0"/>
          </a:p>
        </p:txBody>
      </p:sp>
    </p:spTree>
  </p:cSld>
  <p:clrMapOvr>
    <a:masterClrMapping/>
  </p:clrMapOvr>
  <p:transition spd="slow">
    <p:fad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15" name="Rectangle 4"/>
          <p:cNvSpPr/>
          <p:nvPr/>
        </p:nvSpPr>
        <p:spPr>
          <a:xfrm>
            <a:off x="183515" y="2101215"/>
            <a:ext cx="10769600" cy="4544060"/>
          </a:xfrm>
          <a:prstGeom prst="rect">
            <a:avLst/>
          </a:prstGeom>
        </p:spPr>
        <p:txBody>
          <a:bodyPr wrap="square">
            <a:spAutoFit/>
          </a:bodyPr>
          <a:lstStyle/>
          <a:p>
            <a:pPr algn="just">
              <a:lnSpc>
                <a:spcPct val="120000"/>
              </a:lnSpc>
              <a:spcBef>
                <a:spcPts val="500"/>
              </a:spcBef>
              <a:spcAft>
                <a:spcPts val="500"/>
              </a:spcAft>
            </a:pPr>
            <a:r>
              <a:rPr lang="en-US" sz="2665" b="1" dirty="0"/>
              <a:t>Directions for Q31 to Q35: </a:t>
            </a:r>
            <a:r>
              <a:rPr lang="en-US" sz="2665" dirty="0"/>
              <a:t>Choose the option that arranges the given set of words in the ‘most’ meaningful order. The words when put in order should make logical sense according to size, quality, quantity, occurrence of events, value, appearance, nature, process, etc.</a:t>
            </a:r>
            <a:endParaRPr lang="en-IN" sz="2665" dirty="0"/>
          </a:p>
          <a:p>
            <a:pPr marL="467995" indent="-467995" algn="just">
              <a:lnSpc>
                <a:spcPct val="120000"/>
              </a:lnSpc>
              <a:spcBef>
                <a:spcPts val="500"/>
              </a:spcBef>
              <a:spcAft>
                <a:spcPts val="500"/>
              </a:spcAft>
            </a:pPr>
            <a:r>
              <a:rPr lang="en-IN" sz="2665" dirty="0"/>
              <a:t>32.	1. Community		2. Locality		3. Family</a:t>
            </a:r>
            <a:endParaRPr lang="en-IN" sz="2665" dirty="0"/>
          </a:p>
          <a:p>
            <a:pPr marL="467995" indent="-467995" algn="just">
              <a:lnSpc>
                <a:spcPct val="120000"/>
              </a:lnSpc>
              <a:spcBef>
                <a:spcPts val="500"/>
              </a:spcBef>
              <a:spcAft>
                <a:spcPts val="500"/>
              </a:spcAft>
            </a:pPr>
            <a:r>
              <a:rPr lang="en-IN" sz="2665" dirty="0"/>
              <a:t>	4. Country			5. Person</a:t>
            </a:r>
            <a:endParaRPr lang="en-IN" sz="2665" dirty="0"/>
          </a:p>
          <a:p>
            <a:pPr marL="467995" indent="-467995" algn="just">
              <a:lnSpc>
                <a:spcPct val="120000"/>
              </a:lnSpc>
              <a:spcBef>
                <a:spcPts val="500"/>
              </a:spcBef>
              <a:spcAft>
                <a:spcPts val="500"/>
              </a:spcAft>
            </a:pPr>
            <a:r>
              <a:rPr lang="en-IN" sz="2665" dirty="0"/>
              <a:t>	(a) 4, 1, 2, </a:t>
            </a:r>
            <a:r>
              <a:rPr lang="en-US" sz="2665" dirty="0"/>
              <a:t>5,3</a:t>
            </a:r>
            <a:r>
              <a:rPr lang="en-IN" sz="2665" dirty="0"/>
              <a:t>			(b) 4, 2, 1, 3, 5</a:t>
            </a:r>
            <a:endParaRPr lang="zh-CN" altLang="en-US" sz="2400"/>
          </a:p>
          <a:p>
            <a:pPr marL="467995" indent="-467995" algn="just">
              <a:lnSpc>
                <a:spcPct val="120000"/>
              </a:lnSpc>
              <a:spcBef>
                <a:spcPts val="500"/>
              </a:spcBef>
              <a:spcAft>
                <a:spcPts val="500"/>
              </a:spcAft>
            </a:pPr>
            <a:r>
              <a:rPr lang="en-IN" sz="2665" dirty="0"/>
              <a:t>	(c) 5, 3, 2, 1, 4			(d) 5, 3, 4, 2, 1</a:t>
            </a:r>
            <a:endParaRPr lang="en-IN" sz="2665" dirty="0"/>
          </a:p>
        </p:txBody>
      </p:sp>
    </p:spTree>
  </p:cSld>
  <p:clrMapOvr>
    <a:masterClrMapping/>
  </p:clrMapOvr>
  <p:transition spd="slow">
    <p:fad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19" name="Rectangle 4"/>
          <p:cNvSpPr/>
          <p:nvPr/>
        </p:nvSpPr>
        <p:spPr>
          <a:xfrm>
            <a:off x="204470" y="1893570"/>
            <a:ext cx="10769600" cy="4544060"/>
          </a:xfrm>
          <a:prstGeom prst="rect">
            <a:avLst/>
          </a:prstGeom>
        </p:spPr>
        <p:txBody>
          <a:bodyPr wrap="square">
            <a:spAutoFit/>
          </a:bodyPr>
          <a:lstStyle/>
          <a:p>
            <a:pPr algn="just">
              <a:lnSpc>
                <a:spcPct val="120000"/>
              </a:lnSpc>
              <a:spcBef>
                <a:spcPts val="500"/>
              </a:spcBef>
              <a:spcAft>
                <a:spcPts val="500"/>
              </a:spcAft>
            </a:pPr>
            <a:r>
              <a:rPr lang="en-US" sz="2665" b="1" dirty="0"/>
              <a:t>Directions for Q31 to Q35: </a:t>
            </a:r>
            <a:r>
              <a:rPr lang="en-US" sz="2665" dirty="0"/>
              <a:t>Choose the option that arranges the given set of words in the ‘most’ meaningful order. The words when put in order should make logical sense according to size, quality, quantity, occurrence of events, value, appearance, nature, process, etc.</a:t>
            </a:r>
            <a:endParaRPr lang="en-IN" sz="2665" dirty="0"/>
          </a:p>
          <a:p>
            <a:pPr marL="467995" indent="-467995" algn="just">
              <a:lnSpc>
                <a:spcPct val="120000"/>
              </a:lnSpc>
              <a:spcBef>
                <a:spcPts val="500"/>
              </a:spcBef>
              <a:spcAft>
                <a:spcPts val="500"/>
              </a:spcAft>
            </a:pPr>
            <a:r>
              <a:rPr lang="en-IN" sz="2665" dirty="0"/>
              <a:t>33.	1. Dress			2. Yarn			3. Cotton</a:t>
            </a:r>
            <a:endParaRPr lang="en-IN" sz="2665" dirty="0"/>
          </a:p>
          <a:p>
            <a:pPr marL="467995" indent="-467995" algn="just">
              <a:lnSpc>
                <a:spcPct val="120000"/>
              </a:lnSpc>
              <a:spcBef>
                <a:spcPts val="500"/>
              </a:spcBef>
              <a:spcAft>
                <a:spcPts val="500"/>
              </a:spcAft>
            </a:pPr>
            <a:r>
              <a:rPr lang="en-IN" sz="2665" dirty="0"/>
              <a:t>	4. Stitching			5. Plant</a:t>
            </a:r>
            <a:endParaRPr lang="en-IN" sz="2665" dirty="0"/>
          </a:p>
          <a:p>
            <a:pPr marL="467995" indent="-467995" algn="just">
              <a:lnSpc>
                <a:spcPct val="120000"/>
              </a:lnSpc>
              <a:spcBef>
                <a:spcPts val="500"/>
              </a:spcBef>
              <a:spcAft>
                <a:spcPts val="500"/>
              </a:spcAft>
            </a:pPr>
            <a:r>
              <a:rPr lang="en-IN" sz="2665" dirty="0"/>
              <a:t>	(a) 5, 3, 2, 4, 1			(b) 5, 3, 1, 4, 2</a:t>
            </a:r>
            <a:endParaRPr lang="en-IN" sz="2665" dirty="0"/>
          </a:p>
          <a:p>
            <a:pPr marL="467995" indent="-467995" algn="just">
              <a:lnSpc>
                <a:spcPct val="120000"/>
              </a:lnSpc>
              <a:spcBef>
                <a:spcPts val="500"/>
              </a:spcBef>
              <a:spcAft>
                <a:spcPts val="500"/>
              </a:spcAft>
            </a:pPr>
            <a:r>
              <a:rPr lang="en-IN" sz="2665" dirty="0"/>
              <a:t>	(c) 1, 2, 3, 4, 5			(d) 3, 5, 2, 1, 4</a:t>
            </a:r>
            <a:endParaRPr lang="en-IN" sz="2665" dirty="0"/>
          </a:p>
        </p:txBody>
      </p:sp>
    </p:spTree>
  </p:cSld>
  <p:clrMapOvr>
    <a:masterClrMapping/>
  </p:clrMapOvr>
  <p:transition spd="slow">
    <p:fad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23" name="Rectangle 4"/>
          <p:cNvSpPr/>
          <p:nvPr/>
        </p:nvSpPr>
        <p:spPr>
          <a:xfrm>
            <a:off x="407035" y="1852930"/>
            <a:ext cx="10769600" cy="4544060"/>
          </a:xfrm>
          <a:prstGeom prst="rect">
            <a:avLst/>
          </a:prstGeom>
        </p:spPr>
        <p:txBody>
          <a:bodyPr wrap="square">
            <a:spAutoFit/>
          </a:bodyPr>
          <a:lstStyle/>
          <a:p>
            <a:pPr algn="just">
              <a:lnSpc>
                <a:spcPct val="120000"/>
              </a:lnSpc>
              <a:spcBef>
                <a:spcPts val="500"/>
              </a:spcBef>
              <a:spcAft>
                <a:spcPts val="500"/>
              </a:spcAft>
            </a:pPr>
            <a:r>
              <a:rPr lang="en-US" sz="2665" b="1" dirty="0"/>
              <a:t>Directions for Q31 to Q35: </a:t>
            </a:r>
            <a:r>
              <a:rPr lang="en-US" sz="2665" dirty="0"/>
              <a:t>Choose the option that arranges the given set of words in the ‘most’ meaningful order. The words when put in order should make logical sense according to size, quality, quantity, occurrence of events, value, appearance, nature, process, etc.</a:t>
            </a:r>
            <a:endParaRPr lang="en-IN" sz="2665" dirty="0"/>
          </a:p>
          <a:p>
            <a:pPr marL="467995" indent="-467995" algn="just">
              <a:lnSpc>
                <a:spcPct val="120000"/>
              </a:lnSpc>
              <a:spcBef>
                <a:spcPts val="500"/>
              </a:spcBef>
              <a:spcAft>
                <a:spcPts val="500"/>
              </a:spcAft>
            </a:pPr>
            <a:r>
              <a:rPr lang="en-IN" sz="2665" dirty="0"/>
              <a:t>34.	1. Consultation		2. Disease		3. Recovery</a:t>
            </a:r>
            <a:endParaRPr lang="en-IN" sz="2665" dirty="0"/>
          </a:p>
          <a:p>
            <a:pPr marL="467995" indent="-467995" algn="just">
              <a:lnSpc>
                <a:spcPct val="120000"/>
              </a:lnSpc>
              <a:spcBef>
                <a:spcPts val="500"/>
              </a:spcBef>
              <a:spcAft>
                <a:spcPts val="500"/>
              </a:spcAft>
            </a:pPr>
            <a:r>
              <a:rPr lang="en-IN" sz="2665" dirty="0"/>
              <a:t>	4. Doctor			5. Medicine</a:t>
            </a:r>
            <a:endParaRPr lang="en-IN" sz="2665" dirty="0"/>
          </a:p>
          <a:p>
            <a:pPr marL="467995" indent="-467995" algn="just">
              <a:lnSpc>
                <a:spcPct val="120000"/>
              </a:lnSpc>
              <a:spcBef>
                <a:spcPts val="500"/>
              </a:spcBef>
              <a:spcAft>
                <a:spcPts val="500"/>
              </a:spcAft>
            </a:pPr>
            <a:r>
              <a:rPr lang="en-IN" sz="2665" dirty="0"/>
              <a:t>	(a) 2, 4, 5, 1, 3		(b) 2, 4, 1, 5, 3</a:t>
            </a:r>
            <a:endParaRPr lang="en-IN" sz="2665" dirty="0"/>
          </a:p>
          <a:p>
            <a:pPr marL="467995" indent="-467995" algn="just">
              <a:lnSpc>
                <a:spcPct val="120000"/>
              </a:lnSpc>
              <a:spcBef>
                <a:spcPts val="500"/>
              </a:spcBef>
              <a:spcAft>
                <a:spcPts val="500"/>
              </a:spcAft>
            </a:pPr>
            <a:r>
              <a:rPr lang="en-IN" sz="2665" dirty="0"/>
              <a:t>	(c) 2, 1, 5, 4, 3		(d) 2, 1, 4, 5, 3</a:t>
            </a:r>
            <a:endParaRPr lang="en-IN" sz="2665" dirty="0"/>
          </a:p>
        </p:txBody>
      </p:sp>
    </p:spTree>
  </p:cSld>
  <p:clrMapOvr>
    <a:masterClrMapping/>
  </p:clrMapOvr>
  <p:transition spd="slow">
    <p:fad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27" name="Rectangle 4"/>
          <p:cNvSpPr/>
          <p:nvPr/>
        </p:nvSpPr>
        <p:spPr>
          <a:xfrm>
            <a:off x="407035" y="1882775"/>
            <a:ext cx="10769600" cy="4544060"/>
          </a:xfrm>
          <a:prstGeom prst="rect">
            <a:avLst/>
          </a:prstGeom>
        </p:spPr>
        <p:txBody>
          <a:bodyPr wrap="square">
            <a:spAutoFit/>
          </a:bodyPr>
          <a:lstStyle/>
          <a:p>
            <a:pPr algn="just">
              <a:lnSpc>
                <a:spcPct val="120000"/>
              </a:lnSpc>
              <a:spcBef>
                <a:spcPts val="500"/>
              </a:spcBef>
              <a:spcAft>
                <a:spcPts val="500"/>
              </a:spcAft>
            </a:pPr>
            <a:r>
              <a:rPr lang="en-US" sz="2665" b="1" dirty="0"/>
              <a:t>Directions for Q31 to Q35: </a:t>
            </a:r>
            <a:r>
              <a:rPr lang="en-US" sz="2665" dirty="0"/>
              <a:t>Choose the option that arranges the given set of words in the ‘most’ meaningful order. The words when put in order should make logical sense according to size, quality, quantity, occurrence of events, value, appearance, nature, process, etc.</a:t>
            </a:r>
            <a:endParaRPr lang="en-IN" sz="2665" dirty="0"/>
          </a:p>
          <a:p>
            <a:pPr marL="467995" indent="-467995" algn="just">
              <a:lnSpc>
                <a:spcPct val="120000"/>
              </a:lnSpc>
              <a:spcBef>
                <a:spcPts val="500"/>
              </a:spcBef>
              <a:spcAft>
                <a:spcPts val="500"/>
              </a:spcAft>
            </a:pPr>
            <a:r>
              <a:rPr lang="en-IN" sz="2665" dirty="0"/>
              <a:t>35.	1. Office			2. Cabin		3. City</a:t>
            </a:r>
            <a:endParaRPr lang="en-IN" sz="2665" dirty="0"/>
          </a:p>
          <a:p>
            <a:pPr marL="467995" indent="-467995" algn="just">
              <a:lnSpc>
                <a:spcPct val="120000"/>
              </a:lnSpc>
              <a:spcBef>
                <a:spcPts val="500"/>
              </a:spcBef>
              <a:spcAft>
                <a:spcPts val="500"/>
              </a:spcAft>
            </a:pPr>
            <a:r>
              <a:rPr lang="en-IN" sz="2665" dirty="0"/>
              <a:t>	4. Desk			5. Building</a:t>
            </a:r>
            <a:endParaRPr lang="en-IN" sz="2665" dirty="0"/>
          </a:p>
          <a:p>
            <a:pPr marL="467995" indent="-467995" algn="just">
              <a:lnSpc>
                <a:spcPct val="120000"/>
              </a:lnSpc>
              <a:spcBef>
                <a:spcPts val="500"/>
              </a:spcBef>
              <a:spcAft>
                <a:spcPts val="500"/>
              </a:spcAft>
            </a:pPr>
            <a:r>
              <a:rPr lang="en-IN" sz="2665" dirty="0"/>
              <a:t>	(a) 2, 4, 5, 3, 1		(b) 2, 4, 1, 5, 3	</a:t>
            </a:r>
            <a:endParaRPr lang="en-IN" sz="2665" dirty="0"/>
          </a:p>
          <a:p>
            <a:pPr marL="467995" indent="-467995" algn="just">
              <a:lnSpc>
                <a:spcPct val="120000"/>
              </a:lnSpc>
              <a:spcBef>
                <a:spcPts val="500"/>
              </a:spcBef>
              <a:spcAft>
                <a:spcPts val="500"/>
              </a:spcAft>
            </a:pPr>
            <a:r>
              <a:rPr lang="en-IN" sz="2665" dirty="0"/>
              <a:t>	(c) 4, 2, 1, 5, 3		(d) 4, 2, 5, 3, 1</a:t>
            </a:r>
            <a:endParaRPr lang="en-IN" sz="2665" dirty="0"/>
          </a:p>
        </p:txBody>
      </p:sp>
    </p:spTree>
  </p:cSld>
  <p:clrMapOvr>
    <a:masterClrMapping/>
  </p:clrMapOvr>
  <p:transition spd="slow">
    <p:fad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31" name="Rectangle 4"/>
          <p:cNvSpPr/>
          <p:nvPr/>
        </p:nvSpPr>
        <p:spPr>
          <a:xfrm>
            <a:off x="447675" y="1802130"/>
            <a:ext cx="10769600" cy="4966335"/>
          </a:xfrm>
          <a:prstGeom prst="rect">
            <a:avLst/>
          </a:prstGeom>
        </p:spPr>
        <p:txBody>
          <a:bodyPr wrap="square">
            <a:spAutoFit/>
          </a:bodyPr>
          <a:lstStyle/>
          <a:p>
            <a:pPr marL="467995" indent="-467995" algn="just">
              <a:lnSpc>
                <a:spcPct val="110000"/>
              </a:lnSpc>
              <a:spcBef>
                <a:spcPts val="200"/>
              </a:spcBef>
              <a:spcAft>
                <a:spcPts val="200"/>
              </a:spcAft>
            </a:pPr>
            <a:r>
              <a:rPr lang="en-IN" sz="2400" dirty="0"/>
              <a:t>36.	The question consists of a problem question followed by two statements I and II. Find out if the information given in the statement(s) is sufficient in finding the solution to the problem.</a:t>
            </a:r>
            <a:endParaRPr lang="en-IN" sz="2400" dirty="0"/>
          </a:p>
          <a:p>
            <a:pPr marL="467995" indent="-467995" algn="just">
              <a:lnSpc>
                <a:spcPct val="110000"/>
              </a:lnSpc>
              <a:spcBef>
                <a:spcPts val="200"/>
              </a:spcBef>
              <a:spcAft>
                <a:spcPts val="200"/>
              </a:spcAft>
            </a:pPr>
            <a:r>
              <a:rPr lang="en-IN" sz="2400" dirty="0"/>
              <a:t>	P, Q, R, S are four friends. Who is the youngest among them?</a:t>
            </a:r>
            <a:endParaRPr lang="en-IN" sz="2400" dirty="0"/>
          </a:p>
          <a:p>
            <a:pPr marL="467995" indent="-467995" algn="just">
              <a:lnSpc>
                <a:spcPct val="110000"/>
              </a:lnSpc>
              <a:spcBef>
                <a:spcPts val="200"/>
              </a:spcBef>
              <a:spcAft>
                <a:spcPts val="200"/>
              </a:spcAft>
            </a:pPr>
            <a:r>
              <a:rPr lang="en-IN" sz="2400" b="1" dirty="0"/>
              <a:t>	Statements:</a:t>
            </a:r>
            <a:endParaRPr lang="en-IN" sz="2400" b="1" dirty="0"/>
          </a:p>
          <a:p>
            <a:pPr marL="467995" indent="-467995" algn="just">
              <a:lnSpc>
                <a:spcPct val="110000"/>
              </a:lnSpc>
              <a:spcBef>
                <a:spcPts val="200"/>
              </a:spcBef>
              <a:spcAft>
                <a:spcPts val="200"/>
              </a:spcAft>
            </a:pPr>
            <a:r>
              <a:rPr lang="en-IN" sz="2400" dirty="0"/>
              <a:t>	 I. The total age of P and Q is more than that of R.</a:t>
            </a:r>
            <a:endParaRPr lang="en-IN" sz="2400" dirty="0"/>
          </a:p>
          <a:p>
            <a:pPr marL="467995" indent="-467995" algn="just">
              <a:lnSpc>
                <a:spcPct val="110000"/>
              </a:lnSpc>
              <a:spcBef>
                <a:spcPts val="200"/>
              </a:spcBef>
              <a:spcAft>
                <a:spcPts val="200"/>
              </a:spcAft>
            </a:pPr>
            <a:r>
              <a:rPr lang="en-IN" sz="2400" dirty="0"/>
              <a:t>	II. The total age of P and S together is less than that of R.</a:t>
            </a:r>
            <a:endParaRPr lang="en-IN" sz="2400" dirty="0"/>
          </a:p>
          <a:p>
            <a:pPr marL="467995" indent="-467995" algn="just">
              <a:lnSpc>
                <a:spcPct val="110000"/>
              </a:lnSpc>
              <a:spcBef>
                <a:spcPts val="200"/>
              </a:spcBef>
              <a:spcAft>
                <a:spcPts val="200"/>
              </a:spcAft>
            </a:pPr>
            <a:r>
              <a:rPr lang="en-IN" sz="2400" dirty="0"/>
              <a:t>	(a)	Statement I alone is sufficient</a:t>
            </a:r>
            <a:endParaRPr lang="en-IN" sz="2400" dirty="0"/>
          </a:p>
          <a:p>
            <a:pPr marL="467995" indent="-467995" algn="just">
              <a:lnSpc>
                <a:spcPct val="110000"/>
              </a:lnSpc>
              <a:spcBef>
                <a:spcPts val="200"/>
              </a:spcBef>
              <a:spcAft>
                <a:spcPts val="200"/>
              </a:spcAft>
            </a:pPr>
            <a:r>
              <a:rPr lang="en-IN" sz="2400" dirty="0"/>
              <a:t>	(b)	Statement II alone is sufficient</a:t>
            </a:r>
            <a:endParaRPr lang="en-IN" sz="2400" dirty="0"/>
          </a:p>
          <a:p>
            <a:pPr marL="467995" indent="-467995" algn="just">
              <a:lnSpc>
                <a:spcPct val="110000"/>
              </a:lnSpc>
              <a:spcBef>
                <a:spcPts val="200"/>
              </a:spcBef>
              <a:spcAft>
                <a:spcPts val="200"/>
              </a:spcAft>
            </a:pPr>
            <a:r>
              <a:rPr lang="en-IN" sz="2400" dirty="0"/>
              <a:t>	(c)	Both statements put together are sufficient</a:t>
            </a:r>
            <a:endParaRPr lang="en-IN" sz="2400" dirty="0"/>
          </a:p>
          <a:p>
            <a:pPr marL="467995" indent="-467995" algn="just">
              <a:lnSpc>
                <a:spcPct val="110000"/>
              </a:lnSpc>
              <a:spcBef>
                <a:spcPts val="200"/>
              </a:spcBef>
              <a:spcAft>
                <a:spcPts val="200"/>
              </a:spcAft>
            </a:pPr>
            <a:r>
              <a:rPr lang="en-IN" sz="2400" dirty="0"/>
              <a:t>	(d)	Both the statements even put together are not sufficient</a:t>
            </a:r>
            <a:endParaRPr lang="en-IN" sz="2400" dirty="0"/>
          </a:p>
        </p:txBody>
      </p:sp>
    </p:spTree>
  </p:cSld>
  <p:clrMapOvr>
    <a:masterClrMapping/>
  </p:clrMapOvr>
  <p:transition spd="slow">
    <p:fad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35" name="Rectangle 4"/>
          <p:cNvSpPr/>
          <p:nvPr/>
        </p:nvSpPr>
        <p:spPr>
          <a:xfrm>
            <a:off x="162560" y="1690370"/>
            <a:ext cx="10769600" cy="5039995"/>
          </a:xfrm>
          <a:prstGeom prst="rect">
            <a:avLst/>
          </a:prstGeom>
        </p:spPr>
        <p:txBody>
          <a:bodyPr wrap="square">
            <a:spAutoFit/>
          </a:bodyPr>
          <a:lstStyle/>
          <a:p>
            <a:pPr algn="just">
              <a:lnSpc>
                <a:spcPct val="120000"/>
              </a:lnSpc>
              <a:spcBef>
                <a:spcPts val="500"/>
              </a:spcBef>
              <a:spcAft>
                <a:spcPts val="500"/>
              </a:spcAft>
            </a:pPr>
            <a:r>
              <a:rPr lang="en-IN" sz="1865" dirty="0" smtClean="0"/>
              <a:t>37.The </a:t>
            </a:r>
            <a:r>
              <a:rPr lang="en-IN" sz="1865" dirty="0"/>
              <a:t>question consists of a problem question followed by two statements I and II. Find out if the information given in the statement(s) is sufficient in finding the solution to the problem.</a:t>
            </a:r>
            <a:endParaRPr lang="en-IN" sz="1865" dirty="0"/>
          </a:p>
          <a:p>
            <a:pPr marL="467995" indent="-467995" algn="just">
              <a:lnSpc>
                <a:spcPct val="120000"/>
              </a:lnSpc>
              <a:spcBef>
                <a:spcPts val="500"/>
              </a:spcBef>
              <a:spcAft>
                <a:spcPts val="500"/>
              </a:spcAft>
            </a:pPr>
            <a:r>
              <a:rPr lang="en-IN" sz="1865" dirty="0"/>
              <a:t>	How many sisters does </a:t>
            </a:r>
            <a:r>
              <a:rPr lang="en-IN" sz="1865" dirty="0" err="1"/>
              <a:t>Shalini</a:t>
            </a:r>
            <a:r>
              <a:rPr lang="en-IN" sz="1865" dirty="0"/>
              <a:t> have?</a:t>
            </a:r>
            <a:endParaRPr lang="en-IN" sz="1865" dirty="0"/>
          </a:p>
          <a:p>
            <a:pPr marL="467995" indent="-467995" algn="just">
              <a:lnSpc>
                <a:spcPct val="120000"/>
              </a:lnSpc>
              <a:spcBef>
                <a:spcPts val="500"/>
              </a:spcBef>
              <a:spcAft>
                <a:spcPts val="500"/>
              </a:spcAft>
            </a:pPr>
            <a:r>
              <a:rPr lang="en-IN" sz="1865" dirty="0"/>
              <a:t>	</a:t>
            </a:r>
            <a:r>
              <a:rPr lang="en-IN" sz="1865" b="1" dirty="0"/>
              <a:t>Statements:</a:t>
            </a:r>
            <a:endParaRPr lang="en-IN" sz="1865" b="1" dirty="0"/>
          </a:p>
          <a:p>
            <a:pPr marL="467995" indent="-467995" algn="just">
              <a:lnSpc>
                <a:spcPct val="120000"/>
              </a:lnSpc>
              <a:spcBef>
                <a:spcPts val="500"/>
              </a:spcBef>
              <a:spcAft>
                <a:spcPts val="500"/>
              </a:spcAft>
            </a:pPr>
            <a:r>
              <a:rPr lang="en-IN" sz="1865" dirty="0"/>
              <a:t>	I) Her father has three children.</a:t>
            </a:r>
            <a:endParaRPr lang="en-IN" sz="1865" dirty="0"/>
          </a:p>
          <a:p>
            <a:pPr marL="467995" indent="-467995" algn="just">
              <a:lnSpc>
                <a:spcPct val="120000"/>
              </a:lnSpc>
              <a:spcBef>
                <a:spcPts val="500"/>
              </a:spcBef>
              <a:spcAft>
                <a:spcPts val="500"/>
              </a:spcAft>
            </a:pPr>
            <a:r>
              <a:rPr lang="en-IN" sz="1865" dirty="0"/>
              <a:t>	II) Her brother has two sisters.</a:t>
            </a:r>
            <a:endParaRPr lang="en-IN" sz="1865" dirty="0"/>
          </a:p>
          <a:p>
            <a:pPr marL="467995" indent="-467995" algn="just">
              <a:lnSpc>
                <a:spcPct val="120000"/>
              </a:lnSpc>
              <a:spcBef>
                <a:spcPts val="500"/>
              </a:spcBef>
              <a:spcAft>
                <a:spcPts val="500"/>
              </a:spcAft>
            </a:pPr>
            <a:r>
              <a:rPr lang="en-IN" sz="1865" dirty="0"/>
              <a:t>	(a) Statement I alone is sufficient</a:t>
            </a:r>
            <a:endParaRPr lang="en-IN" sz="1865" dirty="0"/>
          </a:p>
          <a:p>
            <a:pPr marL="467995" indent="-467995" algn="just">
              <a:lnSpc>
                <a:spcPct val="120000"/>
              </a:lnSpc>
              <a:spcBef>
                <a:spcPts val="500"/>
              </a:spcBef>
              <a:spcAft>
                <a:spcPts val="500"/>
              </a:spcAft>
            </a:pPr>
            <a:r>
              <a:rPr lang="en-IN" sz="1865" dirty="0"/>
              <a:t>	(b) Statement II alone is sufficient</a:t>
            </a:r>
            <a:endParaRPr lang="en-IN" sz="1865" dirty="0"/>
          </a:p>
          <a:p>
            <a:pPr marL="467995" indent="-467995" algn="just">
              <a:lnSpc>
                <a:spcPct val="120000"/>
              </a:lnSpc>
              <a:spcBef>
                <a:spcPts val="500"/>
              </a:spcBef>
              <a:spcAft>
                <a:spcPts val="500"/>
              </a:spcAft>
            </a:pPr>
            <a:r>
              <a:rPr lang="en-IN" sz="1865" dirty="0"/>
              <a:t>	(c) Both statements put together are sufficient</a:t>
            </a:r>
            <a:endParaRPr lang="en-IN" sz="1865" dirty="0"/>
          </a:p>
          <a:p>
            <a:pPr marL="467995" indent="-467995" algn="just">
              <a:lnSpc>
                <a:spcPct val="120000"/>
              </a:lnSpc>
              <a:spcBef>
                <a:spcPts val="500"/>
              </a:spcBef>
              <a:spcAft>
                <a:spcPts val="500"/>
              </a:spcAft>
            </a:pPr>
            <a:r>
              <a:rPr lang="en-IN" sz="1865" dirty="0"/>
              <a:t>	(d) Both the statements even put together are sufficient</a:t>
            </a:r>
            <a:endParaRPr lang="en-IN" sz="1865" dirty="0"/>
          </a:p>
          <a:p>
            <a:pPr marL="467995" indent="-467995" algn="just">
              <a:lnSpc>
                <a:spcPct val="120000"/>
              </a:lnSpc>
              <a:spcBef>
                <a:spcPts val="500"/>
              </a:spcBef>
              <a:spcAft>
                <a:spcPts val="500"/>
              </a:spcAft>
            </a:pPr>
            <a:endParaRPr lang="en-IN" sz="1865" dirty="0"/>
          </a:p>
        </p:txBody>
      </p:sp>
    </p:spTree>
  </p:cSld>
  <p:clrMapOvr>
    <a:masterClrMapping/>
  </p:clrMapOvr>
  <p:transition spd="slow">
    <p:fad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39" name="Rectangle 4"/>
          <p:cNvSpPr/>
          <p:nvPr/>
        </p:nvSpPr>
        <p:spPr>
          <a:xfrm>
            <a:off x="376555" y="1548130"/>
            <a:ext cx="10769600" cy="4976495"/>
          </a:xfrm>
          <a:prstGeom prst="rect">
            <a:avLst/>
          </a:prstGeom>
        </p:spPr>
        <p:txBody>
          <a:bodyPr wrap="square">
            <a:spAutoFit/>
          </a:bodyPr>
          <a:lstStyle/>
          <a:p>
            <a:pPr algn="just">
              <a:lnSpc>
                <a:spcPct val="120000"/>
              </a:lnSpc>
              <a:spcBef>
                <a:spcPts val="500"/>
              </a:spcBef>
              <a:spcAft>
                <a:spcPts val="500"/>
              </a:spcAft>
            </a:pPr>
            <a:r>
              <a:rPr lang="en-IN" sz="2400" b="1" dirty="0"/>
              <a:t>Directions for Q38 to Q40: </a:t>
            </a:r>
            <a:r>
              <a:rPr lang="en-IN" sz="2400" dirty="0"/>
              <a:t>There are 3 questions based on the same puzzle. Answer the questions based on the given information:</a:t>
            </a:r>
            <a:endParaRPr lang="en-IN" sz="2400" dirty="0"/>
          </a:p>
          <a:p>
            <a:pPr algn="just">
              <a:lnSpc>
                <a:spcPct val="120000"/>
              </a:lnSpc>
              <a:spcBef>
                <a:spcPts val="500"/>
              </a:spcBef>
              <a:spcAft>
                <a:spcPts val="500"/>
              </a:spcAft>
              <a:tabLst>
                <a:tab pos="444500" algn="l"/>
              </a:tabLst>
            </a:pPr>
            <a:r>
              <a:rPr lang="en-IN" sz="2400" dirty="0"/>
              <a:t>(i)	X, Y, Z, P and R are sitting in a row in front of a camera.</a:t>
            </a:r>
            <a:endParaRPr lang="en-IN" sz="2400" dirty="0"/>
          </a:p>
          <a:p>
            <a:pPr algn="just">
              <a:lnSpc>
                <a:spcPct val="120000"/>
              </a:lnSpc>
              <a:spcBef>
                <a:spcPts val="500"/>
              </a:spcBef>
              <a:spcAft>
                <a:spcPts val="500"/>
              </a:spcAft>
              <a:tabLst>
                <a:tab pos="444500" algn="l"/>
              </a:tabLst>
            </a:pPr>
            <a:r>
              <a:rPr lang="en-IN" sz="2400" dirty="0"/>
              <a:t>(ii)	X is on the left of the person sitting in the centre, but is on the right of Y.</a:t>
            </a:r>
            <a:endParaRPr lang="en-IN" sz="2400" dirty="0"/>
          </a:p>
          <a:p>
            <a:pPr algn="just">
              <a:lnSpc>
                <a:spcPct val="120000"/>
              </a:lnSpc>
              <a:spcBef>
                <a:spcPts val="500"/>
              </a:spcBef>
              <a:spcAft>
                <a:spcPts val="500"/>
              </a:spcAft>
              <a:tabLst>
                <a:tab pos="444500" algn="l"/>
              </a:tabLst>
            </a:pPr>
            <a:r>
              <a:rPr lang="en-IN" sz="2400" dirty="0"/>
              <a:t>(iii)	Z is on the right of P and R is on the right of Z.</a:t>
            </a:r>
            <a:endParaRPr lang="en-IN" sz="2400" dirty="0"/>
          </a:p>
          <a:p>
            <a:pPr algn="just">
              <a:lnSpc>
                <a:spcPct val="120000"/>
              </a:lnSpc>
              <a:spcBef>
                <a:spcPts val="500"/>
              </a:spcBef>
              <a:spcAft>
                <a:spcPts val="500"/>
              </a:spcAft>
              <a:tabLst>
                <a:tab pos="444500" algn="l"/>
              </a:tabLst>
            </a:pPr>
            <a:r>
              <a:rPr lang="en-IN" sz="2400" dirty="0"/>
              <a:t>(iv)	R is the second person from the person sitting in the centre.</a:t>
            </a:r>
            <a:endParaRPr lang="en-IN" sz="2400" dirty="0"/>
          </a:p>
          <a:p>
            <a:pPr marL="467995" indent="-467995" algn="just">
              <a:lnSpc>
                <a:spcPct val="120000"/>
              </a:lnSpc>
              <a:spcBef>
                <a:spcPts val="500"/>
              </a:spcBef>
              <a:spcAft>
                <a:spcPts val="500"/>
              </a:spcAft>
            </a:pPr>
            <a:r>
              <a:rPr lang="en-IN" sz="2400" dirty="0"/>
              <a:t>38.	Who is between X and Z?</a:t>
            </a:r>
            <a:endParaRPr lang="en-IN" sz="2400" dirty="0"/>
          </a:p>
          <a:p>
            <a:pPr marL="467995" indent="-467995" algn="just">
              <a:lnSpc>
                <a:spcPct val="120000"/>
              </a:lnSpc>
              <a:spcBef>
                <a:spcPts val="500"/>
              </a:spcBef>
              <a:spcAft>
                <a:spcPts val="500"/>
              </a:spcAft>
            </a:pPr>
            <a:r>
              <a:rPr lang="en-IN" sz="2400" dirty="0"/>
              <a:t>	(a) Y				(b) P</a:t>
            </a:r>
            <a:endParaRPr lang="en-IN" sz="2400" dirty="0"/>
          </a:p>
          <a:p>
            <a:pPr marL="467995" indent="-467995" algn="just">
              <a:lnSpc>
                <a:spcPct val="120000"/>
              </a:lnSpc>
              <a:spcBef>
                <a:spcPts val="500"/>
              </a:spcBef>
              <a:spcAft>
                <a:spcPts val="500"/>
              </a:spcAft>
            </a:pPr>
            <a:r>
              <a:rPr lang="en-IN" sz="2400" dirty="0"/>
              <a:t>	(c) Data inadequate			(d) None of the above</a:t>
            </a:r>
            <a:endParaRPr lang="en-IN" sz="2400" dirty="0"/>
          </a:p>
        </p:txBody>
      </p:sp>
    </p:spTree>
  </p:cSld>
  <p:clrMapOvr>
    <a:masterClrMapping/>
  </p:clrMapOvr>
  <p:transition spd="slow">
    <p:fad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43" name="Rectangle 4"/>
          <p:cNvSpPr/>
          <p:nvPr/>
        </p:nvSpPr>
        <p:spPr>
          <a:xfrm>
            <a:off x="386715" y="1731010"/>
            <a:ext cx="10769600" cy="4404995"/>
          </a:xfrm>
          <a:prstGeom prst="rect">
            <a:avLst/>
          </a:prstGeom>
        </p:spPr>
        <p:txBody>
          <a:bodyPr wrap="square">
            <a:spAutoFit/>
          </a:bodyPr>
          <a:lstStyle/>
          <a:p>
            <a:pPr algn="just">
              <a:lnSpc>
                <a:spcPct val="120000"/>
              </a:lnSpc>
              <a:spcBef>
                <a:spcPts val="500"/>
              </a:spcBef>
              <a:spcAft>
                <a:spcPts val="500"/>
              </a:spcAft>
            </a:pPr>
            <a:r>
              <a:rPr lang="en-IN" sz="2400" b="1" dirty="0"/>
              <a:t>Directions for Q38 to Q40: </a:t>
            </a:r>
            <a:r>
              <a:rPr lang="en-IN" sz="2400" dirty="0"/>
              <a:t>There are 3 questions based on the same puzzle. Answer the questions based on the given information:</a:t>
            </a:r>
            <a:endParaRPr lang="en-IN" sz="2400" dirty="0"/>
          </a:p>
          <a:p>
            <a:pPr algn="just">
              <a:lnSpc>
                <a:spcPct val="120000"/>
              </a:lnSpc>
              <a:spcBef>
                <a:spcPts val="500"/>
              </a:spcBef>
              <a:spcAft>
                <a:spcPts val="500"/>
              </a:spcAft>
              <a:tabLst>
                <a:tab pos="444500" algn="l"/>
              </a:tabLst>
            </a:pPr>
            <a:r>
              <a:rPr lang="en-IN" sz="2400" dirty="0"/>
              <a:t>(i)	X, Y, Z, P and R are sitting in a row in front of a camera.</a:t>
            </a:r>
            <a:endParaRPr lang="en-IN" sz="2400" dirty="0"/>
          </a:p>
          <a:p>
            <a:pPr algn="just">
              <a:lnSpc>
                <a:spcPct val="120000"/>
              </a:lnSpc>
              <a:spcBef>
                <a:spcPts val="500"/>
              </a:spcBef>
              <a:spcAft>
                <a:spcPts val="500"/>
              </a:spcAft>
              <a:tabLst>
                <a:tab pos="444500" algn="l"/>
              </a:tabLst>
            </a:pPr>
            <a:r>
              <a:rPr lang="en-IN" sz="2400" dirty="0"/>
              <a:t>(ii)	X is on the left of the person sitting in the centre, but is on the right of Y.</a:t>
            </a:r>
            <a:endParaRPr lang="en-IN" sz="2400" dirty="0"/>
          </a:p>
          <a:p>
            <a:pPr algn="just">
              <a:lnSpc>
                <a:spcPct val="120000"/>
              </a:lnSpc>
              <a:spcBef>
                <a:spcPts val="500"/>
              </a:spcBef>
              <a:spcAft>
                <a:spcPts val="500"/>
              </a:spcAft>
              <a:tabLst>
                <a:tab pos="444500" algn="l"/>
              </a:tabLst>
            </a:pPr>
            <a:r>
              <a:rPr lang="en-IN" sz="2400" dirty="0"/>
              <a:t>(iii)	Z is on the right of P and R is on the right of Z.</a:t>
            </a:r>
            <a:endParaRPr lang="en-IN" sz="2400" dirty="0"/>
          </a:p>
          <a:p>
            <a:pPr algn="just">
              <a:lnSpc>
                <a:spcPct val="120000"/>
              </a:lnSpc>
              <a:spcBef>
                <a:spcPts val="500"/>
              </a:spcBef>
              <a:spcAft>
                <a:spcPts val="500"/>
              </a:spcAft>
              <a:tabLst>
                <a:tab pos="444500" algn="l"/>
              </a:tabLst>
            </a:pPr>
            <a:r>
              <a:rPr lang="en-IN" sz="2400" dirty="0"/>
              <a:t>(iv)	R is the second person from the person sitting in the centre.</a:t>
            </a:r>
            <a:endParaRPr lang="en-IN" sz="2400" dirty="0"/>
          </a:p>
          <a:p>
            <a:pPr marL="467995" indent="-467995" algn="just">
              <a:lnSpc>
                <a:spcPct val="120000"/>
              </a:lnSpc>
              <a:spcBef>
                <a:spcPts val="500"/>
              </a:spcBef>
              <a:spcAft>
                <a:spcPts val="500"/>
              </a:spcAft>
            </a:pPr>
            <a:r>
              <a:rPr lang="en-IN" sz="2400" dirty="0"/>
              <a:t>39.	Who is sitting in the centre?</a:t>
            </a:r>
            <a:endParaRPr lang="en-IN" sz="2400" dirty="0"/>
          </a:p>
          <a:p>
            <a:pPr marL="467995" indent="-467995" algn="just">
              <a:lnSpc>
                <a:spcPct val="120000"/>
              </a:lnSpc>
              <a:spcBef>
                <a:spcPts val="500"/>
              </a:spcBef>
              <a:spcAft>
                <a:spcPts val="500"/>
              </a:spcAft>
            </a:pPr>
            <a:r>
              <a:rPr lang="en-IN" sz="2400" dirty="0"/>
              <a:t>	(a) X		(b) P		(c) Y		(d) Z</a:t>
            </a:r>
            <a:endParaRPr lang="en-IN" sz="2400" dirty="0"/>
          </a:p>
        </p:txBody>
      </p:sp>
    </p:spTree>
  </p:cSld>
  <p:clrMapOvr>
    <a:masterClrMapping/>
  </p:clrMapOvr>
  <p:transition spd="slow">
    <p:fad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47" name="Rectangle 4"/>
          <p:cNvSpPr/>
          <p:nvPr/>
        </p:nvSpPr>
        <p:spPr>
          <a:xfrm>
            <a:off x="306070" y="1791970"/>
            <a:ext cx="10769600" cy="4404995"/>
          </a:xfrm>
          <a:prstGeom prst="rect">
            <a:avLst/>
          </a:prstGeom>
        </p:spPr>
        <p:txBody>
          <a:bodyPr wrap="square">
            <a:spAutoFit/>
          </a:bodyPr>
          <a:lstStyle/>
          <a:p>
            <a:pPr algn="just">
              <a:lnSpc>
                <a:spcPct val="120000"/>
              </a:lnSpc>
              <a:spcBef>
                <a:spcPts val="500"/>
              </a:spcBef>
              <a:spcAft>
                <a:spcPts val="500"/>
              </a:spcAft>
            </a:pPr>
            <a:r>
              <a:rPr lang="en-IN" sz="2400" b="1" dirty="0"/>
              <a:t>Directions for Q38 to Q40: </a:t>
            </a:r>
            <a:r>
              <a:rPr lang="en-IN" sz="2400" dirty="0"/>
              <a:t>There are 3 questions based on the same puzzle. Answer the questions based on the given information:</a:t>
            </a:r>
            <a:endParaRPr lang="en-IN" sz="2400" dirty="0"/>
          </a:p>
          <a:p>
            <a:pPr algn="just">
              <a:lnSpc>
                <a:spcPct val="120000"/>
              </a:lnSpc>
              <a:spcBef>
                <a:spcPts val="500"/>
              </a:spcBef>
              <a:spcAft>
                <a:spcPts val="500"/>
              </a:spcAft>
              <a:tabLst>
                <a:tab pos="444500" algn="l"/>
              </a:tabLst>
            </a:pPr>
            <a:r>
              <a:rPr lang="en-IN" sz="2400" dirty="0"/>
              <a:t>(i)	X, Y, Z, P and R are sitting in a row in front of a camera.</a:t>
            </a:r>
            <a:endParaRPr lang="en-IN" sz="2400" dirty="0"/>
          </a:p>
          <a:p>
            <a:pPr algn="just">
              <a:lnSpc>
                <a:spcPct val="120000"/>
              </a:lnSpc>
              <a:spcBef>
                <a:spcPts val="500"/>
              </a:spcBef>
              <a:spcAft>
                <a:spcPts val="500"/>
              </a:spcAft>
              <a:tabLst>
                <a:tab pos="444500" algn="l"/>
              </a:tabLst>
            </a:pPr>
            <a:r>
              <a:rPr lang="en-IN" sz="2400" dirty="0"/>
              <a:t>(ii)	X is on the left of the person sitting in the centre, but is on the right of Y.</a:t>
            </a:r>
            <a:endParaRPr lang="en-IN" sz="2400" dirty="0"/>
          </a:p>
          <a:p>
            <a:pPr algn="just">
              <a:lnSpc>
                <a:spcPct val="120000"/>
              </a:lnSpc>
              <a:spcBef>
                <a:spcPts val="500"/>
              </a:spcBef>
              <a:spcAft>
                <a:spcPts val="500"/>
              </a:spcAft>
              <a:tabLst>
                <a:tab pos="444500" algn="l"/>
              </a:tabLst>
            </a:pPr>
            <a:r>
              <a:rPr lang="en-IN" sz="2400" dirty="0"/>
              <a:t>(iii)	Z is on the right of P and R is on the right of Z.</a:t>
            </a:r>
            <a:endParaRPr lang="en-IN" sz="2400" dirty="0"/>
          </a:p>
          <a:p>
            <a:pPr algn="just">
              <a:lnSpc>
                <a:spcPct val="120000"/>
              </a:lnSpc>
              <a:spcBef>
                <a:spcPts val="500"/>
              </a:spcBef>
              <a:spcAft>
                <a:spcPts val="500"/>
              </a:spcAft>
              <a:tabLst>
                <a:tab pos="444500" algn="l"/>
              </a:tabLst>
            </a:pPr>
            <a:r>
              <a:rPr lang="en-IN" sz="2400" dirty="0"/>
              <a:t>(iv)	R is the second person from the person sitting in the centre.</a:t>
            </a:r>
            <a:endParaRPr lang="en-IN" sz="2400" dirty="0"/>
          </a:p>
          <a:p>
            <a:pPr marL="467995" indent="-467995" algn="just">
              <a:lnSpc>
                <a:spcPct val="120000"/>
              </a:lnSpc>
              <a:spcBef>
                <a:spcPts val="500"/>
              </a:spcBef>
              <a:spcAft>
                <a:spcPts val="500"/>
              </a:spcAft>
            </a:pPr>
            <a:r>
              <a:rPr lang="en-IN" sz="2400" dirty="0"/>
              <a:t>40.	Who is sitting in the corner?</a:t>
            </a:r>
            <a:endParaRPr lang="en-IN" sz="2400" dirty="0"/>
          </a:p>
          <a:p>
            <a:pPr marL="467995" indent="-467995" algn="just">
              <a:lnSpc>
                <a:spcPct val="120000"/>
              </a:lnSpc>
              <a:spcBef>
                <a:spcPts val="500"/>
              </a:spcBef>
              <a:spcAft>
                <a:spcPts val="500"/>
              </a:spcAft>
            </a:pPr>
            <a:r>
              <a:rPr lang="en-IN" sz="2400" dirty="0"/>
              <a:t>	(a) P		(b) X		(c) Y		(d) Z</a:t>
            </a:r>
            <a:endParaRPr lang="en-IN" sz="2400" dirty="0"/>
          </a:p>
        </p:txBody>
      </p:sp>
    </p:spTree>
  </p:cSld>
  <p:clrMapOvr>
    <a:masterClrMapping/>
  </p:clrMapOvr>
  <p:transition spd="slow">
    <p:fade/>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51" name="Rectangle 4"/>
          <p:cNvSpPr/>
          <p:nvPr/>
        </p:nvSpPr>
        <p:spPr>
          <a:xfrm>
            <a:off x="245110" y="1487805"/>
            <a:ext cx="10769600" cy="5246370"/>
          </a:xfrm>
          <a:prstGeom prst="rect">
            <a:avLst/>
          </a:prstGeom>
        </p:spPr>
        <p:txBody>
          <a:bodyPr wrap="square">
            <a:spAutoFit/>
          </a:bodyPr>
          <a:lstStyle/>
          <a:p>
            <a:pPr algn="just">
              <a:lnSpc>
                <a:spcPct val="112000"/>
              </a:lnSpc>
              <a:spcBef>
                <a:spcPts val="200"/>
              </a:spcBef>
              <a:spcAft>
                <a:spcPts val="200"/>
              </a:spcAft>
            </a:pPr>
            <a:r>
              <a:rPr lang="en-IN" sz="2265" b="1" dirty="0"/>
              <a:t>Directions for Q41 to Q44:</a:t>
            </a:r>
            <a:r>
              <a:rPr lang="en-IN" sz="2265" dirty="0"/>
              <a:t> There are 4 questions based on the same puzzle. Answer the questions based on the given information:</a:t>
            </a:r>
            <a:endParaRPr lang="en-IN" sz="2265" dirty="0"/>
          </a:p>
          <a:p>
            <a:pPr algn="just">
              <a:lnSpc>
                <a:spcPct val="112000"/>
              </a:lnSpc>
              <a:spcBef>
                <a:spcPts val="200"/>
              </a:spcBef>
              <a:spcAft>
                <a:spcPts val="200"/>
              </a:spcAft>
            </a:pPr>
            <a:r>
              <a:rPr lang="en-IN" sz="2265" dirty="0"/>
              <a:t>A, S, O, D, F, T are members of a family consisting of 3 men and 3 women, among whom there are two married couples. We also know that:</a:t>
            </a:r>
            <a:endParaRPr lang="en-IN" sz="2265" dirty="0"/>
          </a:p>
          <a:p>
            <a:pPr algn="just">
              <a:lnSpc>
                <a:spcPct val="112000"/>
              </a:lnSpc>
              <a:spcBef>
                <a:spcPts val="200"/>
              </a:spcBef>
              <a:spcAft>
                <a:spcPts val="200"/>
              </a:spcAft>
              <a:tabLst>
                <a:tab pos="444500" algn="l"/>
              </a:tabLst>
            </a:pPr>
            <a:r>
              <a:rPr lang="en-IN" sz="2265" dirty="0"/>
              <a:t>(i)	O is the son of S.</a:t>
            </a:r>
            <a:endParaRPr lang="en-IN" sz="2265" dirty="0"/>
          </a:p>
          <a:p>
            <a:pPr algn="just">
              <a:lnSpc>
                <a:spcPct val="112000"/>
              </a:lnSpc>
              <a:spcBef>
                <a:spcPts val="200"/>
              </a:spcBef>
              <a:spcAft>
                <a:spcPts val="200"/>
              </a:spcAft>
              <a:tabLst>
                <a:tab pos="444500" algn="l"/>
              </a:tabLst>
            </a:pPr>
            <a:r>
              <a:rPr lang="en-IN" sz="2265" dirty="0"/>
              <a:t>(ii)	T is the daughter of D.</a:t>
            </a:r>
            <a:endParaRPr lang="en-IN" sz="2265" dirty="0"/>
          </a:p>
          <a:p>
            <a:pPr algn="just">
              <a:lnSpc>
                <a:spcPct val="112000"/>
              </a:lnSpc>
              <a:spcBef>
                <a:spcPts val="200"/>
              </a:spcBef>
              <a:spcAft>
                <a:spcPts val="200"/>
              </a:spcAft>
              <a:tabLst>
                <a:tab pos="444500" algn="l"/>
              </a:tabLst>
            </a:pPr>
            <a:r>
              <a:rPr lang="en-IN" sz="2265" dirty="0"/>
              <a:t>(iii)	F is the grandson of A.</a:t>
            </a:r>
            <a:endParaRPr lang="en-IN" sz="2265" dirty="0"/>
          </a:p>
          <a:p>
            <a:pPr algn="just">
              <a:lnSpc>
                <a:spcPct val="112000"/>
              </a:lnSpc>
              <a:spcBef>
                <a:spcPts val="200"/>
              </a:spcBef>
              <a:spcAft>
                <a:spcPts val="200"/>
              </a:spcAft>
              <a:tabLst>
                <a:tab pos="444500" algn="l"/>
              </a:tabLst>
            </a:pPr>
            <a:r>
              <a:rPr lang="en-IN" sz="2265" dirty="0"/>
              <a:t>(iv)	D is the mother of a girl and a boy.</a:t>
            </a:r>
            <a:endParaRPr lang="en-IN" sz="2265" dirty="0"/>
          </a:p>
          <a:p>
            <a:pPr algn="just">
              <a:lnSpc>
                <a:spcPct val="112000"/>
              </a:lnSpc>
              <a:spcBef>
                <a:spcPts val="200"/>
              </a:spcBef>
              <a:spcAft>
                <a:spcPts val="200"/>
              </a:spcAft>
              <a:tabLst>
                <a:tab pos="444500" algn="l"/>
              </a:tabLst>
            </a:pPr>
            <a:r>
              <a:rPr lang="en-IN" sz="2265" dirty="0"/>
              <a:t>(v)	S is not the father of O.</a:t>
            </a:r>
            <a:endParaRPr lang="en-IN" sz="2265" dirty="0"/>
          </a:p>
          <a:p>
            <a:pPr algn="just">
              <a:lnSpc>
                <a:spcPct val="112000"/>
              </a:lnSpc>
              <a:spcBef>
                <a:spcPts val="200"/>
              </a:spcBef>
              <a:spcAft>
                <a:spcPts val="200"/>
              </a:spcAft>
              <a:tabLst>
                <a:tab pos="444500" algn="l"/>
              </a:tabLst>
            </a:pPr>
            <a:r>
              <a:rPr lang="en-IN" sz="2265" dirty="0"/>
              <a:t>(vi)	All the relationships mentioned above are between these six persons only.</a:t>
            </a:r>
            <a:endParaRPr lang="en-IN" sz="2265" dirty="0"/>
          </a:p>
          <a:p>
            <a:pPr marL="467995" indent="-467995" algn="just">
              <a:lnSpc>
                <a:spcPct val="112000"/>
              </a:lnSpc>
              <a:spcBef>
                <a:spcPts val="200"/>
              </a:spcBef>
              <a:spcAft>
                <a:spcPts val="200"/>
              </a:spcAft>
            </a:pPr>
            <a:r>
              <a:rPr lang="en-IN" sz="2265" dirty="0"/>
              <a:t>41.	D’s husband is</a:t>
            </a:r>
            <a:endParaRPr lang="en-IN" sz="2265" dirty="0"/>
          </a:p>
          <a:p>
            <a:pPr marL="467995" indent="-467995" algn="just">
              <a:lnSpc>
                <a:spcPct val="112000"/>
              </a:lnSpc>
              <a:spcBef>
                <a:spcPts val="200"/>
              </a:spcBef>
              <a:spcAft>
                <a:spcPts val="200"/>
              </a:spcAft>
            </a:pPr>
            <a:r>
              <a:rPr lang="en-IN" sz="2265" dirty="0"/>
              <a:t>	(a) O	(b) F		(c) A		(d) None of these</a:t>
            </a:r>
            <a:endParaRPr lang="en-IN" sz="2265" dirty="0"/>
          </a:p>
        </p:txBody>
      </p:sp>
    </p:spTree>
  </p:cSld>
  <p:clrMapOvr>
    <a:masterClrMapping/>
  </p:clrMapOvr>
  <p:transition spd="slow">
    <p:fade/>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55" name="Rectangle 4"/>
          <p:cNvSpPr/>
          <p:nvPr/>
        </p:nvSpPr>
        <p:spPr>
          <a:xfrm>
            <a:off x="325755" y="1447165"/>
            <a:ext cx="10769600" cy="5246370"/>
          </a:xfrm>
          <a:prstGeom prst="rect">
            <a:avLst/>
          </a:prstGeom>
        </p:spPr>
        <p:txBody>
          <a:bodyPr wrap="square">
            <a:spAutoFit/>
          </a:bodyPr>
          <a:lstStyle/>
          <a:p>
            <a:pPr algn="just">
              <a:lnSpc>
                <a:spcPct val="112000"/>
              </a:lnSpc>
              <a:spcBef>
                <a:spcPts val="200"/>
              </a:spcBef>
              <a:spcAft>
                <a:spcPts val="200"/>
              </a:spcAft>
            </a:pPr>
            <a:r>
              <a:rPr lang="en-IN" sz="2265" b="1" dirty="0"/>
              <a:t>Directions for Q41 to Q44:</a:t>
            </a:r>
            <a:r>
              <a:rPr lang="en-IN" sz="2265" dirty="0"/>
              <a:t> There are 4 questions based on the same puzzle. Answer the questions based on the given information:</a:t>
            </a:r>
            <a:endParaRPr lang="en-IN" sz="2265" dirty="0"/>
          </a:p>
          <a:p>
            <a:pPr algn="just">
              <a:lnSpc>
                <a:spcPct val="112000"/>
              </a:lnSpc>
              <a:spcBef>
                <a:spcPts val="200"/>
              </a:spcBef>
              <a:spcAft>
                <a:spcPts val="200"/>
              </a:spcAft>
            </a:pPr>
            <a:r>
              <a:rPr lang="en-IN" sz="2265" dirty="0"/>
              <a:t>A, S, O, D, F, T are members of a family consisting of 3 men and 3 women, among whom there are two married couples. We also know that:</a:t>
            </a:r>
            <a:endParaRPr lang="en-IN" sz="2265" dirty="0"/>
          </a:p>
          <a:p>
            <a:pPr algn="just">
              <a:lnSpc>
                <a:spcPct val="112000"/>
              </a:lnSpc>
              <a:spcBef>
                <a:spcPts val="200"/>
              </a:spcBef>
              <a:spcAft>
                <a:spcPts val="200"/>
              </a:spcAft>
              <a:tabLst>
                <a:tab pos="444500" algn="l"/>
              </a:tabLst>
            </a:pPr>
            <a:r>
              <a:rPr lang="en-IN" sz="2265" dirty="0"/>
              <a:t>(i)	O is the son of S.</a:t>
            </a:r>
            <a:endParaRPr lang="en-IN" sz="2265" dirty="0"/>
          </a:p>
          <a:p>
            <a:pPr algn="just">
              <a:lnSpc>
                <a:spcPct val="112000"/>
              </a:lnSpc>
              <a:spcBef>
                <a:spcPts val="200"/>
              </a:spcBef>
              <a:spcAft>
                <a:spcPts val="200"/>
              </a:spcAft>
              <a:tabLst>
                <a:tab pos="444500" algn="l"/>
              </a:tabLst>
            </a:pPr>
            <a:r>
              <a:rPr lang="en-IN" sz="2265" dirty="0"/>
              <a:t>(ii)	T is the daughter of D.</a:t>
            </a:r>
            <a:endParaRPr lang="en-IN" sz="2265" dirty="0"/>
          </a:p>
          <a:p>
            <a:pPr algn="just">
              <a:lnSpc>
                <a:spcPct val="112000"/>
              </a:lnSpc>
              <a:spcBef>
                <a:spcPts val="200"/>
              </a:spcBef>
              <a:spcAft>
                <a:spcPts val="200"/>
              </a:spcAft>
              <a:tabLst>
                <a:tab pos="444500" algn="l"/>
              </a:tabLst>
            </a:pPr>
            <a:r>
              <a:rPr lang="en-IN" sz="2265" dirty="0"/>
              <a:t>(iii)	F is the grandson of A.</a:t>
            </a:r>
            <a:endParaRPr lang="en-IN" sz="2265" dirty="0"/>
          </a:p>
          <a:p>
            <a:pPr algn="just">
              <a:lnSpc>
                <a:spcPct val="112000"/>
              </a:lnSpc>
              <a:spcBef>
                <a:spcPts val="200"/>
              </a:spcBef>
              <a:spcAft>
                <a:spcPts val="200"/>
              </a:spcAft>
              <a:tabLst>
                <a:tab pos="444500" algn="l"/>
              </a:tabLst>
            </a:pPr>
            <a:r>
              <a:rPr lang="en-IN" sz="2265" dirty="0"/>
              <a:t>(iv)	D is the mother of a girl and a boy.</a:t>
            </a:r>
            <a:endParaRPr lang="en-IN" sz="2265" dirty="0"/>
          </a:p>
          <a:p>
            <a:pPr algn="just">
              <a:lnSpc>
                <a:spcPct val="112000"/>
              </a:lnSpc>
              <a:spcBef>
                <a:spcPts val="200"/>
              </a:spcBef>
              <a:spcAft>
                <a:spcPts val="200"/>
              </a:spcAft>
              <a:tabLst>
                <a:tab pos="444500" algn="l"/>
              </a:tabLst>
            </a:pPr>
            <a:r>
              <a:rPr lang="en-IN" sz="2265" dirty="0"/>
              <a:t>(v)	S is not the father of O.</a:t>
            </a:r>
            <a:endParaRPr lang="en-IN" sz="2265" dirty="0"/>
          </a:p>
          <a:p>
            <a:pPr algn="just">
              <a:lnSpc>
                <a:spcPct val="112000"/>
              </a:lnSpc>
              <a:spcBef>
                <a:spcPts val="200"/>
              </a:spcBef>
              <a:spcAft>
                <a:spcPts val="200"/>
              </a:spcAft>
              <a:tabLst>
                <a:tab pos="444500" algn="l"/>
              </a:tabLst>
            </a:pPr>
            <a:r>
              <a:rPr lang="en-IN" sz="2265" dirty="0"/>
              <a:t>(vi)	All the relationships mentioned above are between these six persons only.</a:t>
            </a:r>
            <a:endParaRPr lang="en-IN" sz="2265" dirty="0"/>
          </a:p>
          <a:p>
            <a:pPr marL="467995" indent="-467995" algn="just">
              <a:lnSpc>
                <a:spcPct val="112000"/>
              </a:lnSpc>
              <a:spcBef>
                <a:spcPts val="200"/>
              </a:spcBef>
              <a:spcAft>
                <a:spcPts val="200"/>
              </a:spcAft>
            </a:pPr>
            <a:r>
              <a:rPr lang="en-IN" sz="2265" dirty="0"/>
              <a:t>42.	O’s father is</a:t>
            </a:r>
            <a:endParaRPr lang="en-IN" sz="2265" dirty="0"/>
          </a:p>
          <a:p>
            <a:pPr marL="467995" indent="-467995" algn="just">
              <a:lnSpc>
                <a:spcPct val="112000"/>
              </a:lnSpc>
              <a:spcBef>
                <a:spcPts val="200"/>
              </a:spcBef>
              <a:spcAft>
                <a:spcPts val="200"/>
              </a:spcAft>
            </a:pPr>
            <a:r>
              <a:rPr lang="en-IN" sz="2265" dirty="0"/>
              <a:t>	(a) F		(b) S		(c) A 		(d) D’s father</a:t>
            </a:r>
            <a:endParaRPr lang="en-IN" sz="2265" dirty="0"/>
          </a:p>
        </p:txBody>
      </p:sp>
    </p:spTree>
  </p:cSld>
  <p:clrMapOvr>
    <a:masterClrMapping/>
  </p:clrMapOvr>
  <p:transition spd="slow">
    <p:fade/>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59" name="Rectangle 4"/>
          <p:cNvSpPr/>
          <p:nvPr/>
        </p:nvSpPr>
        <p:spPr>
          <a:xfrm>
            <a:off x="0" y="1611630"/>
            <a:ext cx="11235690" cy="5246370"/>
          </a:xfrm>
          <a:prstGeom prst="rect">
            <a:avLst/>
          </a:prstGeom>
        </p:spPr>
        <p:txBody>
          <a:bodyPr wrap="square">
            <a:spAutoFit/>
          </a:bodyPr>
          <a:lstStyle/>
          <a:p>
            <a:pPr algn="just">
              <a:lnSpc>
                <a:spcPct val="112000"/>
              </a:lnSpc>
              <a:spcBef>
                <a:spcPts val="200"/>
              </a:spcBef>
              <a:spcAft>
                <a:spcPts val="200"/>
              </a:spcAft>
            </a:pPr>
            <a:r>
              <a:rPr lang="en-IN" sz="2265" b="1" dirty="0"/>
              <a:t>Directions for Q41 to Q44:</a:t>
            </a:r>
            <a:r>
              <a:rPr lang="en-IN" sz="2265" dirty="0"/>
              <a:t> There are 4 questions based on the same puzzle. Answer the questions based on the given information:</a:t>
            </a:r>
            <a:endParaRPr lang="en-IN" sz="2265" dirty="0"/>
          </a:p>
          <a:p>
            <a:pPr algn="just">
              <a:lnSpc>
                <a:spcPct val="112000"/>
              </a:lnSpc>
              <a:spcBef>
                <a:spcPts val="200"/>
              </a:spcBef>
              <a:spcAft>
                <a:spcPts val="200"/>
              </a:spcAft>
            </a:pPr>
            <a:r>
              <a:rPr lang="en-IN" sz="2265" dirty="0"/>
              <a:t>A, S, O, D, F, T are members of a family consisting of 3 men and 3 women, among whom there are two married couples. We also know that:</a:t>
            </a:r>
            <a:endParaRPr lang="en-IN" sz="2265" dirty="0"/>
          </a:p>
          <a:p>
            <a:pPr algn="just">
              <a:lnSpc>
                <a:spcPct val="112000"/>
              </a:lnSpc>
              <a:spcBef>
                <a:spcPts val="200"/>
              </a:spcBef>
              <a:spcAft>
                <a:spcPts val="200"/>
              </a:spcAft>
              <a:tabLst>
                <a:tab pos="444500" algn="l"/>
              </a:tabLst>
            </a:pPr>
            <a:r>
              <a:rPr lang="en-IN" sz="2265" dirty="0"/>
              <a:t>(i)	O is the son of S.</a:t>
            </a:r>
            <a:endParaRPr lang="en-IN" sz="2265" dirty="0"/>
          </a:p>
          <a:p>
            <a:pPr algn="just">
              <a:lnSpc>
                <a:spcPct val="112000"/>
              </a:lnSpc>
              <a:spcBef>
                <a:spcPts val="200"/>
              </a:spcBef>
              <a:spcAft>
                <a:spcPts val="200"/>
              </a:spcAft>
              <a:tabLst>
                <a:tab pos="444500" algn="l"/>
              </a:tabLst>
            </a:pPr>
            <a:r>
              <a:rPr lang="en-IN" sz="2265" dirty="0"/>
              <a:t>(ii)	T is the daughter of D.</a:t>
            </a:r>
            <a:endParaRPr lang="en-IN" sz="2265" dirty="0"/>
          </a:p>
          <a:p>
            <a:pPr algn="just">
              <a:lnSpc>
                <a:spcPct val="112000"/>
              </a:lnSpc>
              <a:spcBef>
                <a:spcPts val="200"/>
              </a:spcBef>
              <a:spcAft>
                <a:spcPts val="200"/>
              </a:spcAft>
              <a:tabLst>
                <a:tab pos="444500" algn="l"/>
              </a:tabLst>
            </a:pPr>
            <a:r>
              <a:rPr lang="en-IN" sz="2265" dirty="0"/>
              <a:t>(iii)	F is the grandson of A.</a:t>
            </a:r>
            <a:endParaRPr lang="en-IN" sz="2265" dirty="0"/>
          </a:p>
          <a:p>
            <a:pPr algn="just">
              <a:lnSpc>
                <a:spcPct val="112000"/>
              </a:lnSpc>
              <a:spcBef>
                <a:spcPts val="200"/>
              </a:spcBef>
              <a:spcAft>
                <a:spcPts val="200"/>
              </a:spcAft>
              <a:tabLst>
                <a:tab pos="444500" algn="l"/>
              </a:tabLst>
            </a:pPr>
            <a:r>
              <a:rPr lang="en-IN" sz="2265" dirty="0"/>
              <a:t>(iv)	D is the mother of a girl and a boy.</a:t>
            </a:r>
            <a:endParaRPr lang="en-IN" sz="2265" dirty="0"/>
          </a:p>
          <a:p>
            <a:pPr algn="just">
              <a:lnSpc>
                <a:spcPct val="112000"/>
              </a:lnSpc>
              <a:spcBef>
                <a:spcPts val="200"/>
              </a:spcBef>
              <a:spcAft>
                <a:spcPts val="200"/>
              </a:spcAft>
              <a:tabLst>
                <a:tab pos="444500" algn="l"/>
              </a:tabLst>
            </a:pPr>
            <a:r>
              <a:rPr lang="en-IN" sz="2265" dirty="0"/>
              <a:t>(v)	S is not the father of O.</a:t>
            </a:r>
            <a:endParaRPr lang="en-IN" sz="2265" dirty="0"/>
          </a:p>
          <a:p>
            <a:pPr algn="just">
              <a:lnSpc>
                <a:spcPct val="112000"/>
              </a:lnSpc>
              <a:spcBef>
                <a:spcPts val="200"/>
              </a:spcBef>
              <a:spcAft>
                <a:spcPts val="200"/>
              </a:spcAft>
              <a:tabLst>
                <a:tab pos="444500" algn="l"/>
              </a:tabLst>
            </a:pPr>
            <a:r>
              <a:rPr lang="en-IN" sz="2265" dirty="0"/>
              <a:t>(vi)	All the relationships mentioned above are between these six persons only.</a:t>
            </a:r>
            <a:endParaRPr lang="en-IN" sz="2265" dirty="0"/>
          </a:p>
          <a:p>
            <a:pPr marL="467995" indent="-467995" algn="just">
              <a:lnSpc>
                <a:spcPct val="112000"/>
              </a:lnSpc>
              <a:spcBef>
                <a:spcPts val="200"/>
              </a:spcBef>
              <a:spcAft>
                <a:spcPts val="200"/>
              </a:spcAft>
            </a:pPr>
            <a:r>
              <a:rPr lang="en-IN" sz="2265" dirty="0"/>
              <a:t>43.	A’s wife is</a:t>
            </a:r>
            <a:endParaRPr lang="en-IN" sz="2265" dirty="0"/>
          </a:p>
          <a:p>
            <a:pPr marL="467995" indent="-467995" algn="just">
              <a:lnSpc>
                <a:spcPct val="112000"/>
              </a:lnSpc>
              <a:spcBef>
                <a:spcPts val="200"/>
              </a:spcBef>
              <a:spcAft>
                <a:spcPts val="200"/>
              </a:spcAft>
            </a:pPr>
            <a:r>
              <a:rPr lang="en-IN" sz="2265" dirty="0"/>
              <a:t>	(a) D	(b) T		(c) S		(d) None of these</a:t>
            </a:r>
            <a:endParaRPr lang="en-IN" sz="2265" dirty="0"/>
          </a:p>
        </p:txBody>
      </p:sp>
    </p:spTree>
  </p:cSld>
  <p:clrMapOvr>
    <a:masterClrMapping/>
  </p:clrMapOvr>
  <p:transition spd="slow">
    <p:fade/>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63" name="Rectangle 4"/>
          <p:cNvSpPr/>
          <p:nvPr/>
        </p:nvSpPr>
        <p:spPr>
          <a:xfrm>
            <a:off x="62230" y="1771650"/>
            <a:ext cx="10769600" cy="5246370"/>
          </a:xfrm>
          <a:prstGeom prst="rect">
            <a:avLst/>
          </a:prstGeom>
        </p:spPr>
        <p:txBody>
          <a:bodyPr wrap="square">
            <a:spAutoFit/>
          </a:bodyPr>
          <a:lstStyle/>
          <a:p>
            <a:pPr algn="just">
              <a:lnSpc>
                <a:spcPct val="112000"/>
              </a:lnSpc>
              <a:spcBef>
                <a:spcPts val="200"/>
              </a:spcBef>
              <a:spcAft>
                <a:spcPts val="200"/>
              </a:spcAft>
            </a:pPr>
            <a:r>
              <a:rPr lang="en-IN" sz="2265" b="1" dirty="0"/>
              <a:t>Directions for Q41 to Q44:</a:t>
            </a:r>
            <a:r>
              <a:rPr lang="en-IN" sz="2265" dirty="0"/>
              <a:t> There are 4 questions based on the same puzzle. Answer the questions based on the given information:</a:t>
            </a:r>
            <a:endParaRPr lang="en-IN" sz="2265" dirty="0"/>
          </a:p>
          <a:p>
            <a:pPr algn="just">
              <a:lnSpc>
                <a:spcPct val="112000"/>
              </a:lnSpc>
              <a:spcBef>
                <a:spcPts val="200"/>
              </a:spcBef>
              <a:spcAft>
                <a:spcPts val="200"/>
              </a:spcAft>
            </a:pPr>
            <a:r>
              <a:rPr lang="en-IN" sz="2265" dirty="0"/>
              <a:t>A, S, O, D, F, T are members of a family consisting of 3 men and 3 women, among whom there are two married couples. We also know that:</a:t>
            </a:r>
            <a:endParaRPr lang="en-IN" sz="2265" dirty="0"/>
          </a:p>
          <a:p>
            <a:pPr algn="just">
              <a:lnSpc>
                <a:spcPct val="112000"/>
              </a:lnSpc>
              <a:spcBef>
                <a:spcPts val="200"/>
              </a:spcBef>
              <a:spcAft>
                <a:spcPts val="200"/>
              </a:spcAft>
              <a:tabLst>
                <a:tab pos="444500" algn="l"/>
              </a:tabLst>
            </a:pPr>
            <a:r>
              <a:rPr lang="en-IN" sz="2265" dirty="0"/>
              <a:t>(i)	O is the son of S.</a:t>
            </a:r>
            <a:endParaRPr lang="en-IN" sz="2265" dirty="0"/>
          </a:p>
          <a:p>
            <a:pPr algn="just">
              <a:lnSpc>
                <a:spcPct val="112000"/>
              </a:lnSpc>
              <a:spcBef>
                <a:spcPts val="200"/>
              </a:spcBef>
              <a:spcAft>
                <a:spcPts val="200"/>
              </a:spcAft>
              <a:tabLst>
                <a:tab pos="444500" algn="l"/>
              </a:tabLst>
            </a:pPr>
            <a:r>
              <a:rPr lang="en-IN" sz="2265" dirty="0"/>
              <a:t>(ii)	T is the daughter of D.</a:t>
            </a:r>
            <a:endParaRPr lang="en-IN" sz="2265" dirty="0"/>
          </a:p>
          <a:p>
            <a:pPr algn="just">
              <a:lnSpc>
                <a:spcPct val="112000"/>
              </a:lnSpc>
              <a:spcBef>
                <a:spcPts val="200"/>
              </a:spcBef>
              <a:spcAft>
                <a:spcPts val="200"/>
              </a:spcAft>
              <a:tabLst>
                <a:tab pos="444500" algn="l"/>
              </a:tabLst>
            </a:pPr>
            <a:r>
              <a:rPr lang="en-IN" sz="2265" dirty="0"/>
              <a:t>(iii)	F is the grandson of A.</a:t>
            </a:r>
            <a:endParaRPr lang="en-IN" sz="2265" dirty="0"/>
          </a:p>
          <a:p>
            <a:pPr algn="just">
              <a:lnSpc>
                <a:spcPct val="112000"/>
              </a:lnSpc>
              <a:spcBef>
                <a:spcPts val="200"/>
              </a:spcBef>
              <a:spcAft>
                <a:spcPts val="200"/>
              </a:spcAft>
              <a:tabLst>
                <a:tab pos="444500" algn="l"/>
              </a:tabLst>
            </a:pPr>
            <a:r>
              <a:rPr lang="en-IN" sz="2265" dirty="0"/>
              <a:t>(iv)	D is the mother of a girl and a boy.</a:t>
            </a:r>
            <a:endParaRPr lang="en-IN" sz="2265" dirty="0"/>
          </a:p>
          <a:p>
            <a:pPr algn="just">
              <a:lnSpc>
                <a:spcPct val="112000"/>
              </a:lnSpc>
              <a:spcBef>
                <a:spcPts val="200"/>
              </a:spcBef>
              <a:spcAft>
                <a:spcPts val="200"/>
              </a:spcAft>
              <a:tabLst>
                <a:tab pos="444500" algn="l"/>
              </a:tabLst>
            </a:pPr>
            <a:r>
              <a:rPr lang="en-IN" sz="2265" dirty="0"/>
              <a:t>(v)	S is not the father of O.</a:t>
            </a:r>
            <a:endParaRPr lang="en-IN" sz="2265" dirty="0"/>
          </a:p>
          <a:p>
            <a:pPr algn="just">
              <a:lnSpc>
                <a:spcPct val="112000"/>
              </a:lnSpc>
              <a:spcBef>
                <a:spcPts val="200"/>
              </a:spcBef>
              <a:spcAft>
                <a:spcPts val="200"/>
              </a:spcAft>
              <a:tabLst>
                <a:tab pos="444500" algn="l"/>
              </a:tabLst>
            </a:pPr>
            <a:r>
              <a:rPr lang="en-IN" sz="2265" dirty="0"/>
              <a:t>(vi)	All the relationships mentioned above are between these six persons only.</a:t>
            </a:r>
            <a:endParaRPr lang="en-IN" sz="2265" dirty="0"/>
          </a:p>
          <a:p>
            <a:pPr marL="467995" indent="-467995" algn="just">
              <a:lnSpc>
                <a:spcPct val="112000"/>
              </a:lnSpc>
              <a:spcBef>
                <a:spcPts val="200"/>
              </a:spcBef>
              <a:spcAft>
                <a:spcPts val="200"/>
              </a:spcAft>
            </a:pPr>
            <a:r>
              <a:rPr lang="en-IN" sz="2265" dirty="0"/>
              <a:t>44.	T’s grandmother is</a:t>
            </a:r>
            <a:endParaRPr lang="en-IN" sz="2265" dirty="0"/>
          </a:p>
          <a:p>
            <a:pPr marL="467995" indent="-467995" algn="just">
              <a:lnSpc>
                <a:spcPct val="112000"/>
              </a:lnSpc>
              <a:spcBef>
                <a:spcPts val="200"/>
              </a:spcBef>
              <a:spcAft>
                <a:spcPts val="200"/>
              </a:spcAft>
            </a:pPr>
            <a:r>
              <a:rPr lang="en-IN" sz="2265" dirty="0"/>
              <a:t>	(a) D		(b) A		(c) S		(d) F’s mother</a:t>
            </a:r>
            <a:endParaRPr lang="en-IN" sz="2265" dirty="0"/>
          </a:p>
        </p:txBody>
      </p:sp>
    </p:spTree>
  </p:cSld>
  <p:clrMapOvr>
    <a:masterClrMapping/>
  </p:clrMapOvr>
  <p:transition spd="slow">
    <p:fade/>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67" name="Rectangle 4"/>
          <p:cNvSpPr/>
          <p:nvPr/>
        </p:nvSpPr>
        <p:spPr>
          <a:xfrm>
            <a:off x="113030" y="1741170"/>
            <a:ext cx="10769600" cy="5050790"/>
          </a:xfrm>
          <a:prstGeom prst="rect">
            <a:avLst/>
          </a:prstGeom>
        </p:spPr>
        <p:txBody>
          <a:bodyPr wrap="square">
            <a:spAutoFit/>
          </a:bodyPr>
          <a:lstStyle/>
          <a:p>
            <a:pPr marL="467995" indent="-467995" algn="just">
              <a:lnSpc>
                <a:spcPct val="112000"/>
              </a:lnSpc>
              <a:spcBef>
                <a:spcPts val="200"/>
              </a:spcBef>
              <a:spcAft>
                <a:spcPts val="200"/>
              </a:spcAft>
            </a:pPr>
            <a:r>
              <a:rPr lang="en-IN" sz="2400" dirty="0"/>
              <a:t>45.	The question consists of a problem question followed by two statements I and II. Find out if the information given in the statements(s) is sufficient in finding the solution to the problem.</a:t>
            </a:r>
            <a:endParaRPr lang="en-IN" sz="2400" dirty="0"/>
          </a:p>
          <a:p>
            <a:pPr marL="467995" indent="-467995" algn="just">
              <a:lnSpc>
                <a:spcPct val="112000"/>
              </a:lnSpc>
              <a:spcBef>
                <a:spcPts val="200"/>
              </a:spcBef>
              <a:spcAft>
                <a:spcPts val="200"/>
              </a:spcAft>
            </a:pPr>
            <a:r>
              <a:rPr lang="en-IN" sz="2400" dirty="0"/>
              <a:t>	How many daughters does A have?</a:t>
            </a:r>
            <a:endParaRPr lang="en-IN" sz="2400" dirty="0"/>
          </a:p>
          <a:p>
            <a:pPr marL="467995" indent="-467995" algn="just">
              <a:lnSpc>
                <a:spcPct val="112000"/>
              </a:lnSpc>
              <a:spcBef>
                <a:spcPts val="200"/>
              </a:spcBef>
              <a:spcAft>
                <a:spcPts val="200"/>
              </a:spcAft>
            </a:pPr>
            <a:r>
              <a:rPr lang="en-IN" sz="2400" dirty="0"/>
              <a:t>	Statements:</a:t>
            </a:r>
            <a:endParaRPr lang="en-IN" sz="2400" dirty="0"/>
          </a:p>
          <a:p>
            <a:pPr marL="467995" indent="-467995" algn="just">
              <a:lnSpc>
                <a:spcPct val="112000"/>
              </a:lnSpc>
              <a:spcBef>
                <a:spcPts val="200"/>
              </a:spcBef>
              <a:spcAft>
                <a:spcPts val="200"/>
              </a:spcAft>
            </a:pPr>
            <a:r>
              <a:rPr lang="en-IN" sz="2400" dirty="0"/>
              <a:t>	I. A’s wife has four sons: P, Q, R and S.</a:t>
            </a:r>
            <a:endParaRPr lang="en-IN" sz="2400" dirty="0"/>
          </a:p>
          <a:p>
            <a:pPr marL="467995" indent="-467995" algn="just">
              <a:lnSpc>
                <a:spcPct val="112000"/>
              </a:lnSpc>
              <a:spcBef>
                <a:spcPts val="200"/>
              </a:spcBef>
              <a:spcAft>
                <a:spcPts val="200"/>
              </a:spcAft>
            </a:pPr>
            <a:r>
              <a:rPr lang="en-IN" sz="2400" dirty="0"/>
              <a:t>	II. S has one sister.</a:t>
            </a:r>
            <a:endParaRPr lang="en-IN" sz="2400" dirty="0"/>
          </a:p>
          <a:p>
            <a:pPr marL="467995" indent="-467995" algn="just">
              <a:lnSpc>
                <a:spcPct val="112000"/>
              </a:lnSpc>
              <a:spcBef>
                <a:spcPts val="200"/>
              </a:spcBef>
              <a:spcAft>
                <a:spcPts val="200"/>
              </a:spcAft>
            </a:pPr>
            <a:r>
              <a:rPr lang="en-IN" sz="2400" dirty="0"/>
              <a:t>	(a) Statement I alone is sufficient.</a:t>
            </a:r>
            <a:endParaRPr lang="en-IN" sz="2400" dirty="0"/>
          </a:p>
          <a:p>
            <a:pPr marL="467995" indent="-467995" algn="just">
              <a:lnSpc>
                <a:spcPct val="112000"/>
              </a:lnSpc>
              <a:spcBef>
                <a:spcPts val="200"/>
              </a:spcBef>
              <a:spcAft>
                <a:spcPts val="200"/>
              </a:spcAft>
            </a:pPr>
            <a:r>
              <a:rPr lang="en-IN" sz="2400" dirty="0"/>
              <a:t>	(b) Statement it alone is sufficient.</a:t>
            </a:r>
            <a:endParaRPr lang="en-IN" sz="2400" dirty="0"/>
          </a:p>
          <a:p>
            <a:pPr marL="467995" indent="-467995" algn="just">
              <a:lnSpc>
                <a:spcPct val="112000"/>
              </a:lnSpc>
              <a:spcBef>
                <a:spcPts val="200"/>
              </a:spcBef>
              <a:spcAft>
                <a:spcPts val="200"/>
              </a:spcAft>
            </a:pPr>
            <a:r>
              <a:rPr lang="en-IN" sz="2400" dirty="0"/>
              <a:t>	(c) Both statements put together are sufficient.</a:t>
            </a:r>
            <a:endParaRPr lang="en-IN" sz="2400" dirty="0"/>
          </a:p>
          <a:p>
            <a:pPr marL="467995" indent="-467995" algn="just">
              <a:lnSpc>
                <a:spcPct val="112000"/>
              </a:lnSpc>
              <a:spcBef>
                <a:spcPts val="200"/>
              </a:spcBef>
              <a:spcAft>
                <a:spcPts val="200"/>
              </a:spcAft>
            </a:pPr>
            <a:r>
              <a:rPr lang="en-IN" sz="2400" dirty="0"/>
              <a:t>	(d) Both the statements even put together are not sufficient.</a:t>
            </a:r>
            <a:endParaRPr lang="en-IN" sz="2400" dirty="0"/>
          </a:p>
        </p:txBody>
      </p:sp>
    </p:spTree>
  </p:cSld>
  <p:clrMapOvr>
    <a:masterClrMapping/>
  </p:clrMapOvr>
  <p:transition spd="slow">
    <p:fade/>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71" name="Rectangle 4"/>
          <p:cNvSpPr/>
          <p:nvPr/>
        </p:nvSpPr>
        <p:spPr>
          <a:xfrm>
            <a:off x="254635" y="1437005"/>
            <a:ext cx="10769600" cy="5515610"/>
          </a:xfrm>
          <a:prstGeom prst="rect">
            <a:avLst/>
          </a:prstGeom>
        </p:spPr>
        <p:txBody>
          <a:bodyPr wrap="square">
            <a:spAutoFit/>
          </a:bodyPr>
          <a:lstStyle/>
          <a:p>
            <a:pPr marL="467995" indent="-467995" algn="just">
              <a:lnSpc>
                <a:spcPct val="112000"/>
              </a:lnSpc>
              <a:spcBef>
                <a:spcPts val="200"/>
              </a:spcBef>
              <a:spcAft>
                <a:spcPts val="200"/>
              </a:spcAft>
            </a:pPr>
            <a:r>
              <a:rPr lang="en-IN" sz="2400" dirty="0"/>
              <a:t>46.	The question consists of a problem question followed by two statements I and II. Find out if the information given in the statements(s) is sufficient in finding the solution to the problem.</a:t>
            </a:r>
            <a:endParaRPr lang="en-IN" sz="2400" dirty="0"/>
          </a:p>
          <a:p>
            <a:pPr marL="467995" indent="-467995" algn="just">
              <a:lnSpc>
                <a:spcPct val="112000"/>
              </a:lnSpc>
              <a:spcBef>
                <a:spcPts val="200"/>
              </a:spcBef>
              <a:spcAft>
                <a:spcPts val="200"/>
              </a:spcAft>
            </a:pPr>
            <a:r>
              <a:rPr lang="en-IN" sz="2400" dirty="0"/>
              <a:t>	Is </a:t>
            </a:r>
            <a:r>
              <a:rPr lang="en-IN" sz="2400" dirty="0" err="1"/>
              <a:t>Raju</a:t>
            </a:r>
            <a:r>
              <a:rPr lang="en-IN" sz="2400" dirty="0"/>
              <a:t> taller than </a:t>
            </a:r>
            <a:r>
              <a:rPr lang="en-IN" sz="2400" dirty="0" err="1"/>
              <a:t>Saroj</a:t>
            </a:r>
            <a:r>
              <a:rPr lang="en-IN" sz="2400" dirty="0"/>
              <a:t>?</a:t>
            </a:r>
            <a:endParaRPr lang="en-IN" sz="2400" dirty="0"/>
          </a:p>
          <a:p>
            <a:pPr marL="467995" indent="-467995" algn="just">
              <a:lnSpc>
                <a:spcPct val="112000"/>
              </a:lnSpc>
              <a:spcBef>
                <a:spcPts val="200"/>
              </a:spcBef>
              <a:spcAft>
                <a:spcPts val="200"/>
              </a:spcAft>
            </a:pPr>
            <a:r>
              <a:rPr lang="en-IN" sz="2400" dirty="0"/>
              <a:t>	Statements:</a:t>
            </a:r>
            <a:endParaRPr lang="en-IN" sz="2400" dirty="0"/>
          </a:p>
          <a:p>
            <a:pPr marL="467995" indent="-467995" algn="just">
              <a:lnSpc>
                <a:spcPct val="112000"/>
              </a:lnSpc>
              <a:spcBef>
                <a:spcPts val="200"/>
              </a:spcBef>
              <a:spcAft>
                <a:spcPts val="200"/>
              </a:spcAft>
            </a:pPr>
            <a:r>
              <a:rPr lang="en-IN" sz="2400" dirty="0"/>
              <a:t>	I. </a:t>
            </a:r>
            <a:r>
              <a:rPr lang="en-IN" sz="2400" dirty="0" err="1"/>
              <a:t>Rakesh</a:t>
            </a:r>
            <a:r>
              <a:rPr lang="en-IN" sz="2400" dirty="0"/>
              <a:t> is of the same height as </a:t>
            </a:r>
            <a:r>
              <a:rPr lang="en-IN" sz="2400" dirty="0" err="1"/>
              <a:t>Raju</a:t>
            </a:r>
            <a:r>
              <a:rPr lang="en-IN" sz="2400" dirty="0"/>
              <a:t> and </a:t>
            </a:r>
            <a:r>
              <a:rPr lang="en-IN" sz="2400" dirty="0" err="1"/>
              <a:t>Saroj</a:t>
            </a:r>
            <a:r>
              <a:rPr lang="en-IN" sz="2400" dirty="0"/>
              <a:t>.</a:t>
            </a:r>
            <a:endParaRPr lang="en-IN" sz="2400" dirty="0"/>
          </a:p>
          <a:p>
            <a:pPr marL="467995" indent="-467995" algn="just">
              <a:lnSpc>
                <a:spcPct val="112000"/>
              </a:lnSpc>
              <a:spcBef>
                <a:spcPts val="200"/>
              </a:spcBef>
              <a:spcAft>
                <a:spcPts val="200"/>
              </a:spcAft>
            </a:pPr>
            <a:r>
              <a:rPr lang="en-IN" sz="2400" dirty="0"/>
              <a:t>	II. </a:t>
            </a:r>
            <a:r>
              <a:rPr lang="en-IN" sz="2400" dirty="0" err="1"/>
              <a:t>Saroj</a:t>
            </a:r>
            <a:r>
              <a:rPr lang="en-IN" sz="2400" dirty="0"/>
              <a:t> is shorter than </a:t>
            </a:r>
            <a:r>
              <a:rPr lang="en-IN" sz="2400" dirty="0" err="1"/>
              <a:t>Rakesh</a:t>
            </a:r>
            <a:r>
              <a:rPr lang="en-IN" sz="2400" dirty="0"/>
              <a:t>.</a:t>
            </a:r>
            <a:endParaRPr lang="en-IN" sz="2400" dirty="0"/>
          </a:p>
          <a:p>
            <a:pPr marL="467995" indent="-467995" algn="just">
              <a:lnSpc>
                <a:spcPct val="112000"/>
              </a:lnSpc>
              <a:spcBef>
                <a:spcPts val="200"/>
              </a:spcBef>
              <a:spcAft>
                <a:spcPts val="200"/>
              </a:spcAft>
            </a:pPr>
            <a:r>
              <a:rPr lang="en-IN" sz="2400" dirty="0"/>
              <a:t>	(a) Statement I alone is sufficient.</a:t>
            </a:r>
            <a:endParaRPr lang="en-IN" sz="2400" dirty="0"/>
          </a:p>
          <a:p>
            <a:pPr marL="467995" indent="-467995" algn="just">
              <a:lnSpc>
                <a:spcPct val="112000"/>
              </a:lnSpc>
              <a:spcBef>
                <a:spcPts val="200"/>
              </a:spcBef>
              <a:spcAft>
                <a:spcPts val="200"/>
              </a:spcAft>
            </a:pPr>
            <a:r>
              <a:rPr lang="en-IN" sz="2400" dirty="0"/>
              <a:t>	(b) Statement II alone is sufficient</a:t>
            </a:r>
            <a:endParaRPr lang="en-IN" sz="2400" dirty="0"/>
          </a:p>
          <a:p>
            <a:pPr marL="467995" indent="-467995" algn="just">
              <a:lnSpc>
                <a:spcPct val="112000"/>
              </a:lnSpc>
              <a:spcBef>
                <a:spcPts val="200"/>
              </a:spcBef>
              <a:spcAft>
                <a:spcPts val="200"/>
              </a:spcAft>
            </a:pPr>
            <a:r>
              <a:rPr lang="en-IN" sz="2400" dirty="0"/>
              <a:t>	(c) Both statements put together are sufficient</a:t>
            </a:r>
            <a:endParaRPr lang="en-IN" sz="2400" dirty="0"/>
          </a:p>
          <a:p>
            <a:pPr marL="467995" indent="-467995" algn="just">
              <a:lnSpc>
                <a:spcPct val="112000"/>
              </a:lnSpc>
              <a:spcBef>
                <a:spcPts val="200"/>
              </a:spcBef>
              <a:spcAft>
                <a:spcPts val="200"/>
              </a:spcAft>
            </a:pPr>
            <a:r>
              <a:rPr lang="en-IN" sz="2400" dirty="0"/>
              <a:t>	(d) Both the statements even put together are not sufficient</a:t>
            </a:r>
            <a:endParaRPr lang="en-IN" sz="2400" dirty="0"/>
          </a:p>
          <a:p>
            <a:pPr marL="467995" indent="-467995" algn="just">
              <a:lnSpc>
                <a:spcPct val="112000"/>
              </a:lnSpc>
              <a:spcBef>
                <a:spcPts val="200"/>
              </a:spcBef>
              <a:spcAft>
                <a:spcPts val="200"/>
              </a:spcAft>
            </a:pPr>
            <a:r>
              <a:rPr lang="en-IN" sz="2400" dirty="0"/>
              <a:t>	(e) Either of the statements is sufficient.</a:t>
            </a:r>
            <a:endParaRPr lang="en-IN" sz="2400" dirty="0"/>
          </a:p>
        </p:txBody>
      </p:sp>
    </p:spTree>
  </p:cSld>
  <p:clrMapOvr>
    <a:masterClrMapping/>
  </p:clrMapOvr>
  <p:transition spd="slow">
    <p:fade/>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75" name="Rectangle 4"/>
          <p:cNvSpPr/>
          <p:nvPr/>
        </p:nvSpPr>
        <p:spPr>
          <a:xfrm>
            <a:off x="143510" y="1558290"/>
            <a:ext cx="10769600" cy="4799965"/>
          </a:xfrm>
          <a:prstGeom prst="rect">
            <a:avLst/>
          </a:prstGeom>
        </p:spPr>
        <p:txBody>
          <a:bodyPr wrap="square">
            <a:spAutoFit/>
          </a:bodyPr>
          <a:lstStyle/>
          <a:p>
            <a:pPr marL="467995" indent="-467995" algn="just">
              <a:lnSpc>
                <a:spcPct val="110000"/>
              </a:lnSpc>
              <a:spcBef>
                <a:spcPts val="100"/>
              </a:spcBef>
              <a:spcAft>
                <a:spcPts val="100"/>
              </a:spcAft>
              <a:buAutoNum type="arabicPeriod" startAt="47"/>
            </a:pPr>
            <a:r>
              <a:rPr lang="en-IN" sz="2000" dirty="0" smtClean="0"/>
              <a:t>What </a:t>
            </a:r>
            <a:r>
              <a:rPr lang="en-IN" sz="2000" dirty="0"/>
              <a:t>day is the fourteenth of a given month? </a:t>
            </a:r>
            <a:endParaRPr lang="en-IN" sz="2000" dirty="0" smtClean="0"/>
          </a:p>
          <a:p>
            <a:pPr algn="just">
              <a:lnSpc>
                <a:spcPct val="110000"/>
              </a:lnSpc>
              <a:spcBef>
                <a:spcPts val="100"/>
              </a:spcBef>
              <a:spcAft>
                <a:spcPts val="100"/>
              </a:spcAft>
            </a:pPr>
            <a:r>
              <a:rPr lang="en-IN" sz="2000" dirty="0" smtClean="0"/>
              <a:t>(I)The </a:t>
            </a:r>
            <a:r>
              <a:rPr lang="en-IN" sz="2000" dirty="0"/>
              <a:t>last day of the month is a Wednesday. </a:t>
            </a:r>
            <a:endParaRPr lang="en-IN" sz="2000" dirty="0" smtClean="0"/>
          </a:p>
          <a:p>
            <a:pPr algn="just">
              <a:lnSpc>
                <a:spcPct val="110000"/>
              </a:lnSpc>
              <a:spcBef>
                <a:spcPts val="100"/>
              </a:spcBef>
              <a:spcAft>
                <a:spcPts val="100"/>
              </a:spcAft>
            </a:pPr>
            <a:r>
              <a:rPr lang="en-IN" sz="2000" dirty="0" smtClean="0"/>
              <a:t>(II)The </a:t>
            </a:r>
            <a:r>
              <a:rPr lang="en-IN" sz="2000" dirty="0"/>
              <a:t>third Saturday of the month was seventeenth.</a:t>
            </a:r>
            <a:endParaRPr lang="en-IN" sz="2000" dirty="0"/>
          </a:p>
          <a:p>
            <a:pPr marL="467995" indent="-467995" algn="just">
              <a:lnSpc>
                <a:spcPct val="110000"/>
              </a:lnSpc>
              <a:spcBef>
                <a:spcPts val="100"/>
              </a:spcBef>
              <a:spcAft>
                <a:spcPts val="100"/>
              </a:spcAft>
            </a:pPr>
            <a:r>
              <a:rPr lang="en-IN" sz="2000" dirty="0"/>
              <a:t>	</a:t>
            </a:r>
            <a:endParaRPr lang="en-IN" sz="2000" dirty="0" smtClean="0"/>
          </a:p>
          <a:p>
            <a:pPr marL="467995" indent="-467995" algn="just">
              <a:lnSpc>
                <a:spcPct val="110000"/>
              </a:lnSpc>
              <a:spcBef>
                <a:spcPts val="100"/>
              </a:spcBef>
              <a:spcAft>
                <a:spcPts val="100"/>
              </a:spcAft>
            </a:pPr>
            <a:r>
              <a:rPr lang="en-IN" sz="2000" dirty="0" smtClean="0"/>
              <a:t>(</a:t>
            </a:r>
            <a:r>
              <a:rPr lang="en-IN" sz="2000" dirty="0"/>
              <a:t>a) if the data in statement I alone are sufficient to answer the </a:t>
            </a:r>
            <a:r>
              <a:rPr lang="en-IN" sz="2000" dirty="0" smtClean="0"/>
              <a:t>question</a:t>
            </a:r>
            <a:r>
              <a:rPr lang="en-IN" sz="2000" dirty="0"/>
              <a:t>;</a:t>
            </a:r>
            <a:endParaRPr lang="en-IN" sz="2000" dirty="0"/>
          </a:p>
          <a:p>
            <a:pPr marL="467995" indent="-467995" algn="just">
              <a:lnSpc>
                <a:spcPct val="110000"/>
              </a:lnSpc>
              <a:spcBef>
                <a:spcPts val="100"/>
              </a:spcBef>
              <a:spcAft>
                <a:spcPts val="100"/>
              </a:spcAft>
            </a:pPr>
            <a:r>
              <a:rPr lang="en-IN" sz="2000" dirty="0"/>
              <a:t>	</a:t>
            </a:r>
            <a:endParaRPr lang="en-IN" sz="2000" dirty="0" smtClean="0"/>
          </a:p>
          <a:p>
            <a:pPr marL="467995" indent="-467995" algn="just">
              <a:lnSpc>
                <a:spcPct val="110000"/>
              </a:lnSpc>
              <a:spcBef>
                <a:spcPts val="100"/>
              </a:spcBef>
              <a:spcAft>
                <a:spcPts val="100"/>
              </a:spcAft>
            </a:pPr>
            <a:r>
              <a:rPr lang="en-IN" sz="2000" dirty="0" smtClean="0"/>
              <a:t>(b</a:t>
            </a:r>
            <a:r>
              <a:rPr lang="en-IN" sz="2000" dirty="0"/>
              <a:t>) if the data in statement II alone are sufficient to answer the </a:t>
            </a:r>
            <a:r>
              <a:rPr lang="en-IN" sz="2000" dirty="0" smtClean="0"/>
              <a:t>question</a:t>
            </a:r>
            <a:r>
              <a:rPr lang="en-IN" sz="2000" dirty="0"/>
              <a:t>;</a:t>
            </a:r>
            <a:endParaRPr lang="en-IN" sz="2000" dirty="0"/>
          </a:p>
          <a:p>
            <a:pPr marL="467995" indent="-467995" algn="just">
              <a:lnSpc>
                <a:spcPct val="110000"/>
              </a:lnSpc>
              <a:spcBef>
                <a:spcPts val="100"/>
              </a:spcBef>
              <a:spcAft>
                <a:spcPts val="100"/>
              </a:spcAft>
            </a:pPr>
            <a:r>
              <a:rPr lang="en-IN" sz="2000" dirty="0"/>
              <a:t>	</a:t>
            </a:r>
            <a:endParaRPr lang="en-IN" sz="2000" dirty="0" smtClean="0"/>
          </a:p>
          <a:p>
            <a:pPr marL="467995" indent="-467995" algn="just">
              <a:lnSpc>
                <a:spcPct val="110000"/>
              </a:lnSpc>
              <a:spcBef>
                <a:spcPts val="100"/>
              </a:spcBef>
              <a:spcAft>
                <a:spcPts val="100"/>
              </a:spcAft>
            </a:pPr>
            <a:r>
              <a:rPr lang="en-IN" sz="2000" dirty="0" smtClean="0"/>
              <a:t>(</a:t>
            </a:r>
            <a:r>
              <a:rPr lang="en-IN" sz="2000" dirty="0"/>
              <a:t>c) if the data either in I or II alone are sufficient to answer the </a:t>
            </a:r>
            <a:r>
              <a:rPr lang="en-IN" sz="2000" dirty="0" smtClean="0"/>
              <a:t>question</a:t>
            </a:r>
            <a:r>
              <a:rPr lang="en-IN" sz="2000" dirty="0"/>
              <a:t>;</a:t>
            </a:r>
            <a:endParaRPr lang="en-IN" sz="2000" dirty="0"/>
          </a:p>
          <a:p>
            <a:pPr marL="467995" indent="-467995" algn="just">
              <a:lnSpc>
                <a:spcPct val="110000"/>
              </a:lnSpc>
              <a:spcBef>
                <a:spcPts val="100"/>
              </a:spcBef>
              <a:spcAft>
                <a:spcPts val="100"/>
              </a:spcAft>
            </a:pPr>
            <a:r>
              <a:rPr lang="en-IN" sz="2000" dirty="0"/>
              <a:t>	</a:t>
            </a:r>
            <a:endParaRPr lang="en-IN" sz="2000" dirty="0" smtClean="0"/>
          </a:p>
          <a:p>
            <a:pPr marL="467995" indent="-467995" algn="just">
              <a:lnSpc>
                <a:spcPct val="110000"/>
              </a:lnSpc>
              <a:spcBef>
                <a:spcPts val="100"/>
              </a:spcBef>
              <a:spcAft>
                <a:spcPts val="100"/>
              </a:spcAft>
            </a:pPr>
            <a:r>
              <a:rPr lang="en-IN" sz="2000" dirty="0" smtClean="0"/>
              <a:t>(</a:t>
            </a:r>
            <a:r>
              <a:rPr lang="en-IN" sz="2000" dirty="0"/>
              <a:t>d) if the data even in both the statement together are not </a:t>
            </a:r>
            <a:r>
              <a:rPr lang="en-IN" sz="2000" dirty="0" smtClean="0"/>
              <a:t>sufficient </a:t>
            </a:r>
            <a:r>
              <a:rPr lang="en-IN" sz="2000" dirty="0"/>
              <a:t>to answer the question;</a:t>
            </a:r>
            <a:endParaRPr lang="en-IN" sz="2000" dirty="0"/>
          </a:p>
          <a:p>
            <a:pPr marL="467995" indent="-467995" algn="just">
              <a:lnSpc>
                <a:spcPct val="110000"/>
              </a:lnSpc>
              <a:spcBef>
                <a:spcPts val="100"/>
              </a:spcBef>
              <a:spcAft>
                <a:spcPts val="100"/>
              </a:spcAft>
            </a:pPr>
            <a:r>
              <a:rPr lang="en-IN" sz="2000" dirty="0"/>
              <a:t>	</a:t>
            </a:r>
            <a:endParaRPr lang="en-IN" sz="2000" dirty="0" smtClean="0"/>
          </a:p>
          <a:p>
            <a:pPr marL="467995" indent="-467995" algn="just">
              <a:lnSpc>
                <a:spcPct val="110000"/>
              </a:lnSpc>
              <a:spcBef>
                <a:spcPts val="100"/>
              </a:spcBef>
              <a:spcAft>
                <a:spcPts val="100"/>
              </a:spcAft>
            </a:pPr>
            <a:r>
              <a:rPr lang="en-IN" sz="2000" dirty="0" smtClean="0"/>
              <a:t>(</a:t>
            </a:r>
            <a:r>
              <a:rPr lang="en-IN" sz="2000" dirty="0"/>
              <a:t>e) if the data in both the statements together are </a:t>
            </a:r>
            <a:r>
              <a:rPr lang="en-IN" sz="2000" dirty="0" err="1"/>
              <a:t>needee</a:t>
            </a:r>
            <a:endParaRPr lang="en-IN" sz="2000" dirty="0"/>
          </a:p>
        </p:txBody>
      </p:sp>
    </p:spTree>
  </p:cSld>
  <p:clrMapOvr>
    <a:masterClrMapping/>
  </p:clrMapOvr>
  <p:transition spd="slow">
    <p:fade/>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79" name="Rectangle 4"/>
          <p:cNvSpPr/>
          <p:nvPr/>
        </p:nvSpPr>
        <p:spPr>
          <a:xfrm>
            <a:off x="183515" y="1416685"/>
            <a:ext cx="10769600" cy="5164455"/>
          </a:xfrm>
          <a:prstGeom prst="rect">
            <a:avLst/>
          </a:prstGeom>
        </p:spPr>
        <p:txBody>
          <a:bodyPr wrap="square">
            <a:spAutoFit/>
          </a:bodyPr>
          <a:lstStyle/>
          <a:p>
            <a:pPr marL="467995" indent="-467995" algn="just">
              <a:lnSpc>
                <a:spcPct val="110000"/>
              </a:lnSpc>
              <a:spcBef>
                <a:spcPts val="100"/>
              </a:spcBef>
              <a:spcAft>
                <a:spcPts val="100"/>
              </a:spcAft>
              <a:buAutoNum type="arabicPeriod" startAt="48"/>
            </a:pPr>
            <a:r>
              <a:rPr lang="en-IN" sz="2000" dirty="0" smtClean="0"/>
              <a:t>Among </a:t>
            </a:r>
            <a:r>
              <a:rPr lang="en-IN" sz="2000" dirty="0"/>
              <a:t>four friends A, B, C and D, who is the heaviest? </a:t>
            </a:r>
            <a:endParaRPr lang="en-IN" sz="2000" dirty="0" smtClean="0"/>
          </a:p>
          <a:p>
            <a:pPr algn="just">
              <a:lnSpc>
                <a:spcPct val="110000"/>
              </a:lnSpc>
              <a:spcBef>
                <a:spcPts val="100"/>
              </a:spcBef>
              <a:spcAft>
                <a:spcPts val="100"/>
              </a:spcAft>
            </a:pPr>
            <a:r>
              <a:rPr lang="en-IN" sz="2000" dirty="0"/>
              <a:t> </a:t>
            </a:r>
            <a:r>
              <a:rPr lang="en-IN" sz="2000" dirty="0" smtClean="0"/>
              <a:t>(I) B </a:t>
            </a:r>
            <a:r>
              <a:rPr lang="en-IN" sz="2000" dirty="0"/>
              <a:t>is heavier than A, but lighter than D. </a:t>
            </a:r>
            <a:endParaRPr lang="en-IN" sz="2000" dirty="0" smtClean="0"/>
          </a:p>
          <a:p>
            <a:pPr algn="just">
              <a:lnSpc>
                <a:spcPct val="110000"/>
              </a:lnSpc>
              <a:spcBef>
                <a:spcPts val="100"/>
              </a:spcBef>
              <a:spcAft>
                <a:spcPts val="100"/>
              </a:spcAft>
            </a:pPr>
            <a:r>
              <a:rPr lang="en-IN" sz="2000" dirty="0" smtClean="0"/>
              <a:t>(II) C </a:t>
            </a:r>
            <a:r>
              <a:rPr lang="en-IN" sz="2000" dirty="0"/>
              <a:t>is lighter than B.</a:t>
            </a:r>
            <a:endParaRPr lang="en-IN" sz="2000" dirty="0"/>
          </a:p>
          <a:p>
            <a:pPr marL="467995" indent="-467995" algn="just">
              <a:lnSpc>
                <a:spcPct val="110000"/>
              </a:lnSpc>
              <a:spcBef>
                <a:spcPts val="100"/>
              </a:spcBef>
              <a:spcAft>
                <a:spcPts val="100"/>
              </a:spcAft>
            </a:pPr>
            <a:r>
              <a:rPr lang="en-IN" sz="2000" dirty="0"/>
              <a:t>	</a:t>
            </a:r>
            <a:endParaRPr lang="en-IN" sz="2000" dirty="0" smtClean="0"/>
          </a:p>
          <a:p>
            <a:pPr marL="467995" indent="-467995" algn="just">
              <a:lnSpc>
                <a:spcPct val="110000"/>
              </a:lnSpc>
              <a:spcBef>
                <a:spcPts val="100"/>
              </a:spcBef>
              <a:spcAft>
                <a:spcPts val="100"/>
              </a:spcAft>
            </a:pPr>
            <a:r>
              <a:rPr lang="en-IN" sz="2000" dirty="0" smtClean="0"/>
              <a:t>(</a:t>
            </a:r>
            <a:r>
              <a:rPr lang="en-IN" sz="2000" dirty="0"/>
              <a:t>a) if the data in statement I alone are sufficient to answer the </a:t>
            </a:r>
            <a:r>
              <a:rPr lang="en-IN" sz="2000" dirty="0" smtClean="0"/>
              <a:t>question</a:t>
            </a:r>
            <a:r>
              <a:rPr lang="en-IN" sz="2000" dirty="0"/>
              <a:t>;</a:t>
            </a:r>
            <a:endParaRPr lang="en-IN" sz="2000" dirty="0"/>
          </a:p>
          <a:p>
            <a:pPr marL="467995" indent="-467995" algn="just">
              <a:lnSpc>
                <a:spcPct val="110000"/>
              </a:lnSpc>
              <a:spcBef>
                <a:spcPts val="100"/>
              </a:spcBef>
              <a:spcAft>
                <a:spcPts val="100"/>
              </a:spcAft>
            </a:pPr>
            <a:r>
              <a:rPr lang="en-IN" sz="2000" dirty="0"/>
              <a:t>	</a:t>
            </a:r>
            <a:endParaRPr lang="en-IN" sz="2000" dirty="0" smtClean="0"/>
          </a:p>
          <a:p>
            <a:pPr marL="467995" indent="-467995" algn="just">
              <a:lnSpc>
                <a:spcPct val="110000"/>
              </a:lnSpc>
              <a:spcBef>
                <a:spcPts val="100"/>
              </a:spcBef>
              <a:spcAft>
                <a:spcPts val="100"/>
              </a:spcAft>
            </a:pPr>
            <a:r>
              <a:rPr lang="en-IN" sz="2000" dirty="0" smtClean="0"/>
              <a:t>(</a:t>
            </a:r>
            <a:r>
              <a:rPr lang="en-IN" sz="2000" dirty="0"/>
              <a:t>b) if the data in statement II alone are sufficient answer the </a:t>
            </a:r>
            <a:r>
              <a:rPr lang="en-IN" sz="2000" dirty="0" smtClean="0"/>
              <a:t>question</a:t>
            </a:r>
            <a:r>
              <a:rPr lang="en-IN" sz="2000" dirty="0"/>
              <a:t>;</a:t>
            </a:r>
            <a:endParaRPr lang="en-IN" sz="2000" dirty="0"/>
          </a:p>
          <a:p>
            <a:pPr marL="467995" indent="-467995" algn="just">
              <a:lnSpc>
                <a:spcPct val="110000"/>
              </a:lnSpc>
              <a:spcBef>
                <a:spcPts val="100"/>
              </a:spcBef>
              <a:spcAft>
                <a:spcPts val="100"/>
              </a:spcAft>
            </a:pPr>
            <a:r>
              <a:rPr lang="en-IN" sz="2000" dirty="0"/>
              <a:t>	</a:t>
            </a:r>
            <a:endParaRPr lang="en-IN" sz="2000" dirty="0" smtClean="0"/>
          </a:p>
          <a:p>
            <a:pPr marL="467995" indent="-467995" algn="just">
              <a:lnSpc>
                <a:spcPct val="110000"/>
              </a:lnSpc>
              <a:spcBef>
                <a:spcPts val="100"/>
              </a:spcBef>
              <a:spcAft>
                <a:spcPts val="100"/>
              </a:spcAft>
            </a:pPr>
            <a:r>
              <a:rPr lang="en-IN" sz="2000" dirty="0" smtClean="0"/>
              <a:t>(</a:t>
            </a:r>
            <a:r>
              <a:rPr lang="en-IN" sz="2000" dirty="0"/>
              <a:t>c) if the data either in I or II alone are sufficient to answer the </a:t>
            </a:r>
            <a:r>
              <a:rPr lang="en-IN" sz="2000" dirty="0" smtClean="0"/>
              <a:t>question</a:t>
            </a:r>
            <a:r>
              <a:rPr lang="en-IN" sz="2000" dirty="0"/>
              <a:t>;</a:t>
            </a:r>
            <a:endParaRPr lang="en-IN" sz="2000" dirty="0"/>
          </a:p>
          <a:p>
            <a:pPr marL="467995" indent="-467995" algn="just">
              <a:lnSpc>
                <a:spcPct val="110000"/>
              </a:lnSpc>
              <a:spcBef>
                <a:spcPts val="100"/>
              </a:spcBef>
              <a:spcAft>
                <a:spcPts val="100"/>
              </a:spcAft>
            </a:pPr>
            <a:r>
              <a:rPr lang="en-IN" sz="2000" dirty="0"/>
              <a:t>	</a:t>
            </a:r>
            <a:endParaRPr lang="en-IN" sz="2000" dirty="0" smtClean="0"/>
          </a:p>
          <a:p>
            <a:pPr marL="467995" indent="-467995" algn="just">
              <a:lnSpc>
                <a:spcPct val="110000"/>
              </a:lnSpc>
              <a:spcBef>
                <a:spcPts val="100"/>
              </a:spcBef>
              <a:spcAft>
                <a:spcPts val="100"/>
              </a:spcAft>
            </a:pPr>
            <a:r>
              <a:rPr lang="en-IN" sz="2000" dirty="0" smtClean="0"/>
              <a:t>(</a:t>
            </a:r>
            <a:r>
              <a:rPr lang="en-IN" sz="2000" dirty="0"/>
              <a:t>d) if the data even in both the statements together are not </a:t>
            </a:r>
            <a:r>
              <a:rPr lang="en-IN" sz="2000" dirty="0" smtClean="0"/>
              <a:t>sufficient </a:t>
            </a:r>
            <a:r>
              <a:rPr lang="en-IN" sz="2000" dirty="0"/>
              <a:t>to answer </a:t>
            </a:r>
            <a:r>
              <a:rPr lang="en-IN" sz="2000" dirty="0" smtClean="0"/>
              <a:t>the</a:t>
            </a:r>
            <a:endParaRPr lang="en-IN" sz="2000" dirty="0" smtClean="0"/>
          </a:p>
          <a:p>
            <a:pPr marL="467995" indent="-467995" algn="just">
              <a:lnSpc>
                <a:spcPct val="110000"/>
              </a:lnSpc>
              <a:spcBef>
                <a:spcPts val="100"/>
              </a:spcBef>
              <a:spcAft>
                <a:spcPts val="100"/>
              </a:spcAft>
            </a:pPr>
            <a:r>
              <a:rPr lang="en-IN" sz="2000" dirty="0" smtClean="0"/>
              <a:t>question</a:t>
            </a:r>
            <a:r>
              <a:rPr lang="en-IN" sz="2000" dirty="0"/>
              <a:t>;</a:t>
            </a:r>
            <a:endParaRPr lang="en-IN" sz="2000" dirty="0"/>
          </a:p>
          <a:p>
            <a:pPr marL="467995" indent="-467995" algn="just">
              <a:lnSpc>
                <a:spcPct val="110000"/>
              </a:lnSpc>
              <a:spcBef>
                <a:spcPts val="100"/>
              </a:spcBef>
              <a:spcAft>
                <a:spcPts val="100"/>
              </a:spcAft>
            </a:pPr>
            <a:r>
              <a:rPr lang="en-IN" sz="2000" dirty="0"/>
              <a:t>	</a:t>
            </a:r>
            <a:endParaRPr lang="en-IN" sz="2000" dirty="0" smtClean="0"/>
          </a:p>
          <a:p>
            <a:pPr marL="467995" indent="-467995" algn="just">
              <a:lnSpc>
                <a:spcPct val="110000"/>
              </a:lnSpc>
              <a:spcBef>
                <a:spcPts val="100"/>
              </a:spcBef>
              <a:spcAft>
                <a:spcPts val="100"/>
              </a:spcAft>
            </a:pPr>
            <a:r>
              <a:rPr lang="en-IN" sz="2000" dirty="0" smtClean="0"/>
              <a:t>(e</a:t>
            </a:r>
            <a:r>
              <a:rPr lang="en-IN" sz="2000" dirty="0"/>
              <a:t>) if the data in both the statements together are needed.</a:t>
            </a:r>
            <a:endParaRPr lang="en-IN" sz="2000" dirty="0"/>
          </a:p>
        </p:txBody>
      </p:sp>
    </p:spTree>
  </p:cSld>
  <p:clrMapOvr>
    <a:masterClrMapping/>
  </p:clrMapOvr>
  <p:transition spd="slow">
    <p:fade/>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83" name="Rectangle 4"/>
          <p:cNvSpPr/>
          <p:nvPr/>
        </p:nvSpPr>
        <p:spPr>
          <a:xfrm>
            <a:off x="193675" y="1680210"/>
            <a:ext cx="10769600" cy="5359400"/>
          </a:xfrm>
          <a:prstGeom prst="rect">
            <a:avLst/>
          </a:prstGeom>
        </p:spPr>
        <p:txBody>
          <a:bodyPr wrap="square">
            <a:spAutoFit/>
          </a:bodyPr>
          <a:lstStyle/>
          <a:p>
            <a:pPr marL="467995" indent="-467995" algn="just">
              <a:lnSpc>
                <a:spcPct val="110000"/>
              </a:lnSpc>
              <a:spcBef>
                <a:spcPts val="100"/>
              </a:spcBef>
              <a:spcAft>
                <a:spcPts val="100"/>
              </a:spcAft>
            </a:pPr>
            <a:r>
              <a:rPr lang="en-IN" sz="2135" dirty="0"/>
              <a:t>49.	A decision has to be taken on the basis of the given conditions. There are two cases based on the same set of conditions. Take a decision for both the cases and mark the correct answer for each.</a:t>
            </a:r>
            <a:endParaRPr lang="en-IN" sz="2135" dirty="0"/>
          </a:p>
          <a:p>
            <a:pPr marL="467995" indent="-467995" algn="just">
              <a:lnSpc>
                <a:spcPct val="110000"/>
              </a:lnSpc>
              <a:spcBef>
                <a:spcPts val="100"/>
              </a:spcBef>
              <a:spcAft>
                <a:spcPts val="100"/>
              </a:spcAft>
            </a:pPr>
            <a:r>
              <a:rPr lang="en-IN" sz="2135" dirty="0"/>
              <a:t>	Following are the conditions imposed by an employer for providing Rs.3 </a:t>
            </a:r>
            <a:r>
              <a:rPr lang="en-IN" sz="2135" dirty="0" err="1"/>
              <a:t>lacs</a:t>
            </a:r>
            <a:r>
              <a:rPr lang="en-IN" sz="2135" dirty="0"/>
              <a:t> as Leave Travel Concession to the employees.</a:t>
            </a:r>
            <a:endParaRPr lang="en-IN" sz="2135" dirty="0"/>
          </a:p>
          <a:p>
            <a:pPr marL="467995" indent="-467995" algn="just">
              <a:lnSpc>
                <a:spcPct val="110000"/>
              </a:lnSpc>
              <a:spcBef>
                <a:spcPts val="100"/>
              </a:spcBef>
              <a:spcAft>
                <a:spcPts val="100"/>
              </a:spcAft>
            </a:pPr>
            <a:r>
              <a:rPr lang="en-IN" sz="2135" dirty="0"/>
              <a:t>	The employees:</a:t>
            </a:r>
            <a:endParaRPr lang="en-IN" sz="2135" dirty="0"/>
          </a:p>
          <a:p>
            <a:pPr marL="467995" indent="-467995" algn="just">
              <a:lnSpc>
                <a:spcPct val="110000"/>
              </a:lnSpc>
              <a:spcBef>
                <a:spcPts val="100"/>
              </a:spcBef>
              <a:spcAft>
                <a:spcPts val="100"/>
              </a:spcAft>
              <a:tabLst>
                <a:tab pos="723900" algn="l"/>
                <a:tab pos="901700" algn="l"/>
              </a:tabLst>
            </a:pPr>
            <a:r>
              <a:rPr lang="en-IN" sz="2135" dirty="0"/>
              <a:t>	1.	Must have performed 2 journeys in a block of 4 calendar years (Current block: 	2010-2013).</a:t>
            </a:r>
            <a:endParaRPr lang="en-IN" sz="2135" dirty="0"/>
          </a:p>
          <a:p>
            <a:pPr marL="467995" indent="-467995" algn="just">
              <a:lnSpc>
                <a:spcPct val="110000"/>
              </a:lnSpc>
              <a:spcBef>
                <a:spcPts val="100"/>
              </a:spcBef>
              <a:spcAft>
                <a:spcPts val="100"/>
              </a:spcAft>
              <a:tabLst>
                <a:tab pos="723900" algn="l"/>
                <a:tab pos="901700" algn="l"/>
              </a:tabLst>
            </a:pPr>
            <a:r>
              <a:rPr lang="en-IN" sz="2135" dirty="0"/>
              <a:t>	2.	Must have made only 1 trip in 1 year.</a:t>
            </a:r>
            <a:endParaRPr lang="en-IN" sz="2135" dirty="0"/>
          </a:p>
          <a:p>
            <a:pPr marL="467995" indent="-467995" algn="just">
              <a:lnSpc>
                <a:spcPct val="110000"/>
              </a:lnSpc>
              <a:spcBef>
                <a:spcPts val="100"/>
              </a:spcBef>
              <a:spcAft>
                <a:spcPts val="100"/>
              </a:spcAft>
              <a:tabLst>
                <a:tab pos="723900" algn="l"/>
                <a:tab pos="901700" algn="l"/>
              </a:tabLst>
            </a:pPr>
            <a:r>
              <a:rPr lang="en-IN" sz="2135" dirty="0"/>
              <a:t>	3.	Must have made one trip within India, while the other could have been outside 	India. </a:t>
            </a:r>
            <a:endParaRPr lang="en-IN" sz="2135" dirty="0"/>
          </a:p>
          <a:p>
            <a:pPr marL="467995" indent="-467995" algn="just">
              <a:lnSpc>
                <a:spcPct val="110000"/>
              </a:lnSpc>
              <a:spcBef>
                <a:spcPts val="100"/>
              </a:spcBef>
              <a:spcAft>
                <a:spcPts val="100"/>
              </a:spcAft>
              <a:tabLst>
                <a:tab pos="723900" algn="l"/>
                <a:tab pos="901700" algn="l"/>
              </a:tabLst>
            </a:pPr>
            <a:r>
              <a:rPr lang="en-IN" sz="2135" dirty="0"/>
              <a:t>	4.	Should have made a trip with less than 5 people.</a:t>
            </a:r>
            <a:endParaRPr lang="en-IN" sz="2135" dirty="0"/>
          </a:p>
          <a:p>
            <a:pPr marL="467995" indent="-467995" algn="just">
              <a:lnSpc>
                <a:spcPct val="110000"/>
              </a:lnSpc>
              <a:spcBef>
                <a:spcPts val="100"/>
              </a:spcBef>
              <a:spcAft>
                <a:spcPts val="100"/>
              </a:spcAft>
              <a:tabLst>
                <a:tab pos="723900" algn="l"/>
                <a:tab pos="901700" algn="l"/>
              </a:tabLst>
            </a:pPr>
            <a:r>
              <a:rPr lang="en-IN" sz="2135" dirty="0"/>
              <a:t>	5.	The total cost of both the trips should not have exceeded Rs.7 </a:t>
            </a:r>
            <a:r>
              <a:rPr lang="en-IN" sz="2135" dirty="0" err="1"/>
              <a:t>lacs</a:t>
            </a:r>
            <a:r>
              <a:rPr lang="en-IN" sz="2135" dirty="0"/>
              <a:t>.</a:t>
            </a:r>
            <a:endParaRPr lang="en-IN" sz="2135" dirty="0"/>
          </a:p>
          <a:p>
            <a:pPr marL="467995" indent="-467995" algn="just">
              <a:lnSpc>
                <a:spcPct val="110000"/>
              </a:lnSpc>
              <a:spcBef>
                <a:spcPts val="100"/>
              </a:spcBef>
              <a:spcAft>
                <a:spcPts val="100"/>
              </a:spcAft>
              <a:tabLst>
                <a:tab pos="723900" algn="l"/>
                <a:tab pos="901700" algn="l"/>
              </a:tabLst>
            </a:pPr>
            <a:r>
              <a:rPr lang="en-IN" sz="2135" dirty="0"/>
              <a:t>		</a:t>
            </a:r>
            <a:endParaRPr lang="en-IN" sz="2135" dirty="0"/>
          </a:p>
        </p:txBody>
      </p:sp>
    </p:spTree>
  </p:cSld>
  <p:clrMapOvr>
    <a:masterClrMapping/>
  </p:clrMapOvr>
  <p:transition spd="slow">
    <p:fade/>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87" name="Rectangle 4"/>
          <p:cNvSpPr/>
          <p:nvPr/>
        </p:nvSpPr>
        <p:spPr>
          <a:xfrm>
            <a:off x="204470" y="1737360"/>
            <a:ext cx="11702415" cy="4815205"/>
          </a:xfrm>
          <a:prstGeom prst="rect">
            <a:avLst/>
          </a:prstGeom>
        </p:spPr>
        <p:txBody>
          <a:bodyPr wrap="square">
            <a:spAutoFit/>
          </a:bodyPr>
          <a:lstStyle/>
          <a:p>
            <a:pPr algn="just">
              <a:lnSpc>
                <a:spcPct val="105000"/>
              </a:lnSpc>
              <a:spcBef>
                <a:spcPts val="100"/>
              </a:spcBef>
              <a:spcAft>
                <a:spcPts val="100"/>
              </a:spcAft>
            </a:pPr>
            <a:r>
              <a:rPr lang="en-IN" sz="2135" dirty="0"/>
              <a:t>However, </a:t>
            </a:r>
            <a:endParaRPr lang="en-IN" sz="2135" dirty="0"/>
          </a:p>
          <a:p>
            <a:pPr algn="just">
              <a:lnSpc>
                <a:spcPct val="105000"/>
              </a:lnSpc>
              <a:spcBef>
                <a:spcPts val="100"/>
              </a:spcBef>
              <a:spcAft>
                <a:spcPts val="100"/>
              </a:spcAft>
              <a:tabLst>
                <a:tab pos="533400" algn="l"/>
              </a:tabLst>
            </a:pPr>
            <a:r>
              <a:rPr lang="en-IN" sz="2135" dirty="0"/>
              <a:t>(a)	if the employees fulfil all conditions except (4) then he/she would get R.2.5 	</a:t>
            </a:r>
            <a:r>
              <a:rPr lang="en-IN" sz="2135" dirty="0" err="1"/>
              <a:t>Iacs</a:t>
            </a:r>
            <a:r>
              <a:rPr lang="en-IN" sz="2135" dirty="0"/>
              <a:t> 	as concession.</a:t>
            </a:r>
            <a:endParaRPr lang="en-IN" sz="2135" dirty="0"/>
          </a:p>
          <a:p>
            <a:pPr algn="just">
              <a:lnSpc>
                <a:spcPct val="105000"/>
              </a:lnSpc>
              <a:spcBef>
                <a:spcPts val="100"/>
              </a:spcBef>
              <a:spcAft>
                <a:spcPts val="100"/>
              </a:spcAft>
              <a:tabLst>
                <a:tab pos="533400" algn="l"/>
              </a:tabLst>
            </a:pPr>
            <a:r>
              <a:rPr lang="en-IN" sz="2135" dirty="0"/>
              <a:t>(b)	if the employees fulfil all conditions except (5) then he/she would get Rs.2 	</a:t>
            </a:r>
            <a:r>
              <a:rPr lang="en-IN" sz="2135" dirty="0" err="1"/>
              <a:t>lacs</a:t>
            </a:r>
            <a:r>
              <a:rPr lang="en-IN" sz="2135" dirty="0"/>
              <a:t> 	as concession.</a:t>
            </a:r>
            <a:endParaRPr lang="en-IN" sz="2135" dirty="0"/>
          </a:p>
          <a:p>
            <a:pPr algn="just">
              <a:lnSpc>
                <a:spcPct val="105000"/>
              </a:lnSpc>
              <a:spcBef>
                <a:spcPts val="100"/>
              </a:spcBef>
              <a:spcAft>
                <a:spcPts val="100"/>
              </a:spcAft>
            </a:pPr>
            <a:r>
              <a:rPr lang="en-IN" sz="2135" dirty="0"/>
              <a:t>How much concession would be given to the given employee? (The case is presented as on 1.12.2012) </a:t>
            </a:r>
            <a:endParaRPr lang="en-IN" sz="2135" dirty="0"/>
          </a:p>
          <a:p>
            <a:pPr algn="just">
              <a:lnSpc>
                <a:spcPct val="105000"/>
              </a:lnSpc>
              <a:spcBef>
                <a:spcPts val="100"/>
              </a:spcBef>
              <a:spcAft>
                <a:spcPts val="100"/>
              </a:spcAft>
            </a:pPr>
            <a:r>
              <a:rPr lang="en-IN" sz="2135" dirty="0"/>
              <a:t>Rajesh, along with his wife and 2 kids went for vacations within India. He made his first trip in January, 2010 and second in May, 2010. The total cost of both the trips was Rs.2.5 </a:t>
            </a:r>
            <a:r>
              <a:rPr lang="en-IN" sz="2135" dirty="0" err="1"/>
              <a:t>lacs</a:t>
            </a:r>
            <a:r>
              <a:rPr lang="en-IN" sz="2135" dirty="0"/>
              <a:t>. </a:t>
            </a:r>
            <a:endParaRPr lang="en-IN" sz="2135" dirty="0"/>
          </a:p>
          <a:p>
            <a:pPr marL="467995" indent="-467995" algn="just">
              <a:lnSpc>
                <a:spcPct val="105000"/>
              </a:lnSpc>
              <a:spcBef>
                <a:spcPts val="100"/>
              </a:spcBef>
              <a:spcAft>
                <a:spcPts val="100"/>
              </a:spcAft>
            </a:pPr>
            <a:r>
              <a:rPr lang="en-IN" sz="2135" dirty="0"/>
              <a:t>	(a) Employee would not be given any concession </a:t>
            </a:r>
            <a:endParaRPr lang="en-IN" sz="2135" dirty="0"/>
          </a:p>
          <a:p>
            <a:pPr marL="467995" indent="-467995" algn="just">
              <a:lnSpc>
                <a:spcPct val="105000"/>
              </a:lnSpc>
              <a:spcBef>
                <a:spcPts val="100"/>
              </a:spcBef>
              <a:spcAft>
                <a:spcPts val="100"/>
              </a:spcAft>
            </a:pPr>
            <a:r>
              <a:rPr lang="en-IN" sz="2135" dirty="0"/>
              <a:t>	(b) Employee would be given Rs.3 </a:t>
            </a:r>
            <a:r>
              <a:rPr lang="en-IN" sz="2135" dirty="0" err="1"/>
              <a:t>lacs</a:t>
            </a:r>
            <a:r>
              <a:rPr lang="en-IN" sz="2135" dirty="0"/>
              <a:t> concession</a:t>
            </a:r>
            <a:endParaRPr lang="en-IN" sz="2135" dirty="0"/>
          </a:p>
          <a:p>
            <a:pPr marL="467995" indent="-467995" algn="just">
              <a:lnSpc>
                <a:spcPct val="105000"/>
              </a:lnSpc>
              <a:spcBef>
                <a:spcPts val="100"/>
              </a:spcBef>
              <a:spcAft>
                <a:spcPts val="100"/>
              </a:spcAft>
            </a:pPr>
            <a:r>
              <a:rPr lang="en-IN" sz="2135" dirty="0"/>
              <a:t>	(c) Employee would be given Rs.2 </a:t>
            </a:r>
            <a:r>
              <a:rPr lang="en-IN" sz="2135" dirty="0" err="1"/>
              <a:t>lacs</a:t>
            </a:r>
            <a:r>
              <a:rPr lang="en-IN" sz="2135" dirty="0"/>
              <a:t> concession </a:t>
            </a:r>
            <a:endParaRPr lang="en-IN" sz="2135" dirty="0"/>
          </a:p>
          <a:p>
            <a:pPr marL="467995" indent="-467995" algn="just">
              <a:lnSpc>
                <a:spcPct val="105000"/>
              </a:lnSpc>
              <a:spcBef>
                <a:spcPts val="100"/>
              </a:spcBef>
              <a:spcAft>
                <a:spcPts val="100"/>
              </a:spcAft>
            </a:pPr>
            <a:r>
              <a:rPr lang="en-IN" sz="2135" dirty="0"/>
              <a:t>	(d) Employee would be given Rs.2.5 </a:t>
            </a:r>
            <a:r>
              <a:rPr lang="en-IN" sz="2135" dirty="0" err="1"/>
              <a:t>Iacs</a:t>
            </a:r>
            <a:r>
              <a:rPr lang="en-IN" sz="2135" dirty="0"/>
              <a:t> concession </a:t>
            </a:r>
            <a:endParaRPr lang="en-IN" sz="2135" dirty="0"/>
          </a:p>
          <a:p>
            <a:pPr marL="467995" indent="-467995" algn="just">
              <a:lnSpc>
                <a:spcPct val="105000"/>
              </a:lnSpc>
              <a:spcBef>
                <a:spcPts val="100"/>
              </a:spcBef>
              <a:spcAft>
                <a:spcPts val="100"/>
              </a:spcAft>
            </a:pPr>
            <a:r>
              <a:rPr lang="en-IN" sz="2135" dirty="0"/>
              <a:t>	(e) Data insufficient</a:t>
            </a:r>
            <a:endParaRPr lang="en-IN" sz="2135" dirty="0"/>
          </a:p>
        </p:txBody>
      </p:sp>
    </p:spTree>
  </p:cSld>
  <p:clrMapOvr>
    <a:masterClrMapping/>
  </p:clrMapOvr>
  <p:transition spd="slow">
    <p:fade/>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91" name="Rectangle 4"/>
          <p:cNvSpPr/>
          <p:nvPr/>
        </p:nvSpPr>
        <p:spPr>
          <a:xfrm>
            <a:off x="72390" y="1748790"/>
            <a:ext cx="10769600" cy="5109210"/>
          </a:xfrm>
          <a:prstGeom prst="rect">
            <a:avLst/>
          </a:prstGeom>
        </p:spPr>
        <p:txBody>
          <a:bodyPr wrap="square">
            <a:spAutoFit/>
          </a:bodyPr>
          <a:lstStyle/>
          <a:p>
            <a:pPr marL="467995" indent="-467995" algn="just">
              <a:lnSpc>
                <a:spcPct val="105000"/>
              </a:lnSpc>
              <a:spcBef>
                <a:spcPts val="100"/>
              </a:spcBef>
              <a:spcAft>
                <a:spcPts val="100"/>
              </a:spcAft>
            </a:pPr>
            <a:r>
              <a:rPr lang="en-IN" sz="2135" dirty="0"/>
              <a:t>50.	A decision has to be taken on the basis of the given conditions. There are two cases based on the same set of conditions. Take a decision for both the cases and mark the correct answer for each.</a:t>
            </a:r>
            <a:endParaRPr lang="en-IN" sz="2135" dirty="0"/>
          </a:p>
          <a:p>
            <a:pPr marL="467995" indent="-467995" algn="just">
              <a:lnSpc>
                <a:spcPct val="105000"/>
              </a:lnSpc>
              <a:spcBef>
                <a:spcPts val="100"/>
              </a:spcBef>
              <a:spcAft>
                <a:spcPts val="100"/>
              </a:spcAft>
            </a:pPr>
            <a:r>
              <a:rPr lang="en-IN" sz="2135" dirty="0"/>
              <a:t>	The following are the criteria for giving 10% bonus to employees.</a:t>
            </a:r>
            <a:endParaRPr lang="en-IN" sz="2135" dirty="0"/>
          </a:p>
          <a:p>
            <a:pPr marL="467995" indent="-467995" algn="just">
              <a:lnSpc>
                <a:spcPct val="105000"/>
              </a:lnSpc>
              <a:spcBef>
                <a:spcPts val="100"/>
              </a:spcBef>
              <a:spcAft>
                <a:spcPts val="100"/>
              </a:spcAft>
              <a:tabLst>
                <a:tab pos="723900" algn="l"/>
              </a:tabLst>
            </a:pPr>
            <a:r>
              <a:rPr lang="en-IN" sz="2135" dirty="0"/>
              <a:t>	1.	The employee should have worked in his/her current post for more than 6 	months.</a:t>
            </a:r>
            <a:endParaRPr lang="en-IN" sz="2135" dirty="0"/>
          </a:p>
          <a:p>
            <a:pPr marL="467995" indent="-467995" algn="just">
              <a:lnSpc>
                <a:spcPct val="105000"/>
              </a:lnSpc>
              <a:spcBef>
                <a:spcPts val="100"/>
              </a:spcBef>
              <a:spcAft>
                <a:spcPts val="100"/>
              </a:spcAft>
              <a:tabLst>
                <a:tab pos="723900" algn="l"/>
              </a:tabLst>
            </a:pPr>
            <a:r>
              <a:rPr lang="en-IN" sz="2135" dirty="0"/>
              <a:t>	2.	The employee should have been rated as </a:t>
            </a:r>
            <a:r>
              <a:rPr lang="en-IN" sz="2135" dirty="0" err="1"/>
              <a:t>atleast</a:t>
            </a:r>
            <a:r>
              <a:rPr lang="en-IN" sz="2135" dirty="0"/>
              <a:t> 7/10 by his/her reporting 	manager and 6/10 by his colleagues.</a:t>
            </a:r>
            <a:endParaRPr lang="en-IN" sz="2135" dirty="0"/>
          </a:p>
          <a:p>
            <a:pPr marL="467995" indent="-467995" algn="just">
              <a:lnSpc>
                <a:spcPct val="105000"/>
              </a:lnSpc>
              <a:spcBef>
                <a:spcPts val="100"/>
              </a:spcBef>
              <a:spcAft>
                <a:spcPts val="100"/>
              </a:spcAft>
              <a:tabLst>
                <a:tab pos="723900" algn="l"/>
              </a:tabLst>
            </a:pPr>
            <a:r>
              <a:rPr lang="en-IN" sz="2135" dirty="0"/>
              <a:t>	3.	The employee should be a part of </a:t>
            </a:r>
            <a:r>
              <a:rPr lang="en-IN" sz="2135" dirty="0" err="1"/>
              <a:t>atleast</a:t>
            </a:r>
            <a:r>
              <a:rPr lang="en-IN" sz="2135" dirty="0"/>
              <a:t> one employee engagement activity 	conducted in the office.</a:t>
            </a:r>
            <a:endParaRPr lang="en-IN" sz="2135" dirty="0"/>
          </a:p>
          <a:p>
            <a:pPr marL="467995" indent="-467995" algn="just">
              <a:lnSpc>
                <a:spcPct val="105000"/>
              </a:lnSpc>
              <a:spcBef>
                <a:spcPts val="100"/>
              </a:spcBef>
              <a:spcAft>
                <a:spcPts val="100"/>
              </a:spcAft>
              <a:tabLst>
                <a:tab pos="723900" algn="l"/>
              </a:tabLst>
            </a:pPr>
            <a:r>
              <a:rPr lang="en-IN" sz="2135" dirty="0"/>
              <a:t>	4.	The employee should have taken part in the employee personality development 	programme </a:t>
            </a:r>
            <a:r>
              <a:rPr lang="en-IN" sz="2135" dirty="0" err="1"/>
              <a:t>atleast</a:t>
            </a:r>
            <a:r>
              <a:rPr lang="en-IN" sz="2135" dirty="0"/>
              <a:t> once after joining the organization.</a:t>
            </a:r>
            <a:endParaRPr lang="en-IN" sz="2135" dirty="0"/>
          </a:p>
          <a:p>
            <a:pPr marL="467995" indent="-467995" algn="just">
              <a:lnSpc>
                <a:spcPct val="105000"/>
              </a:lnSpc>
              <a:spcBef>
                <a:spcPts val="100"/>
              </a:spcBef>
              <a:spcAft>
                <a:spcPts val="100"/>
              </a:spcAft>
              <a:tabLst>
                <a:tab pos="723900" algn="l"/>
              </a:tabLst>
            </a:pPr>
            <a:r>
              <a:rPr lang="en-IN" sz="2135" dirty="0"/>
              <a:t>	5.	The employee should have (a) worked in the organization for a year and (b) 	should have had </a:t>
            </a:r>
            <a:r>
              <a:rPr lang="en-IN" sz="2135" dirty="0" err="1"/>
              <a:t>atleast</a:t>
            </a:r>
            <a:r>
              <a:rPr lang="en-IN" sz="2135" dirty="0"/>
              <a:t> 1 year of work experience prior to this job.</a:t>
            </a:r>
            <a:endParaRPr lang="en-IN" sz="2135" dirty="0"/>
          </a:p>
          <a:p>
            <a:pPr marL="467995" indent="-467995" algn="just">
              <a:lnSpc>
                <a:spcPct val="105000"/>
              </a:lnSpc>
              <a:spcBef>
                <a:spcPts val="100"/>
              </a:spcBef>
              <a:spcAft>
                <a:spcPts val="100"/>
              </a:spcAft>
            </a:pPr>
            <a:r>
              <a:rPr lang="en-IN" sz="2135" dirty="0"/>
              <a:t>	</a:t>
            </a:r>
            <a:endParaRPr lang="en-IN" sz="2135" dirty="0"/>
          </a:p>
        </p:txBody>
      </p:sp>
    </p:spTree>
  </p:cSld>
  <p:clrMapOvr>
    <a:masterClrMapping/>
  </p:clrMapOvr>
  <p:transition spd="slow">
    <p:fade/>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95" name="Rectangle 4"/>
          <p:cNvSpPr/>
          <p:nvPr/>
        </p:nvSpPr>
        <p:spPr>
          <a:xfrm>
            <a:off x="123190" y="1812290"/>
            <a:ext cx="10769600" cy="5160010"/>
          </a:xfrm>
          <a:prstGeom prst="rect">
            <a:avLst/>
          </a:prstGeom>
        </p:spPr>
        <p:txBody>
          <a:bodyPr wrap="square">
            <a:spAutoFit/>
          </a:bodyPr>
          <a:lstStyle/>
          <a:p>
            <a:pPr marL="467995" indent="-467995" algn="just">
              <a:lnSpc>
                <a:spcPct val="105000"/>
              </a:lnSpc>
              <a:spcBef>
                <a:spcPts val="100"/>
              </a:spcBef>
              <a:spcAft>
                <a:spcPts val="100"/>
              </a:spcAft>
            </a:pPr>
            <a:r>
              <a:rPr lang="en-IN" sz="2000" dirty="0"/>
              <a:t>	However,</a:t>
            </a:r>
            <a:endParaRPr lang="en-IN" sz="2000" dirty="0"/>
          </a:p>
          <a:p>
            <a:pPr marL="467995" indent="-467995" algn="just">
              <a:lnSpc>
                <a:spcPct val="105000"/>
              </a:lnSpc>
              <a:spcBef>
                <a:spcPts val="100"/>
              </a:spcBef>
              <a:spcAft>
                <a:spcPts val="100"/>
              </a:spcAft>
            </a:pPr>
            <a:r>
              <a:rPr lang="en-IN" sz="2000" dirty="0"/>
              <a:t>	(a)	Employees who </a:t>
            </a:r>
            <a:r>
              <a:rPr lang="en-IN" sz="2000" dirty="0" err="1"/>
              <a:t>fullfil</a:t>
            </a:r>
            <a:r>
              <a:rPr lang="en-IN" sz="2000" dirty="0"/>
              <a:t> all conditions except (2) should be given 5% bonus.</a:t>
            </a:r>
            <a:endParaRPr lang="en-IN" sz="2000" dirty="0"/>
          </a:p>
          <a:p>
            <a:pPr marL="467995" indent="-467995" algn="just">
              <a:lnSpc>
                <a:spcPct val="105000"/>
              </a:lnSpc>
              <a:spcBef>
                <a:spcPts val="100"/>
              </a:spcBef>
              <a:spcAft>
                <a:spcPts val="100"/>
              </a:spcAft>
            </a:pPr>
            <a:r>
              <a:rPr lang="en-IN" sz="2000" dirty="0"/>
              <a:t>	(b)	Employees who </a:t>
            </a:r>
            <a:r>
              <a:rPr lang="en-IN" sz="2000" dirty="0" err="1"/>
              <a:t>fullfil</a:t>
            </a:r>
            <a:r>
              <a:rPr lang="en-IN" sz="2000" dirty="0"/>
              <a:t> all conditions except (5b) should be given 7% bonus.</a:t>
            </a:r>
            <a:endParaRPr lang="en-IN" sz="2000" dirty="0"/>
          </a:p>
          <a:p>
            <a:pPr marL="467995" indent="-467995" algn="just">
              <a:lnSpc>
                <a:spcPct val="105000"/>
              </a:lnSpc>
              <a:spcBef>
                <a:spcPts val="100"/>
              </a:spcBef>
              <a:spcAft>
                <a:spcPts val="100"/>
              </a:spcAft>
            </a:pPr>
            <a:r>
              <a:rPr lang="en-IN" sz="2000" dirty="0"/>
              <a:t>	Should the given employee be given 10% bonus? (The case is presented as on 1.12.2012)</a:t>
            </a:r>
            <a:endParaRPr lang="en-IN" sz="2000" dirty="0"/>
          </a:p>
          <a:p>
            <a:pPr marL="467995" indent="-467995" algn="just">
              <a:lnSpc>
                <a:spcPct val="105000"/>
              </a:lnSpc>
              <a:spcBef>
                <a:spcPts val="100"/>
              </a:spcBef>
              <a:spcAft>
                <a:spcPts val="100"/>
              </a:spcAft>
            </a:pPr>
            <a:r>
              <a:rPr lang="en-IN" sz="2000" dirty="0"/>
              <a:t>	</a:t>
            </a:r>
            <a:r>
              <a:rPr lang="en-IN" sz="2000" dirty="0" err="1"/>
              <a:t>Saurabh</a:t>
            </a:r>
            <a:r>
              <a:rPr lang="en-IN" sz="2000" dirty="0"/>
              <a:t> is the </a:t>
            </a:r>
            <a:r>
              <a:rPr lang="en-IN" sz="2000" dirty="0" err="1"/>
              <a:t>incharge</a:t>
            </a:r>
            <a:r>
              <a:rPr lang="en-IN" sz="2000" dirty="0"/>
              <a:t> of the employee engagement </a:t>
            </a:r>
            <a:r>
              <a:rPr lang="en-IN" sz="2000" dirty="0" err="1"/>
              <a:t>progammes</a:t>
            </a:r>
            <a:r>
              <a:rPr lang="en-IN" sz="2000" dirty="0"/>
              <a:t> conducted in the office and has been an active participant in all the initiatives. He is at the post of Senior HR Manager ever since he joined the organization 1.5 years back. Previously he was working with Auction.com as the HR Manager and had a work experience of 1 year there. Owing to his zeal and exuberance, he was rated 8/10 by his reporting manager and 9/10 by his colleagues. He attended the personality development programme twice ever since he joined the organization.</a:t>
            </a:r>
            <a:endParaRPr lang="en-IN" sz="2000" dirty="0"/>
          </a:p>
          <a:p>
            <a:pPr marL="467995" indent="-467995" algn="just">
              <a:lnSpc>
                <a:spcPct val="105000"/>
              </a:lnSpc>
              <a:spcBef>
                <a:spcPts val="100"/>
              </a:spcBef>
              <a:spcAft>
                <a:spcPts val="100"/>
              </a:spcAft>
            </a:pPr>
            <a:r>
              <a:rPr lang="en-IN" sz="2000" dirty="0"/>
              <a:t>	(a)	Employee should be given 10% bonus	</a:t>
            </a:r>
            <a:endParaRPr lang="en-IN" sz="2000" dirty="0"/>
          </a:p>
          <a:p>
            <a:pPr marL="467995" indent="-467995" algn="just">
              <a:lnSpc>
                <a:spcPct val="105000"/>
              </a:lnSpc>
              <a:spcBef>
                <a:spcPts val="100"/>
              </a:spcBef>
              <a:spcAft>
                <a:spcPts val="100"/>
              </a:spcAft>
            </a:pPr>
            <a:r>
              <a:rPr lang="en-IN" sz="2000" dirty="0"/>
              <a:t>	(b)	Employee should be given 7% bonus</a:t>
            </a:r>
            <a:endParaRPr lang="en-IN" sz="2000" dirty="0"/>
          </a:p>
          <a:p>
            <a:pPr marL="467995" indent="-467995" algn="just">
              <a:lnSpc>
                <a:spcPct val="105000"/>
              </a:lnSpc>
              <a:spcBef>
                <a:spcPts val="100"/>
              </a:spcBef>
              <a:spcAft>
                <a:spcPts val="100"/>
              </a:spcAft>
            </a:pPr>
            <a:r>
              <a:rPr lang="en-IN" sz="2000" dirty="0"/>
              <a:t>	(c)	Employee should be given 5% bonus</a:t>
            </a:r>
            <a:endParaRPr lang="en-IN" sz="2000" dirty="0"/>
          </a:p>
          <a:p>
            <a:pPr marL="467995" indent="-467995" algn="just">
              <a:lnSpc>
                <a:spcPct val="105000"/>
              </a:lnSpc>
              <a:spcBef>
                <a:spcPts val="100"/>
              </a:spcBef>
              <a:spcAft>
                <a:spcPts val="100"/>
              </a:spcAft>
            </a:pPr>
            <a:r>
              <a:rPr lang="en-IN" sz="2000" dirty="0"/>
              <a:t>	(d)	Employee should not be given any bonus</a:t>
            </a:r>
            <a:endParaRPr lang="en-IN" sz="2000" dirty="0"/>
          </a:p>
          <a:p>
            <a:pPr marL="467995" indent="-467995" algn="just">
              <a:lnSpc>
                <a:spcPct val="105000"/>
              </a:lnSpc>
              <a:spcBef>
                <a:spcPts val="100"/>
              </a:spcBef>
              <a:spcAft>
                <a:spcPts val="100"/>
              </a:spcAft>
            </a:pPr>
            <a:r>
              <a:rPr lang="en-IN" sz="2000" dirty="0"/>
              <a:t>	(e)	Data sufficient</a:t>
            </a:r>
            <a:endParaRPr lang="en-IN" sz="2000" dirty="0"/>
          </a:p>
        </p:txBody>
      </p:sp>
    </p:spTree>
  </p:cSld>
  <p:clrMapOvr>
    <a:masterClrMapping/>
  </p:clrMapOvr>
  <p:transition spd="slow">
    <p:fade/>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p>
            <a:r>
              <a:rPr lang="en-IN" altLang="en-US"/>
              <a:t>2,4,12,48</a:t>
            </a:r>
            <a:endParaRPr lang="en-IN" altLang="en-US"/>
          </a:p>
          <a:p>
            <a:r>
              <a:rPr lang="en-IN" altLang="en-US"/>
              <a:t>a)240</a:t>
            </a:r>
            <a:endParaRPr lang="en-IN" altLang="en-US"/>
          </a:p>
          <a:p>
            <a:r>
              <a:rPr lang="en-IN" altLang="en-US"/>
              <a:t>b) 960</a:t>
            </a:r>
            <a:endParaRPr lang="en-IN" altLang="en-US"/>
          </a:p>
          <a:p>
            <a:r>
              <a:rPr lang="en-IN" altLang="en-US"/>
              <a:t>c) 480</a:t>
            </a:r>
            <a:endParaRPr lang="en-IN" altLang="en-US"/>
          </a:p>
          <a:p>
            <a:r>
              <a:rPr lang="en-IN" altLang="en-US"/>
              <a:t>d) 340</a:t>
            </a:r>
            <a:endParaRPr lang="en-IN" altLang="en-US"/>
          </a:p>
          <a:p>
            <a:endParaRPr lang="en-IN" alt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p>
            <a:r>
              <a:rPr lang="en-IN" altLang="en-US"/>
              <a:t>KJA: JKH:: SMO: </a:t>
            </a:r>
            <a:endParaRPr lang="en-IN" altLang="en-US"/>
          </a:p>
          <a:p>
            <a:r>
              <a:rPr lang="en-IN" altLang="en-US"/>
              <a:t>A) QNK</a:t>
            </a:r>
            <a:endParaRPr lang="en-IN" altLang="en-US"/>
          </a:p>
          <a:p>
            <a:r>
              <a:rPr lang="en-IN" altLang="en-US"/>
              <a:t>B) QPL</a:t>
            </a:r>
            <a:endParaRPr lang="en-IN" altLang="en-US"/>
          </a:p>
          <a:p>
            <a:r>
              <a:rPr lang="en-IN" altLang="en-US"/>
              <a:t>C) PNL</a:t>
            </a:r>
            <a:endParaRPr lang="en-IN" altLang="en-US"/>
          </a:p>
          <a:p>
            <a:r>
              <a:rPr lang="en-IN" altLang="en-US"/>
              <a:t>D) PQK</a:t>
            </a:r>
            <a:endParaRPr lang="en-IN" alt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normAutofit fontScale="60000"/>
          </a:bodyPr>
          <a:p>
            <a:r>
              <a:rPr lang="en-IN" altLang="en-US"/>
              <a:t>A-B means A plus B</a:t>
            </a:r>
            <a:endParaRPr lang="en-IN" altLang="en-US"/>
          </a:p>
          <a:p>
            <a:r>
              <a:rPr lang="en-IN" altLang="en-US"/>
              <a:t>A #B means A is multiplied with B</a:t>
            </a:r>
            <a:endParaRPr lang="en-IN" altLang="en-US"/>
          </a:p>
          <a:p>
            <a:r>
              <a:rPr lang="en-IN" altLang="en-US"/>
              <a:t>A/B means A is greater than or equal to B</a:t>
            </a:r>
            <a:endParaRPr lang="en-IN" altLang="en-US"/>
          </a:p>
          <a:p>
            <a:r>
              <a:rPr lang="en-IN" altLang="en-US"/>
              <a:t>A?B means A is less than B</a:t>
            </a:r>
            <a:endParaRPr lang="en-IN" altLang="en-US"/>
          </a:p>
          <a:p>
            <a:r>
              <a:rPr lang="en-IN" altLang="en-US"/>
              <a:t>whch one is definitely true ?</a:t>
            </a:r>
            <a:endParaRPr lang="en-IN" altLang="en-US"/>
          </a:p>
          <a:p>
            <a:r>
              <a:rPr lang="en-IN" altLang="en-US"/>
              <a:t>Statements:</a:t>
            </a:r>
            <a:endParaRPr lang="en-IN" altLang="en-US"/>
          </a:p>
          <a:p>
            <a:r>
              <a:rPr lang="en-IN" altLang="en-US"/>
              <a:t>(V#X) / (V-X) , X?Y and Z/Y</a:t>
            </a:r>
            <a:endParaRPr lang="en-IN" altLang="en-US"/>
          </a:p>
          <a:p>
            <a:r>
              <a:rPr lang="en-IN" altLang="en-US"/>
              <a:t>Conclusion:</a:t>
            </a:r>
            <a:endParaRPr lang="en-IN" altLang="en-US"/>
          </a:p>
          <a:p>
            <a:r>
              <a:rPr lang="en-IN" altLang="en-US"/>
              <a:t>1) X?Z</a:t>
            </a:r>
            <a:endParaRPr lang="en-IN" altLang="en-US"/>
          </a:p>
          <a:p>
            <a:r>
              <a:rPr lang="en-IN" altLang="en-US"/>
              <a:t> 2) (V-X) ? (V#X)</a:t>
            </a:r>
            <a:endParaRPr lang="en-IN" altLang="en-US"/>
          </a:p>
          <a:p>
            <a:r>
              <a:rPr lang="en-IN" altLang="en-US"/>
              <a:t>a) only 1 true</a:t>
            </a:r>
            <a:endParaRPr lang="en-IN" altLang="en-US"/>
          </a:p>
          <a:p>
            <a:r>
              <a:rPr lang="en-IN" altLang="en-US"/>
              <a:t>b) only 2 true</a:t>
            </a:r>
            <a:endParaRPr lang="en-IN" altLang="en-US"/>
          </a:p>
          <a:p>
            <a:r>
              <a:rPr lang="en-IN" altLang="en-US"/>
              <a:t>c)both are correct</a:t>
            </a:r>
            <a:endParaRPr lang="en-IN" altLang="en-US"/>
          </a:p>
          <a:p>
            <a:r>
              <a:rPr lang="en-IN" altLang="en-US"/>
              <a:t>d) none of these true </a:t>
            </a:r>
            <a:endParaRPr lang="en-IN" alt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normAutofit lnSpcReduction="10000"/>
          </a:bodyPr>
          <a:p>
            <a:r>
              <a:rPr lang="en-IN" altLang="en-US"/>
              <a:t>“!” denotes “greater than”</a:t>
            </a:r>
            <a:endParaRPr lang="en-IN" altLang="en-US"/>
          </a:p>
          <a:p>
            <a:r>
              <a:rPr lang="en-IN" altLang="en-US"/>
              <a:t>“*” denotes “ equal to”</a:t>
            </a:r>
            <a:endParaRPr lang="en-IN" altLang="en-US"/>
          </a:p>
          <a:p>
            <a:r>
              <a:rPr lang="en-IN" altLang="en-US"/>
              <a:t>“+” denotes “ less than “</a:t>
            </a:r>
            <a:endParaRPr lang="en-IN" altLang="en-US"/>
          </a:p>
          <a:p>
            <a:r>
              <a:rPr lang="en-IN" altLang="en-US"/>
              <a:t>“$” denotes “ not equal to </a:t>
            </a:r>
            <a:endParaRPr lang="en-IN" altLang="en-US"/>
          </a:p>
          <a:p>
            <a:r>
              <a:rPr lang="en-IN" altLang="en-US"/>
              <a:t>“x” denotes “ not less than”</a:t>
            </a:r>
            <a:endParaRPr lang="en-IN" altLang="en-US"/>
          </a:p>
          <a:p>
            <a:r>
              <a:rPr lang="en-IN" altLang="en-US"/>
              <a:t>“”%” denotes “ not greater than”</a:t>
            </a:r>
            <a:endParaRPr lang="en-IN" altLang="en-US"/>
          </a:p>
          <a:p>
            <a:r>
              <a:rPr lang="en-IN" altLang="en-US"/>
              <a:t>A!B!C does not imply</a:t>
            </a:r>
            <a:endParaRPr lang="en-IN" altLang="en-US"/>
          </a:p>
          <a:p>
            <a:r>
              <a:rPr lang="en-IN" altLang="en-US"/>
              <a:t>a) C+B+A</a:t>
            </a:r>
            <a:endParaRPr lang="en-IN" altLang="en-US"/>
          </a:p>
          <a:p>
            <a:r>
              <a:rPr lang="en-IN" altLang="en-US" b="1"/>
              <a:t>b) C+A! B</a:t>
            </a:r>
            <a:endParaRPr lang="en-IN" altLang="en-US" b="1"/>
          </a:p>
          <a:p>
            <a:r>
              <a:rPr lang="en-IN" altLang="en-US" b="1"/>
              <a:t>c) B+A/C</a:t>
            </a:r>
            <a:endParaRPr lang="en-IN" altLang="en-US" b="1"/>
          </a:p>
          <a:p>
            <a:r>
              <a:rPr lang="en-IN" altLang="en-US" b="1"/>
              <a:t>d) B+A+C</a:t>
            </a:r>
            <a:endParaRPr lang="en-IN" altLang="en-US" b="1"/>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p>
            <a:r>
              <a:rPr lang="en-IN" altLang="en-US"/>
              <a:t>0,1,1,2,3,7,?</a:t>
            </a:r>
            <a:endParaRPr lang="en-IN" altLang="en-US"/>
          </a:p>
          <a:p>
            <a:r>
              <a:rPr lang="en-IN" altLang="en-US"/>
              <a:t>a) 52</a:t>
            </a:r>
            <a:endParaRPr lang="en-IN" altLang="en-US"/>
          </a:p>
          <a:p>
            <a:r>
              <a:rPr lang="en-IN" altLang="en-US"/>
              <a:t>b) 22</a:t>
            </a:r>
            <a:endParaRPr lang="en-IN" altLang="en-US"/>
          </a:p>
          <a:p>
            <a:r>
              <a:rPr lang="en-IN" altLang="en-US"/>
              <a:t>c) 27</a:t>
            </a:r>
            <a:endParaRPr lang="en-IN" altLang="en-US"/>
          </a:p>
          <a:p>
            <a:r>
              <a:rPr lang="en-IN" altLang="en-US"/>
              <a:t>d) 46</a:t>
            </a:r>
            <a:endParaRPr lang="en-IN" alt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normAutofit lnSpcReduction="20000"/>
          </a:bodyPr>
          <a:p>
            <a:r>
              <a:rPr lang="en-IN" altLang="en-US"/>
              <a:t>P +Q means P is greater than Q</a:t>
            </a:r>
            <a:endParaRPr lang="en-IN" altLang="en-US"/>
          </a:p>
          <a:p>
            <a:r>
              <a:rPr lang="en-IN" altLang="en-US"/>
              <a:t>P*Q means P is greater than or equal to Q</a:t>
            </a:r>
            <a:endParaRPr lang="en-IN" altLang="en-US"/>
          </a:p>
          <a:p>
            <a:r>
              <a:rPr lang="en-IN" altLang="en-US"/>
              <a:t>P=Q means P is equal to Q</a:t>
            </a:r>
            <a:endParaRPr lang="en-IN" altLang="en-US"/>
          </a:p>
          <a:p>
            <a:r>
              <a:rPr lang="en-IN" altLang="en-US"/>
              <a:t>P/Q means P is less than Q</a:t>
            </a:r>
            <a:endParaRPr lang="en-IN" altLang="en-US"/>
          </a:p>
          <a:p>
            <a:r>
              <a:rPr lang="en-IN" altLang="en-US"/>
              <a:t>P-Q means P is less than or equal to Q</a:t>
            </a:r>
            <a:endParaRPr lang="en-IN" altLang="en-US"/>
          </a:p>
          <a:p>
            <a:r>
              <a:rPr lang="en-IN" altLang="en-US"/>
              <a:t>Statement:   X/R,R+Y,Y-X,Z+Y,Z*R</a:t>
            </a:r>
            <a:endParaRPr lang="en-IN" altLang="en-US"/>
          </a:p>
          <a:p>
            <a:r>
              <a:rPr lang="en-IN" altLang="en-US"/>
              <a:t>Conclusion: (1) (Y-X) + R</a:t>
            </a:r>
            <a:endParaRPr lang="en-IN" altLang="en-US"/>
          </a:p>
          <a:p>
            <a:r>
              <a:rPr lang="en-IN" altLang="en-US"/>
              <a:t>(2) Z+(X/R)</a:t>
            </a:r>
            <a:endParaRPr lang="en-IN" altLang="en-US"/>
          </a:p>
          <a:p>
            <a:r>
              <a:rPr lang="en-IN" altLang="en-US"/>
              <a:t>a) only 1 true</a:t>
            </a:r>
            <a:endParaRPr lang="en-IN" altLang="en-US"/>
          </a:p>
          <a:p>
            <a:r>
              <a:rPr lang="en-IN" altLang="en-US"/>
              <a:t>b) only 2 true </a:t>
            </a:r>
            <a:endParaRPr lang="en-IN" altLang="en-US"/>
          </a:p>
          <a:p>
            <a:r>
              <a:rPr lang="en-IN" altLang="en-US"/>
              <a:t>c) Both 1 and 2 are true</a:t>
            </a:r>
            <a:endParaRPr lang="en-IN" altLang="en-US"/>
          </a:p>
          <a:p>
            <a:r>
              <a:rPr lang="en-IN" altLang="en-US"/>
              <a:t>d) Both are false</a:t>
            </a:r>
            <a:endParaRPr lang="en-IN" alt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normAutofit fontScale="70000"/>
          </a:bodyPr>
          <a:p>
            <a:r>
              <a:rPr lang="en-IN" altLang="en-US"/>
              <a:t>A &lt; B means A is greater than b</a:t>
            </a:r>
            <a:endParaRPr lang="en-IN" altLang="en-US"/>
          </a:p>
          <a:p>
            <a:r>
              <a:rPr lang="en-IN" altLang="en-US"/>
              <a:t>A@ B means A is less than B</a:t>
            </a:r>
            <a:endParaRPr lang="en-IN" altLang="en-US"/>
          </a:p>
          <a:p>
            <a:r>
              <a:rPr lang="en-IN" altLang="en-US"/>
              <a:t>A*B means A is 5 more than B</a:t>
            </a:r>
            <a:endParaRPr lang="en-IN" altLang="en-US"/>
          </a:p>
          <a:p>
            <a:r>
              <a:rPr lang="en-IN" altLang="en-US"/>
              <a:t>A?B means B is 2 more tha A</a:t>
            </a:r>
            <a:endParaRPr lang="en-IN" altLang="en-US"/>
          </a:p>
          <a:p>
            <a:r>
              <a:rPr lang="en-IN" altLang="en-US"/>
              <a:t>which of the following is/are definitely true ?</a:t>
            </a:r>
            <a:endParaRPr lang="en-IN" altLang="en-US"/>
          </a:p>
          <a:p>
            <a:r>
              <a:rPr lang="en-IN" altLang="en-US"/>
              <a:t>Statement : R*S,T?S and U&lt;T </a:t>
            </a:r>
            <a:endParaRPr lang="en-IN" altLang="en-US"/>
          </a:p>
          <a:p>
            <a:r>
              <a:rPr lang="en-IN" altLang="en-US"/>
              <a:t>Conclusion:</a:t>
            </a:r>
            <a:endParaRPr lang="en-IN" altLang="en-US"/>
          </a:p>
          <a:p>
            <a:r>
              <a:rPr lang="en-IN" altLang="en-US"/>
              <a:t>1. R&lt;T</a:t>
            </a:r>
            <a:endParaRPr lang="en-IN" altLang="en-US"/>
          </a:p>
          <a:p>
            <a:r>
              <a:rPr lang="en-IN" altLang="en-US"/>
              <a:t>2. R* U</a:t>
            </a:r>
            <a:endParaRPr lang="en-IN" altLang="en-US"/>
          </a:p>
          <a:p>
            <a:r>
              <a:rPr lang="en-IN" altLang="en-US"/>
              <a:t>a) only 1 true </a:t>
            </a:r>
            <a:endParaRPr lang="en-IN" altLang="en-US"/>
          </a:p>
          <a:p>
            <a:r>
              <a:rPr lang="en-IN" altLang="en-US"/>
              <a:t>b) only 2 true</a:t>
            </a:r>
            <a:endParaRPr lang="en-IN" altLang="en-US"/>
          </a:p>
          <a:p>
            <a:r>
              <a:rPr lang="en-IN" altLang="en-US"/>
              <a:t>c) both are correct </a:t>
            </a:r>
            <a:endParaRPr lang="en-IN" altLang="en-US"/>
          </a:p>
          <a:p>
            <a:r>
              <a:rPr lang="en-IN" altLang="en-US"/>
              <a:t>d) Both are false</a:t>
            </a:r>
            <a:endParaRPr lang="en-IN" alt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normAutofit fontScale="90000" lnSpcReduction="20000"/>
          </a:bodyPr>
          <a:p>
            <a:r>
              <a:rPr lang="en-IN" altLang="en-US"/>
              <a:t>R@S means R is less than or equal to S</a:t>
            </a:r>
            <a:endParaRPr lang="en-IN" altLang="en-US"/>
          </a:p>
          <a:p>
            <a:r>
              <a:rPr lang="en-IN" altLang="en-US"/>
              <a:t>R*S means R is greater than or equal to S</a:t>
            </a:r>
            <a:endParaRPr lang="en-IN" altLang="en-US"/>
          </a:p>
          <a:p>
            <a:r>
              <a:rPr lang="en-IN" altLang="en-US"/>
              <a:t>R&amp;S means R is greater than S</a:t>
            </a:r>
            <a:endParaRPr lang="en-IN" altLang="en-US"/>
          </a:p>
          <a:p>
            <a:r>
              <a:rPr lang="en-IN" altLang="en-US"/>
              <a:t>R^S means R is less than S</a:t>
            </a:r>
            <a:endParaRPr lang="en-IN" altLang="en-US"/>
          </a:p>
          <a:p>
            <a:r>
              <a:rPr lang="en-IN" altLang="en-US"/>
              <a:t>Statements: Y^X, Y&amp;Z, X*W,W@V</a:t>
            </a:r>
            <a:endParaRPr lang="en-IN" altLang="en-US"/>
          </a:p>
          <a:p>
            <a:r>
              <a:rPr lang="en-IN" altLang="en-US"/>
              <a:t>conclusion: </a:t>
            </a:r>
            <a:endParaRPr lang="en-IN" altLang="en-US"/>
          </a:p>
          <a:p>
            <a:r>
              <a:rPr lang="en-IN" altLang="en-US"/>
              <a:t>1) X &amp; V</a:t>
            </a:r>
            <a:endParaRPr lang="en-IN" altLang="en-US"/>
          </a:p>
          <a:p>
            <a:r>
              <a:rPr lang="en-IN" altLang="en-US"/>
              <a:t>2) W ^ Y</a:t>
            </a:r>
            <a:endParaRPr lang="en-IN" altLang="en-US"/>
          </a:p>
          <a:p>
            <a:r>
              <a:rPr lang="en-IN" altLang="en-US"/>
              <a:t> </a:t>
            </a:r>
            <a:r>
              <a:rPr lang="en-IN" altLang="en-US">
                <a:sym typeface="+mn-ea"/>
              </a:rPr>
              <a:t>a) only 1 true </a:t>
            </a:r>
            <a:endParaRPr lang="en-IN" altLang="en-US"/>
          </a:p>
          <a:p>
            <a:r>
              <a:rPr lang="en-IN" altLang="en-US">
                <a:sym typeface="+mn-ea"/>
              </a:rPr>
              <a:t>b) only 2 true</a:t>
            </a:r>
            <a:endParaRPr lang="en-IN" altLang="en-US"/>
          </a:p>
          <a:p>
            <a:r>
              <a:rPr lang="en-IN" altLang="en-US">
                <a:sym typeface="+mn-ea"/>
              </a:rPr>
              <a:t>c) both are correct </a:t>
            </a:r>
            <a:endParaRPr lang="en-IN" altLang="en-US"/>
          </a:p>
          <a:p>
            <a:r>
              <a:rPr lang="en-IN" altLang="en-US">
                <a:sym typeface="+mn-ea"/>
              </a:rPr>
              <a:t>d) Both are false</a:t>
            </a:r>
            <a:endParaRPr lang="en-IN" altLang="en-US"/>
          </a:p>
          <a:p>
            <a:endParaRPr lang="en-IN" alt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p>
            <a:r>
              <a:rPr lang="en-IN" altLang="en-US"/>
              <a:t>A +B means “ A is the Father of B “</a:t>
            </a:r>
            <a:endParaRPr lang="en-IN" altLang="en-US"/>
          </a:p>
          <a:p>
            <a:r>
              <a:rPr lang="en-IN" altLang="en-US"/>
              <a:t>A-B means “ A is brother of B”</a:t>
            </a:r>
            <a:endParaRPr lang="en-IN" altLang="en-US"/>
          </a:p>
          <a:p>
            <a:r>
              <a:rPr lang="en-IN" altLang="en-US"/>
              <a:t>A*B means “ B is the son of A”</a:t>
            </a:r>
            <a:endParaRPr lang="en-IN" altLang="en-US"/>
          </a:p>
          <a:p>
            <a:r>
              <a:rPr lang="en-IN" altLang="en-US"/>
              <a:t>A/B means “ A is the husband of B “</a:t>
            </a:r>
            <a:endParaRPr lang="en-IN" altLang="en-US"/>
          </a:p>
          <a:p>
            <a:r>
              <a:rPr lang="en-IN" altLang="en-US"/>
              <a:t>which of the following indicates that “ X is the grandfather of Z” ?</a:t>
            </a:r>
            <a:endParaRPr lang="en-IN" altLang="en-US"/>
          </a:p>
          <a:p>
            <a:r>
              <a:rPr lang="en-IN" altLang="en-US"/>
              <a:t>a) X+Y*R-S/Z</a:t>
            </a:r>
            <a:endParaRPr lang="en-IN" altLang="en-US"/>
          </a:p>
          <a:p>
            <a:r>
              <a:rPr lang="en-IN" altLang="en-US"/>
              <a:t>B) X+Y-R/S*Z</a:t>
            </a:r>
            <a:endParaRPr lang="en-IN" altLang="en-US"/>
          </a:p>
          <a:p>
            <a:r>
              <a:rPr lang="en-IN" altLang="en-US"/>
              <a:t>C) X+Y/R*S*Z</a:t>
            </a:r>
            <a:endParaRPr lang="en-IN" altLang="en-US"/>
          </a:p>
          <a:p>
            <a:r>
              <a:rPr lang="en-IN" altLang="en-US"/>
              <a:t>D) X+Y-R*S/Z  </a:t>
            </a:r>
            <a:endParaRPr lang="en-IN" alt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normAutofit fontScale="90000" lnSpcReduction="20000"/>
          </a:bodyPr>
          <a:p>
            <a:r>
              <a:rPr lang="en-IN" altLang="en-US"/>
              <a:t>A+B means A is  greater than B</a:t>
            </a:r>
            <a:endParaRPr lang="en-IN" altLang="en-US"/>
          </a:p>
          <a:p>
            <a:r>
              <a:rPr lang="en-IN" altLang="en-US"/>
              <a:t>A-B means A is less than B</a:t>
            </a:r>
            <a:endParaRPr lang="en-IN" altLang="en-US"/>
          </a:p>
          <a:p>
            <a:r>
              <a:rPr lang="en-IN" altLang="en-US"/>
              <a:t>A= B means  A is greater than equal to B</a:t>
            </a:r>
            <a:endParaRPr lang="en-IN" altLang="en-US"/>
          </a:p>
          <a:p>
            <a:r>
              <a:rPr lang="en-IN" altLang="en-US"/>
              <a:t>A*B means A  is equal to B</a:t>
            </a:r>
            <a:endParaRPr lang="en-IN" altLang="en-US"/>
          </a:p>
          <a:p>
            <a:r>
              <a:rPr lang="en-IN" altLang="en-US"/>
              <a:t>A/B means A is not equal to B</a:t>
            </a:r>
            <a:endParaRPr lang="en-IN" altLang="en-US"/>
          </a:p>
          <a:p>
            <a:r>
              <a:rPr lang="en-IN" altLang="en-US"/>
              <a:t>Statements: M-N,N*O,O-P</a:t>
            </a:r>
            <a:endParaRPr lang="en-IN" altLang="en-US"/>
          </a:p>
          <a:p>
            <a:r>
              <a:rPr lang="en-IN" altLang="en-US"/>
              <a:t>Conclusion: 1. M-O</a:t>
            </a:r>
            <a:endParaRPr lang="en-IN" altLang="en-US"/>
          </a:p>
          <a:p>
            <a:r>
              <a:rPr lang="en-IN" altLang="en-US"/>
              <a:t>2. N-P</a:t>
            </a:r>
            <a:endParaRPr lang="en-IN" altLang="en-US"/>
          </a:p>
          <a:p>
            <a:r>
              <a:rPr lang="en-IN" altLang="en-US">
                <a:sym typeface="+mn-ea"/>
              </a:rPr>
              <a:t> </a:t>
            </a:r>
            <a:r>
              <a:rPr lang="en-IN" altLang="en-US">
                <a:sym typeface="+mn-ea"/>
              </a:rPr>
              <a:t>a) only 1 true </a:t>
            </a:r>
            <a:endParaRPr lang="en-IN" altLang="en-US"/>
          </a:p>
          <a:p>
            <a:r>
              <a:rPr lang="en-IN" altLang="en-US">
                <a:sym typeface="+mn-ea"/>
              </a:rPr>
              <a:t>b) only 2 true</a:t>
            </a:r>
            <a:endParaRPr lang="en-IN" altLang="en-US"/>
          </a:p>
          <a:p>
            <a:r>
              <a:rPr lang="en-IN" altLang="en-US">
                <a:sym typeface="+mn-ea"/>
              </a:rPr>
              <a:t>c) both are correct </a:t>
            </a:r>
            <a:endParaRPr lang="en-IN" altLang="en-US"/>
          </a:p>
          <a:p>
            <a:r>
              <a:rPr lang="en-IN" altLang="en-US">
                <a:sym typeface="+mn-ea"/>
              </a:rPr>
              <a:t>d) Both are false</a:t>
            </a:r>
            <a:endParaRPr lang="en-IN" altLang="en-US"/>
          </a:p>
          <a:p>
            <a:endParaRPr lang="en-IN" alt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normAutofit lnSpcReduction="20000"/>
          </a:bodyPr>
          <a:p>
            <a:r>
              <a:rPr lang="en-US"/>
              <a:t>There are 4 questions based on the same puzzle. Answer the questions based on the given</a:t>
            </a:r>
            <a:endParaRPr lang="en-US"/>
          </a:p>
          <a:p>
            <a:r>
              <a:rPr lang="en-US"/>
              <a:t>Information:</a:t>
            </a:r>
            <a:endParaRPr lang="en-US"/>
          </a:p>
          <a:p>
            <a:r>
              <a:rPr lang="en-US"/>
              <a:t>(1) Six friends P. Q. R. S. T and U are members of a club and play a different game of Football. Cricket.</a:t>
            </a:r>
            <a:endParaRPr lang="en-US"/>
          </a:p>
          <a:p>
            <a:r>
              <a:rPr lang="en-US"/>
              <a:t>Tennis, Basketball, Badminton and Volleyball.</a:t>
            </a:r>
            <a:endParaRPr lang="en-US"/>
          </a:p>
          <a:p>
            <a:r>
              <a:rPr lang="en-US"/>
              <a:t>(II) T who is taller than P and S plays Tennis.</a:t>
            </a:r>
            <a:endParaRPr lang="en-US"/>
          </a:p>
          <a:p>
            <a:r>
              <a:rPr lang="en-US"/>
              <a:t>(Ill) The tallest among them plays Basketball.</a:t>
            </a:r>
            <a:endParaRPr lang="en-US"/>
          </a:p>
          <a:p>
            <a:r>
              <a:rPr lang="en-US"/>
              <a:t>(IV) The shortest among them plays Volleyball</a:t>
            </a:r>
            <a:endParaRPr lang="en-US"/>
          </a:p>
          <a:p>
            <a:r>
              <a:rPr lang="en-US"/>
              <a:t>(v) Q and S neither play Volleyball nor Basketball.</a:t>
            </a:r>
            <a:endParaRPr lang="en-US"/>
          </a:p>
          <a:p>
            <a:r>
              <a:rPr lang="en-US"/>
              <a:t>(vi) R plays Volleyball.</a:t>
            </a:r>
            <a:endParaRPr lang="en-US"/>
          </a:p>
          <a:p>
            <a:r>
              <a:rPr lang="en-US"/>
              <a:t>(vil) T is between Q who plays Football and P In order of height.</a:t>
            </a:r>
            <a:endParaRPr lang="en-US"/>
          </a:p>
          <a:p>
            <a:r>
              <a:rPr lang="en-IN" altLang="en-US"/>
              <a:t>Who is taller than R but shorter than P?</a:t>
            </a:r>
            <a:endParaRPr lang="en-IN" altLang="en-US"/>
          </a:p>
          <a:p>
            <a:r>
              <a:rPr lang="en-IN" altLang="en-US"/>
              <a:t>a) Q  b) T  c) U d) data sufficiency e) None of these</a:t>
            </a:r>
            <a:endParaRPr lang="en-IN" alt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normAutofit fontScale="80000"/>
          </a:bodyPr>
          <a:p>
            <a:r>
              <a:rPr lang="en-US"/>
              <a:t>The given signs signify something and on that basis, assume the given statements to be true</a:t>
            </a:r>
            <a:endParaRPr lang="en-US"/>
          </a:p>
          <a:p>
            <a:r>
              <a:rPr lang="en-US"/>
              <a:t>and find which of the two conclusions | and II is/are definitely true.</a:t>
            </a:r>
            <a:endParaRPr lang="en-US"/>
          </a:p>
          <a:p>
            <a:r>
              <a:rPr lang="en-US"/>
              <a:t>P + Q means P is greater than Q.</a:t>
            </a:r>
            <a:endParaRPr lang="en-US"/>
          </a:p>
          <a:p>
            <a:r>
              <a:rPr lang="en-US"/>
              <a:t>p * Q means P is greater than but not equal to Q.</a:t>
            </a:r>
            <a:endParaRPr lang="en-US"/>
          </a:p>
          <a:p>
            <a:r>
              <a:rPr lang="en-US"/>
              <a:t>P = Q means P is equal to Q.</a:t>
            </a:r>
            <a:endParaRPr lang="en-US"/>
          </a:p>
          <a:p>
            <a:r>
              <a:rPr lang="en-US"/>
              <a:t>P / Q means P is less than or equal.</a:t>
            </a:r>
            <a:endParaRPr lang="en-US"/>
          </a:p>
          <a:p>
            <a:r>
              <a:rPr lang="en-US"/>
              <a:t>P - Q means P is less than Q.</a:t>
            </a:r>
            <a:endParaRPr lang="en-US"/>
          </a:p>
          <a:p>
            <a:r>
              <a:rPr lang="en-IN" altLang="en-US"/>
              <a:t>S</a:t>
            </a:r>
            <a:r>
              <a:rPr lang="en-US"/>
              <a:t>tatements:</a:t>
            </a:r>
            <a:endParaRPr lang="en-US"/>
          </a:p>
          <a:p>
            <a:r>
              <a:rPr lang="en-US"/>
              <a:t>R + (S/ U). U+(T-(S=Z)).Z+(R* U)</a:t>
            </a:r>
            <a:endParaRPr lang="en-US"/>
          </a:p>
          <a:p>
            <a:r>
              <a:rPr lang="en-US"/>
              <a:t>Conclusions:</a:t>
            </a:r>
            <a:endParaRPr lang="en-US"/>
          </a:p>
          <a:p>
            <a:r>
              <a:rPr lang="en-US"/>
              <a:t>(1) </a:t>
            </a:r>
            <a:r>
              <a:rPr lang="en-IN" altLang="en-US"/>
              <a:t>S</a:t>
            </a:r>
            <a:r>
              <a:rPr lang="en-US"/>
              <a:t> + (R * T )</a:t>
            </a:r>
            <a:endParaRPr lang="en-US"/>
          </a:p>
          <a:p>
            <a:r>
              <a:rPr lang="en-US"/>
              <a:t>(11) R/ ( T -S)</a:t>
            </a:r>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Title 5"/>
          <p:cNvSpPr>
            <a:spLocks noGrp="1"/>
          </p:cNvSpPr>
          <p:nvPr>
            <p:ph type="title"/>
          </p:nvPr>
        </p:nvSpPr>
        <p:spPr/>
        <p:txBody>
          <a:bodyPr/>
          <a:p>
            <a:endParaRPr lang="en-US"/>
          </a:p>
        </p:txBody>
      </p:sp>
      <p:sp>
        <p:nvSpPr>
          <p:cNvPr id="2" name="Content Placeholder 1"/>
          <p:cNvSpPr/>
          <p:nvPr>
            <p:ph idx="1"/>
          </p:nvPr>
        </p:nvSpPr>
        <p:spPr/>
        <p:txBody>
          <a:bodyPr/>
          <a:p>
            <a:endParaRPr lang="en-US"/>
          </a:p>
        </p:txBody>
      </p:sp>
      <p:sp>
        <p:nvSpPr>
          <p:cNvPr id="3" name="Picture Placeholder 2"/>
          <p:cNvSpPr/>
          <p:nvPr>
            <p:ph type="pic" sz="quarter" idx="13"/>
          </p:nvPr>
        </p:nvSpPr>
        <p:spPr/>
      </p:sp>
      <p:pic>
        <p:nvPicPr>
          <p:cNvPr id="7" name="Picture 6" descr="20220516_125233"/>
          <p:cNvPicPr>
            <a:picLocks noChangeAspect="1"/>
          </p:cNvPicPr>
          <p:nvPr/>
        </p:nvPicPr>
        <p:blipFill>
          <a:blip r:embed="rId1"/>
          <a:stretch>
            <a:fillRect/>
          </a:stretch>
        </p:blipFill>
        <p:spPr>
          <a:xfrm>
            <a:off x="-356870" y="455295"/>
            <a:ext cx="4861560" cy="5166360"/>
          </a:xfrm>
          <a:prstGeom prst="rect">
            <a:avLst/>
          </a:prstGeom>
        </p:spPr>
      </p:pic>
      <p:pic>
        <p:nvPicPr>
          <p:cNvPr id="8" name="Picture 7" descr="20220516_125127"/>
          <p:cNvPicPr>
            <a:picLocks noChangeAspect="1"/>
          </p:cNvPicPr>
          <p:nvPr/>
        </p:nvPicPr>
        <p:blipFill>
          <a:blip r:embed="rId2"/>
          <a:stretch>
            <a:fillRect/>
          </a:stretch>
        </p:blipFill>
        <p:spPr>
          <a:xfrm>
            <a:off x="5285740" y="0"/>
            <a:ext cx="4719955" cy="6858000"/>
          </a:xfrm>
          <a:prstGeom prst="rect">
            <a:avLst/>
          </a:prstGeom>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Picture Placeholder 4"/>
          <p:cNvSpPr>
            <a:spLocks noGrp="1"/>
          </p:cNvSpPr>
          <p:nvPr>
            <p:ph type="pic" sz="quarter" idx="13"/>
          </p:nvPr>
        </p:nvSpPr>
        <p:spPr/>
      </p:sp>
      <p:sp>
        <p:nvSpPr>
          <p:cNvPr id="6" name="Title 5"/>
          <p:cNvSpPr>
            <a:spLocks noGrp="1"/>
          </p:cNvSpPr>
          <p:nvPr>
            <p:ph type="title"/>
          </p:nvPr>
        </p:nvSpPr>
        <p:spPr/>
        <p:txBody>
          <a:bodyPr/>
          <a:p>
            <a:endParaRPr lang="en-US"/>
          </a:p>
        </p:txBody>
      </p:sp>
      <p:pic>
        <p:nvPicPr>
          <p:cNvPr id="4" name="Content Placeholder 3" descr="20220516_125156"/>
          <p:cNvPicPr>
            <a:picLocks noChangeAspect="1"/>
          </p:cNvPicPr>
          <p:nvPr>
            <p:ph idx="1"/>
          </p:nvPr>
        </p:nvPicPr>
        <p:blipFill>
          <a:blip r:embed="rId1"/>
          <a:stretch>
            <a:fillRect/>
          </a:stretch>
        </p:blipFill>
        <p:spPr>
          <a:xfrm>
            <a:off x="2645410" y="497840"/>
            <a:ext cx="7435215" cy="4868545"/>
          </a:xfrm>
          <a:prstGeom prst="rect">
            <a:avLst/>
          </a:prstGeom>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Title 6"/>
          <p:cNvSpPr>
            <a:spLocks noGrp="1"/>
          </p:cNvSpPr>
          <p:nvPr>
            <p:ph type="title"/>
          </p:nvPr>
        </p:nvSpPr>
        <p:spPr/>
        <p:txBody>
          <a:bodyPr/>
          <a:p>
            <a:endParaRPr lang="en-US"/>
          </a:p>
        </p:txBody>
      </p:sp>
      <p:sp>
        <p:nvSpPr>
          <p:cNvPr id="10" name="Text Box 9"/>
          <p:cNvSpPr txBox="1"/>
          <p:nvPr/>
        </p:nvSpPr>
        <p:spPr>
          <a:xfrm>
            <a:off x="6358890" y="5248910"/>
            <a:ext cx="309880" cy="368300"/>
          </a:xfrm>
          <a:prstGeom prst="rect">
            <a:avLst/>
          </a:prstGeom>
          <a:noFill/>
        </p:spPr>
        <p:txBody>
          <a:bodyPr wrap="none" rtlCol="0">
            <a:spAutoFit/>
          </a:bodyPr>
          <a:p>
            <a:endParaRPr lang="en-US"/>
          </a:p>
        </p:txBody>
      </p:sp>
      <p:sp>
        <p:nvSpPr>
          <p:cNvPr id="2" name="Picture Placeholder 1"/>
          <p:cNvSpPr/>
          <p:nvPr>
            <p:ph type="pic" sz="quarter" idx="13"/>
          </p:nvPr>
        </p:nvSpPr>
        <p:spPr/>
      </p:sp>
      <p:pic>
        <p:nvPicPr>
          <p:cNvPr id="3" name="Picture 2" descr="20220516_131124"/>
          <p:cNvPicPr>
            <a:picLocks noChangeAspect="1"/>
          </p:cNvPicPr>
          <p:nvPr/>
        </p:nvPicPr>
        <p:blipFill>
          <a:blip r:embed="rId1"/>
          <a:stretch>
            <a:fillRect/>
          </a:stretch>
        </p:blipFill>
        <p:spPr>
          <a:xfrm>
            <a:off x="236220" y="-151765"/>
            <a:ext cx="4146550" cy="6858000"/>
          </a:xfrm>
          <a:prstGeom prst="rect">
            <a:avLst/>
          </a:prstGeom>
        </p:spPr>
      </p:pic>
      <p:pic>
        <p:nvPicPr>
          <p:cNvPr id="4" name="Picture 3" descr="20220516_131105"/>
          <p:cNvPicPr>
            <a:picLocks noChangeAspect="1"/>
          </p:cNvPicPr>
          <p:nvPr/>
        </p:nvPicPr>
        <p:blipFill>
          <a:blip r:embed="rId2"/>
          <a:stretch>
            <a:fillRect/>
          </a:stretch>
        </p:blipFill>
        <p:spPr>
          <a:xfrm>
            <a:off x="5782945" y="-151765"/>
            <a:ext cx="4527550" cy="6858000"/>
          </a:xfrm>
          <a:prstGeom prst="rect">
            <a:avLst/>
          </a:prstGeom>
        </p:spPr>
      </p:pic>
      <p:sp>
        <p:nvSpPr>
          <p:cNvPr id="8" name="Content Placeholder 7"/>
          <p:cNvSpPr/>
          <p:nvPr>
            <p:ph idx="1"/>
          </p:nvPr>
        </p:nvSpPr>
        <p:spPr>
          <a:xfrm>
            <a:off x="5326904" y="380333"/>
            <a:ext cx="5713841" cy="4868609"/>
          </a:xfrm>
        </p:spPr>
        <p:txBody>
          <a:bodyPr/>
          <a:p>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Title 6"/>
          <p:cNvSpPr>
            <a:spLocks noGrp="1"/>
          </p:cNvSpPr>
          <p:nvPr>
            <p:ph type="title"/>
          </p:nvPr>
        </p:nvSpPr>
        <p:spPr/>
        <p:txBody>
          <a:bodyPr/>
          <a:p>
            <a:endParaRPr lang="en-US"/>
          </a:p>
        </p:txBody>
      </p:sp>
      <p:sp>
        <p:nvSpPr>
          <p:cNvPr id="2" name="Picture Placeholder 1"/>
          <p:cNvSpPr/>
          <p:nvPr>
            <p:ph type="pic" sz="quarter" idx="13"/>
          </p:nvPr>
        </p:nvSpPr>
        <p:spPr/>
      </p:sp>
      <p:sp>
        <p:nvSpPr>
          <p:cNvPr id="3" name="Content Placeholder 2"/>
          <p:cNvSpPr/>
          <p:nvPr>
            <p:ph idx="1"/>
          </p:nvPr>
        </p:nvSpPr>
        <p:spPr/>
        <p:txBody>
          <a:bodyPr/>
          <a:p>
            <a:endParaRPr lang="en-US"/>
          </a:p>
        </p:txBody>
      </p:sp>
      <p:pic>
        <p:nvPicPr>
          <p:cNvPr id="4" name="Picture 3" descr="20220516_131153"/>
          <p:cNvPicPr>
            <a:picLocks noChangeAspect="1"/>
          </p:cNvPicPr>
          <p:nvPr/>
        </p:nvPicPr>
        <p:blipFill>
          <a:blip r:embed="rId1"/>
          <a:stretch>
            <a:fillRect/>
          </a:stretch>
        </p:blipFill>
        <p:spPr>
          <a:xfrm>
            <a:off x="515620" y="0"/>
            <a:ext cx="4943475" cy="6858000"/>
          </a:xfrm>
          <a:prstGeom prst="rect">
            <a:avLst/>
          </a:prstGeom>
        </p:spPr>
      </p:pic>
      <p:pic>
        <p:nvPicPr>
          <p:cNvPr id="5" name="Picture 4" descr="20220516_131139"/>
          <p:cNvPicPr>
            <a:picLocks noChangeAspect="1"/>
          </p:cNvPicPr>
          <p:nvPr/>
        </p:nvPicPr>
        <p:blipFill>
          <a:blip r:embed="rId2"/>
          <a:stretch>
            <a:fillRect/>
          </a:stretch>
        </p:blipFill>
        <p:spPr>
          <a:xfrm>
            <a:off x="6373495" y="-90805"/>
            <a:ext cx="4929505" cy="6858000"/>
          </a:xfrm>
          <a:prstGeom prst="rect">
            <a:avLst/>
          </a:prstGeom>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Picture Placeholder 6"/>
          <p:cNvSpPr>
            <a:spLocks noGrp="1"/>
          </p:cNvSpPr>
          <p:nvPr>
            <p:ph type="pic" sz="quarter" idx="13"/>
          </p:nvPr>
        </p:nvSpPr>
        <p:spPr/>
      </p:sp>
      <p:sp>
        <p:nvSpPr>
          <p:cNvPr id="8" name="Title 7"/>
          <p:cNvSpPr>
            <a:spLocks noGrp="1"/>
          </p:cNvSpPr>
          <p:nvPr>
            <p:ph type="title"/>
          </p:nvPr>
        </p:nvSpPr>
        <p:spPr/>
        <p:txBody>
          <a:bodyPr/>
          <a:p>
            <a:endParaRPr lang="en-US"/>
          </a:p>
        </p:txBody>
      </p:sp>
      <p:pic>
        <p:nvPicPr>
          <p:cNvPr id="6" name="Content Placeholder 5" descr="20220516_174616"/>
          <p:cNvPicPr>
            <a:picLocks noChangeAspect="1"/>
          </p:cNvPicPr>
          <p:nvPr>
            <p:ph idx="1"/>
          </p:nvPr>
        </p:nvPicPr>
        <p:blipFill>
          <a:blip r:embed="rId1"/>
          <a:stretch>
            <a:fillRect/>
          </a:stretch>
        </p:blipFill>
        <p:spPr>
          <a:xfrm>
            <a:off x="1092200" y="650240"/>
            <a:ext cx="5429250" cy="5436235"/>
          </a:xfrm>
          <a:prstGeom prst="rect">
            <a:avLst/>
          </a:prstGeom>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Picture Placeholder 6"/>
          <p:cNvSpPr>
            <a:spLocks noGrp="1"/>
          </p:cNvSpPr>
          <p:nvPr>
            <p:ph type="pic" sz="quarter" idx="13"/>
          </p:nvPr>
        </p:nvSpPr>
        <p:spPr/>
      </p:sp>
      <p:sp>
        <p:nvSpPr>
          <p:cNvPr id="8" name="Title 7"/>
          <p:cNvSpPr>
            <a:spLocks noGrp="1"/>
          </p:cNvSpPr>
          <p:nvPr>
            <p:ph type="title"/>
          </p:nvPr>
        </p:nvSpPr>
        <p:spPr/>
        <p:txBody>
          <a:bodyPr/>
          <a:p>
            <a:endParaRPr lang="en-US"/>
          </a:p>
        </p:txBody>
      </p:sp>
      <p:pic>
        <p:nvPicPr>
          <p:cNvPr id="6" name="Content Placeholder 5" descr="20220516_174635"/>
          <p:cNvPicPr>
            <a:picLocks noChangeAspect="1"/>
          </p:cNvPicPr>
          <p:nvPr>
            <p:ph idx="1"/>
          </p:nvPr>
        </p:nvPicPr>
        <p:blipFill>
          <a:blip r:embed="rId1"/>
          <a:stretch>
            <a:fillRect/>
          </a:stretch>
        </p:blipFill>
        <p:spPr>
          <a:xfrm>
            <a:off x="960755" y="842645"/>
            <a:ext cx="3200400" cy="4868545"/>
          </a:xfrm>
          <a:prstGeom prst="rect">
            <a:avLst/>
          </a:prstGeom>
        </p:spPr>
      </p:pic>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Picture Placeholder 6"/>
          <p:cNvSpPr>
            <a:spLocks noGrp="1"/>
          </p:cNvSpPr>
          <p:nvPr>
            <p:ph type="pic" sz="quarter" idx="13"/>
          </p:nvPr>
        </p:nvSpPr>
        <p:spPr/>
      </p:sp>
      <p:sp>
        <p:nvSpPr>
          <p:cNvPr id="8" name="Title 7"/>
          <p:cNvSpPr>
            <a:spLocks noGrp="1"/>
          </p:cNvSpPr>
          <p:nvPr>
            <p:ph type="title"/>
          </p:nvPr>
        </p:nvSpPr>
        <p:spPr/>
        <p:txBody>
          <a:bodyPr/>
          <a:p>
            <a:endParaRPr lang="en-US"/>
          </a:p>
        </p:txBody>
      </p:sp>
      <p:pic>
        <p:nvPicPr>
          <p:cNvPr id="6" name="Content Placeholder 5" descr="20220516_174644"/>
          <p:cNvPicPr>
            <a:picLocks noChangeAspect="1"/>
          </p:cNvPicPr>
          <p:nvPr>
            <p:ph idx="1"/>
          </p:nvPr>
        </p:nvPicPr>
        <p:blipFill>
          <a:blip r:embed="rId1"/>
          <a:stretch>
            <a:fillRect/>
          </a:stretch>
        </p:blipFill>
        <p:spPr>
          <a:xfrm>
            <a:off x="257175" y="153035"/>
            <a:ext cx="4329430" cy="5780405"/>
          </a:xfrm>
          <a:prstGeom prst="rect">
            <a:avLst/>
          </a:prstGeom>
        </p:spPr>
      </p:pic>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Picture Placeholder 6"/>
          <p:cNvSpPr>
            <a:spLocks noGrp="1"/>
          </p:cNvSpPr>
          <p:nvPr>
            <p:ph type="pic" sz="quarter" idx="13"/>
          </p:nvPr>
        </p:nvSpPr>
        <p:spPr/>
      </p:sp>
      <p:sp>
        <p:nvSpPr>
          <p:cNvPr id="8" name="Title 7"/>
          <p:cNvSpPr>
            <a:spLocks noGrp="1"/>
          </p:cNvSpPr>
          <p:nvPr>
            <p:ph type="title"/>
          </p:nvPr>
        </p:nvSpPr>
        <p:spPr/>
        <p:txBody>
          <a:bodyPr/>
          <a:p>
            <a:endParaRPr lang="en-US"/>
          </a:p>
        </p:txBody>
      </p:sp>
      <p:pic>
        <p:nvPicPr>
          <p:cNvPr id="6" name="Content Placeholder 5" descr="20220516_174653"/>
          <p:cNvPicPr>
            <a:picLocks noChangeAspect="1"/>
          </p:cNvPicPr>
          <p:nvPr>
            <p:ph idx="1"/>
          </p:nvPr>
        </p:nvPicPr>
        <p:blipFill>
          <a:blip r:embed="rId1"/>
          <a:stretch>
            <a:fillRect/>
          </a:stretch>
        </p:blipFill>
        <p:spPr>
          <a:xfrm>
            <a:off x="681355" y="507365"/>
            <a:ext cx="3479800" cy="4868545"/>
          </a:xfrm>
          <a:prstGeom prst="rect">
            <a:avLst/>
          </a:prstGeom>
        </p:spPr>
      </p:pic>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Picture Placeholder 6"/>
          <p:cNvSpPr>
            <a:spLocks noGrp="1"/>
          </p:cNvSpPr>
          <p:nvPr>
            <p:ph type="pic" sz="quarter" idx="13"/>
          </p:nvPr>
        </p:nvSpPr>
        <p:spPr/>
      </p:sp>
      <p:sp>
        <p:nvSpPr>
          <p:cNvPr id="8" name="Title 7"/>
          <p:cNvSpPr>
            <a:spLocks noGrp="1"/>
          </p:cNvSpPr>
          <p:nvPr>
            <p:ph type="title"/>
          </p:nvPr>
        </p:nvSpPr>
        <p:spPr/>
        <p:txBody>
          <a:bodyPr/>
          <a:p>
            <a:endParaRPr lang="en-US"/>
          </a:p>
        </p:txBody>
      </p:sp>
      <p:pic>
        <p:nvPicPr>
          <p:cNvPr id="6" name="Content Placeholder 5" descr="20220516_174703"/>
          <p:cNvPicPr>
            <a:picLocks noChangeAspect="1"/>
          </p:cNvPicPr>
          <p:nvPr>
            <p:ph idx="1"/>
          </p:nvPr>
        </p:nvPicPr>
        <p:blipFill>
          <a:blip r:embed="rId1"/>
          <a:stretch>
            <a:fillRect/>
          </a:stretch>
        </p:blipFill>
        <p:spPr>
          <a:xfrm>
            <a:off x="493395" y="223520"/>
            <a:ext cx="4266565" cy="5812155"/>
          </a:xfrm>
          <a:prstGeom prst="rect">
            <a:avLst/>
          </a:prstGeom>
        </p:spPr>
      </p:pic>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Subtitle 2"/>
          <p:cNvSpPr>
            <a:spLocks noGrp="1"/>
          </p:cNvSpPr>
          <p:nvPr>
            <p:ph type="subTitle" idx="1"/>
          </p:nvPr>
        </p:nvSpPr>
        <p:spPr/>
        <p:txBody>
          <a:bodyPr/>
          <a:p>
            <a:endParaRPr lang="en-US"/>
          </a:p>
        </p:txBody>
      </p:sp>
      <p:sp>
        <p:nvSpPr>
          <p:cNvPr id="4" name="Title 3"/>
          <p:cNvSpPr>
            <a:spLocks noGrp="1"/>
          </p:cNvSpPr>
          <p:nvPr>
            <p:ph type="ctrTitle"/>
          </p:nvPr>
        </p:nvSpPr>
        <p:spPr/>
        <p:txBody>
          <a:bodyPr/>
          <a:p>
            <a:endParaRPr lang="en-US"/>
          </a:p>
        </p:txBody>
      </p:sp>
      <p:pic>
        <p:nvPicPr>
          <p:cNvPr id="5" name="Picture Placeholder 4" descr="20220516_174739"/>
          <p:cNvPicPr>
            <a:picLocks noChangeAspect="1"/>
          </p:cNvPicPr>
          <p:nvPr>
            <p:ph type="pic" sz="quarter" idx="13"/>
          </p:nvPr>
        </p:nvPicPr>
        <p:blipFill>
          <a:blip r:embed="rId1"/>
          <a:stretch>
            <a:fillRect/>
          </a:stretch>
        </p:blipFill>
        <p:spPr>
          <a:xfrm>
            <a:off x="831215" y="-192405"/>
            <a:ext cx="4991100" cy="6858000"/>
          </a:xfrm>
          <a:prstGeom prst="rect">
            <a:avLst/>
          </a:prstGeom>
        </p:spPr>
      </p:pic>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Picture Placeholder 6"/>
          <p:cNvSpPr>
            <a:spLocks noGrp="1"/>
          </p:cNvSpPr>
          <p:nvPr>
            <p:ph type="pic" sz="quarter" idx="13"/>
          </p:nvPr>
        </p:nvSpPr>
        <p:spPr/>
      </p:sp>
      <p:sp>
        <p:nvSpPr>
          <p:cNvPr id="8" name="Title 7"/>
          <p:cNvSpPr>
            <a:spLocks noGrp="1"/>
          </p:cNvSpPr>
          <p:nvPr>
            <p:ph type="title"/>
          </p:nvPr>
        </p:nvSpPr>
        <p:spPr/>
        <p:txBody>
          <a:bodyPr/>
          <a:p>
            <a:endParaRPr lang="en-US"/>
          </a:p>
        </p:txBody>
      </p:sp>
      <p:pic>
        <p:nvPicPr>
          <p:cNvPr id="6" name="Content Placeholder 5" descr="20220516_174724"/>
          <p:cNvPicPr>
            <a:picLocks noChangeAspect="1"/>
          </p:cNvPicPr>
          <p:nvPr>
            <p:ph idx="1"/>
          </p:nvPr>
        </p:nvPicPr>
        <p:blipFill>
          <a:blip r:embed="rId1"/>
          <a:stretch>
            <a:fillRect/>
          </a:stretch>
        </p:blipFill>
        <p:spPr>
          <a:xfrm>
            <a:off x="365760" y="132080"/>
            <a:ext cx="4521835" cy="6075045"/>
          </a:xfrm>
          <a:prstGeom prst="rect">
            <a:avLst/>
          </a:prstGeom>
        </p:spPr>
      </p:pic>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7" name="Content Placeholder 6" descr="20220516_125523"/>
          <p:cNvPicPr>
            <a:picLocks noChangeAspect="1"/>
          </p:cNvPicPr>
          <p:nvPr>
            <p:ph idx="1"/>
          </p:nvPr>
        </p:nvPicPr>
        <p:blipFill>
          <a:blip r:embed="rId1"/>
          <a:stretch>
            <a:fillRect/>
          </a:stretch>
        </p:blipFill>
        <p:spPr>
          <a:xfrm>
            <a:off x="397510" y="1925320"/>
            <a:ext cx="5713730" cy="3075305"/>
          </a:xfrm>
          <a:prstGeom prst="rect">
            <a:avLst/>
          </a:prstGeom>
        </p:spPr>
      </p:pic>
      <p:sp>
        <p:nvSpPr>
          <p:cNvPr id="11" name="Title 10"/>
          <p:cNvSpPr>
            <a:spLocks noGrp="1"/>
          </p:cNvSpPr>
          <p:nvPr>
            <p:ph type="title"/>
          </p:nvPr>
        </p:nvSpPr>
        <p:spPr/>
        <p:txBody>
          <a:bodyPr/>
          <a:p>
            <a:endParaRPr lang="en-US"/>
          </a:p>
        </p:txBody>
      </p:sp>
      <p:pic>
        <p:nvPicPr>
          <p:cNvPr id="10" name="Picture Placeholder 9" descr="20220516_125553"/>
          <p:cNvPicPr>
            <a:picLocks noChangeAspect="1"/>
          </p:cNvPicPr>
          <p:nvPr>
            <p:ph type="pic" sz="quarter" idx="13"/>
          </p:nvPr>
        </p:nvPicPr>
        <p:blipFill>
          <a:blip r:embed="rId2"/>
          <a:stretch>
            <a:fillRect/>
          </a:stretch>
        </p:blipFill>
        <p:spPr>
          <a:xfrm>
            <a:off x="7094855" y="1885315"/>
            <a:ext cx="4654550" cy="3115310"/>
          </a:xfrm>
          <a:prstGeom prst="rect">
            <a:avLst/>
          </a:prstGeom>
        </p:spPr>
      </p:pic>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dirty="0" smtClean="0"/>
          </a:p>
          <a:p>
            <a:endParaRPr lang="en-IN" dirty="0"/>
          </a:p>
          <a:p>
            <a:endParaRPr lang="en-IN" dirty="0" smtClean="0"/>
          </a:p>
          <a:p>
            <a:endParaRPr lang="en-IN" dirty="0"/>
          </a:p>
          <a:p>
            <a:r>
              <a:rPr lang="en-IN" dirty="0" smtClean="0"/>
              <a:t>                                                                                       </a:t>
            </a:r>
            <a:r>
              <a:rPr lang="en-IN" sz="3600" dirty="0" smtClean="0"/>
              <a:t>THANK YOU</a:t>
            </a:r>
            <a:endParaRPr lang="en-IN" sz="3600" dirty="0"/>
          </a:p>
        </p:txBody>
      </p:sp>
    </p:spTree>
  </p:cSld>
  <p:clrMapOvr>
    <a:masterClrMapping/>
  </p:clrMapOvr>
</p:sld>
</file>

<file path=ppt/theme/theme1.xml><?xml version="1.0" encoding="utf-8"?>
<a:theme xmlns:a="http://schemas.openxmlformats.org/drawingml/2006/main" name="Q spider">
  <a:themeElements>
    <a:clrScheme name="Retrospect">
      <a:dk1>
        <a:sysClr val="windowText" lastClr="000000"/>
      </a:dk1>
      <a:lt1>
        <a:sysClr val="window" lastClr="FFFFFF"/>
      </a:lt1>
      <a:dk2>
        <a:srgbClr val="344068"/>
      </a:dk2>
      <a:lt2>
        <a:srgbClr val="D9E0E6"/>
      </a:lt2>
      <a:accent1>
        <a:srgbClr val="1CADE4"/>
      </a:accent1>
      <a:accent2>
        <a:srgbClr val="2683C6"/>
      </a:accent2>
      <a:accent3>
        <a:srgbClr val="28C4CC"/>
      </a:accent3>
      <a:accent4>
        <a:srgbClr val="42BA97"/>
      </a:accent4>
      <a:accent5>
        <a:srgbClr val="3E8853"/>
      </a:accent5>
      <a:accent6>
        <a:srgbClr val="62A39F"/>
      </a:accent6>
      <a:hlink>
        <a:srgbClr val="6EAC1C"/>
      </a:hlink>
      <a:folHlink>
        <a:srgbClr val="B26B02"/>
      </a:folHlink>
    </a:clrScheme>
    <a:fontScheme name="Retrospect">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Classic company all hands presentation</Template>
  <TotalTime>0</TotalTime>
  <Words>19723</Words>
  <Application>WPS Presentation</Application>
  <PresentationFormat>Widescreen</PresentationFormat>
  <Paragraphs>552</Paragraphs>
  <Slides>78</Slides>
  <Notes>1</Notes>
  <HiddenSlides>0</HiddenSlides>
  <MMClips>0</MMClips>
  <ScaleCrop>false</ScaleCrop>
  <HeadingPairs>
    <vt:vector size="6" baseType="variant">
      <vt:variant>
        <vt:lpstr>已用的字体</vt:lpstr>
      </vt:variant>
      <vt:variant>
        <vt:i4>8</vt:i4>
      </vt:variant>
      <vt:variant>
        <vt:lpstr>主题</vt:lpstr>
      </vt:variant>
      <vt:variant>
        <vt:i4>2</vt:i4>
      </vt:variant>
      <vt:variant>
        <vt:lpstr>幻灯片标题</vt:lpstr>
      </vt:variant>
      <vt:variant>
        <vt:i4>78</vt:i4>
      </vt:variant>
    </vt:vector>
  </HeadingPairs>
  <TitlesOfParts>
    <vt:vector size="88" baseType="lpstr">
      <vt:lpstr>Arial</vt:lpstr>
      <vt:lpstr>SimSun</vt:lpstr>
      <vt:lpstr>Wingdings</vt:lpstr>
      <vt:lpstr>Cambria</vt:lpstr>
      <vt:lpstr>Calibri</vt:lpstr>
      <vt:lpstr>Calibri Light</vt:lpstr>
      <vt:lpstr>Microsoft YaHei</vt:lpstr>
      <vt:lpstr>Arial Unicode MS</vt:lpstr>
      <vt:lpstr>Q spider</vt:lpstr>
      <vt:lpstr>Custom Design</vt:lpstr>
      <vt:lpstr>CTS Reasoning</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vignesh</cp:lastModifiedBy>
  <cp:revision>6</cp:revision>
  <dcterms:created xsi:type="dcterms:W3CDTF">2022-04-07T04:00:00Z</dcterms:created>
  <dcterms:modified xsi:type="dcterms:W3CDTF">2022-06-13T08:08:33Z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ICV">
    <vt:lpwstr>F3EB0AFA2BF1413DAF8D6E268AC04532</vt:lpwstr>
  </property>
  <property fmtid="{D5CDD505-2E9C-101B-9397-08002B2CF9AE}" pid="4" name="KSOProductBuildVer">
    <vt:lpwstr>1033-11.2.0.11156</vt:lpwstr>
  </property>
</Properties>
</file>