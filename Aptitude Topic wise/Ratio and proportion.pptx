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5clPU0oXJJKz6bDp7mbkZOfZQ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6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6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6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8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8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9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9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9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9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0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0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20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2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2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5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5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5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5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5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5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5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7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7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7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7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7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8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9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9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0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1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1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1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1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2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2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3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3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4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5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5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Ratio and Proportion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1. Find a mean(2nd proportion) proportional to the numbers 3 and 192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a)21   b)24   c) 18 d) 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  Find a third proportional to the numbers 1.2 and 1.8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a)2.8    b)2.7   c)3.2  d) 3.7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3. Find a fourth proportional to the 6, 8, 9.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12  b)7  c)5   (d) 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4. Find the value of the missing figure in the question given below.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 6 :?::5:35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 30 b) 36 c) 42 d) 48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5.IF 3A=4B=5C ,then A:C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5:3   b) 3:5   c) 3:10   d) 4:3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6.If A:B=1:2,B:C=2:3  C:D=3:4 Find A:B:C:D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a) 1:2:3:4   b)1:3:4:5   c)1:3:5:6 d)1:2:3:5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7.IfA:B=2:3,B:C=3:5andC:D=9:11 FindA:B:C:D.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a)54:81:135:156   b)54: 81 : 135: 165    c)54:18: 135: 165   d) Data inadequate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8.If a:b=2:5  find (3a+4b):(4a+5b)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26:33  b) 14:13   c) 25:32   d)33:26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9.Two numbers are in the ratio 9:11. If sum of these two numbers is 660, find the difference between the numbers.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66 b) 56 c) 46 d) 76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10. Two numbers are in the ratio of 4:5. If sum of these two  numbers is 27, find the product of the numbers.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11.If 40% of a number is equal to two-third of another number, what is the ratio of first number to the second number?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2 : 5 	B.	3 : 7	C.	5 : 3	D.	7 :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12.Two numbers are respectively 20% and 50% more than a third number. The ratio of the two numbers 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2 : 5		B.	3 : 5		C.	4 : 5	D.	6 : 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13.The  monthly salaries Of A, B and C are in the ratio of 4 :5 : 7. if  C’s monthly salary is Rs.300 more than that of A, then, B’s annual salary is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Rs.6000 b) Rs.8500 c) Rs.4000 d) Rs.6500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14.A sum of money is to be distributed among A, B, C, D in the proportion of 5 : 2 : 4 : 3. If C gets Rs. 1000 more than D, what is B's share?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Rs. 500		B.	Rs. 1500	C.	Rs. 2000	D.	None of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15.1050 are divided among P, Q and R. If the share of P is 2/5 of the combined share of Q and R, then P gets: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(a)Rs. 200 (b)Rs. 300 (c)Rs.320 (d)Rs.420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16.A and B together have Rs. 1210. If  of A's amount 4/15 is equal to 2/5 of B's amount, how much amount does B have?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Rs. 460		B.	Rs. 484		C.	Rs. 550		D.	Rs. 664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17.If Rs. 782 be divided into three parts, proportional to  1/2 :2/3  :3/4 , then the first part 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Rs. 182		B.	Rs. 190		C.	Rs. 196		D.	Rs. 204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18. Seats for Maths, Physics and Biology are in the ratio of 5:7:8 respectively. There Is a proposal to increase these seats by 40%, 50% and 75% respectively. What will  be the respective ratio of  seats now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2:3:4 (b) 6:7:8  (C) 6:8:9 (d) Cannot be determined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19.The salaries of P, Q, R are in the ratio 3:4:5 and increments of 10% ,15%, 20% are added respectively. The new ratio of their salaries is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3:4:5 (b) 30:44:57  (c) 33:46:60                (d) 33:60: 46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20. In 44 litres mixture of milk and water the ratio of milk and water IS 6: 5. How much water should be added in the mlxture so that the ratio of milk to water becdmes 2 : 3?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61 litres b) 16   litres c)81    litres d)18    litres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21.In 60 litres mixture of milk and water the ratio of milk and water is 4 : 1. How much water should be added in the mixture so that the ratio of milk to water becomes 3 : 1?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4 litres  b) 15 litres c)16 litres d)20 litres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22.A mixture contains milk and water in the ratio of 9 : 4. On adding 4 litres of water, the ratio of milk to water becomes 3 : 2. Find the total quantity of the original mixture.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26 litres b) 18 litres c) 10 litres d) 30 litres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23.The ratio between two numbers is 5 : 7. If each number be increased by 11, the ratio becomes 13 : 16. Find the numbers.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a) 5,7 b) 15,21 (2)10, 14 d)75, 105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24.The incomes of Ram and Shyam are in the ratio 4 : 3 and their expenditures are in the ratio 3 : 2. If each saves Rs 2500, what are their incomes?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Rs 10000, Rs 7500 b) Rs 12000, Rs 9000  c) Rs 8000, Rs 6000 d)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25.The incomes of A and B are in the ratio 7 : 2 and their  expenditures are in the ratio 4 : 1. If each saves Rs 1000,  what are their incomes?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Rs 6000, Rs 21000 b) Rs 21000, Rs 6000  c) Rs 42000, Rs 12000. (d) Rs 12000, Rs 42000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27. In a bag there are coins of 25-paise, 10-paise and 5-paise in the ratio 1:2:3. The value of the money in the bag is Rs 60. Then, the number of 25-paise coin is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a)10 b) 120 c) 100 d)20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28.A bag contains 1 rupee,50 paise and 25-paise coins in the ratio 5:7:9.If the total amount in the bag is Rs. 430 ,find the number of coins of each kind.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a)200,280,360    b) 280,200,360   c) 360,280,200   d) 360,200,280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29. Gold is 20 times heavier as water and  copper 9 times heavier as water . In What ratio should these metals be mixed so that the mixture may be 15 times as heavy as water?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(a)6:5   (b)3:2  (c)5:1. (d)4:3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30.A smith has 2 qualities of gold. One of 14 carats  and another of 18.carats purity. In what proportion  should he mix both to make an ornament 15 carats purity?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(a)3:1(b)2:5(c)4:3(d)5:4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26.A group of boys and girls are playing 15 boys Ieave. The remaining boys and girls are in the ratio 1: 2. Then, 45 girls leave. The remaining boy and girls are in the ratio 5 : 1. How many boys were in the original group?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 25 b) 40 c) 30 d) 35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42FB8DFA96164D04B897BEFF77E06F18</vt:lpwstr>
  </property>
  <property fmtid="{D5CDD505-2E9C-101B-9397-08002B2CF9AE}" pid="4" name="KSOProductBuildVer">
    <vt:lpwstr>1033-11.2.0.11191</vt:lpwstr>
  </property>
</Properties>
</file>