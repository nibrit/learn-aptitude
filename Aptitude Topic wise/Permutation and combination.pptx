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p1IbEJDkBFCsEGEtKy8V7XaZR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5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5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15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5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7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17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8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8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8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8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1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9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9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19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2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21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21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4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4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24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4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24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24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24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6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26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6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26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6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7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7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7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8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9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9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29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0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0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0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3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3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0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1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3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3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3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1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2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32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3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2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3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32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3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3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4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3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3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3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4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3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4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4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4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9" name="Google Shape;229;p4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4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9" name="Google Shape;179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Permutation and Combination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58" name="Google Shape;258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4" name="Google Shape;264;p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 how many different ways can the letters of the word MONEY be arranged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25		(b) 55		(c) 120		(d) 250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In how many different ways can the letters of the word SONG be arranged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16		(b) 64		(c) 24	(d) 12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How many meaningful or meaningless words that can be formed by arranging all the letters of CORONA?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720		 (b) 360		(c) 250		(d) 240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0" name="Google Shape;270;p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How many meaningful or meaningless words that can be formed using all the letters of INVISIBLE?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9!		(b) 9!/3!	(c) 9!/3!2!	(d) 10!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In how many different ways can the letters of the word 'LEADING' be arranged in such a way that the vowels always come together?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a)360 	b)480 c)	720 d)	5040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6" name="Google Shape;276;p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 how many different ways can the letters of the word 'CORPORATION' be arranged so that the vowels always come together?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	810 b)	1440 c)	2880 d)	50400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In how many different ways can the letters of the word 'MATHEMATICS' be arranged so that the vowels always come together?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	10080 		b)	4989600 	c)	120960 		d)	None of these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How many meaningful or meaningless words that can be arranged using all the letters of CORONA  such that the vowels are not together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72		(b) 360		(c) 250		(d) 288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8" name="Google Shape;288;p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How many 6 digit telephone numbers can be formed if each number starts with 35 and no digit appears more than once?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360	b) 720	c) 1200d) 1680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Without repetition, using digits 2, 3, 4, 5, 6, 8 and 0, how many numbers can be made which lie between 500 and 1000?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 70b)  147c)  60d)  90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How many 4 digit Numbers can be made from the digits 7, 8, 5, 0, and 4 without repetition?	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a) 42b) 84c) 96	d) 100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The number of 6-digit even numbers that can be made from the number 214635 are (repetition not a allowed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(a) 18(b) 72(c) 120(d) 360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How many 4 digit Numbers can be made from the digits 7, 8, 5, 0, and 4 without repetition?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42b) 84c) 96	d) 100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The number of 6-digit even numbers that can be made from the number 214635 are (repetition not a allowed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(a) 18(b) 72(c) 120(d) 360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 txBox="1"/>
          <p:nvPr>
            <p:ph idx="1" type="body"/>
          </p:nvPr>
        </p:nvSpPr>
        <p:spPr>
          <a:xfrm>
            <a:off x="78377" y="1837509"/>
            <a:ext cx="12043954" cy="502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How many 3-digit numbers can be formed from the digits 2, 3, 5, 6, 7 and 9, which are divisible by 5 and none of the digits is repeated? 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a)5 	b)10 	c)15 	d)20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How many 3 digits numbers have exactly one digit 2 in the number?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225			 b) 200 c) 175			 d) 150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 txBox="1"/>
          <p:nvPr>
            <p:ph idx="1" type="body"/>
          </p:nvPr>
        </p:nvSpPr>
        <p:spPr>
          <a:xfrm>
            <a:off x="76200" y="1833154"/>
            <a:ext cx="12122400" cy="5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 how many ways a committee, consisting of 5 men and 6 women can be formed from 8 men and 10 women?  a) 266 b) 5040 c) 11760 d) 86400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A trekking group is to be formed having 6 members. They are to be selected from 3 girls, 4 boys and 5 teachers. In how many ways can the group be formed so that there are 3 teachers and 3 boys or 2 girls and 4 teachers?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a)	55	b)	90	c)	27	d)          144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There are 8 men and 7 women. In how many ways a group of 5 people can be made such that the particular woman is always to be included?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a) 900	 b) 959	 c) 1000 d) 1001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There are 8 routes from London to Delhi. And there are 6 routes from Delhi to Tokyo. In how many different ways can Raj travel from London to Tokyo via Delhi?</a:t>
            </a:r>
            <a:endParaRPr/>
          </a:p>
          <a:p>
            <a:pPr indent="-457200" lvl="0" marL="457200" rtl="0" algn="l">
              <a:spcBef>
                <a:spcPts val="1400"/>
              </a:spcBef>
              <a:spcAft>
                <a:spcPts val="0"/>
              </a:spcAft>
              <a:buSzPts val="2000"/>
              <a:buAutoNum type="alphaLcParenR"/>
            </a:pPr>
            <a:r>
              <a:rPr lang="en-US"/>
              <a:t>100	b) 48	c) 24		d)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25 buses are running between two places P and Q. In how many ways can a person go from P to Q and return by a different bus?a)	376				b)	480c)	600				d)	715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 a room there are 2 green chairs, 3 yellow chairs and 4 blue chairs. In how many ways can Raj choose 3 chairs so that at least one yellow chair is included?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3	b) 30	c) 64		d) 84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In a group of 6 boys and 4 girls, four children are to be selected. In how many different ways can they be selected such that at least one boy should be there?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159	 b) 194 	c) 205 	d) 209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There are 8 routes from London to Delhi. And there are 6 routes from Delhi to Tokyo. In how many different ways can Raj travel from London to Tokyo via Delhi?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AutoNum type="alphaLcParenR"/>
            </a:pPr>
            <a:r>
              <a:rPr lang="en-US"/>
              <a:t>100	b) 48	c) 24		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25 buses are running between two places P and Q. In how many ways can a person go from P to Q and return by a different bus?a)	376				b)	480c)	600				d)	715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5255CC8FF37C443CB602C401452C0C5F</vt:lpwstr>
  </property>
  <property fmtid="{D5CDD505-2E9C-101B-9397-08002B2CF9AE}" pid="4" name="KSOProductBuildVer">
    <vt:lpwstr>1033-11.2.0.11042</vt:lpwstr>
  </property>
</Properties>
</file>