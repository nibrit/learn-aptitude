
<file path=[Content_Types].xml><?xml version="1.0" encoding="utf-8"?>
<Types xmlns="http://schemas.openxmlformats.org/package/2006/content-types">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2.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custom-properties+xml" PartName="/docProps/custom.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12.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17" roundtripDataSignature="AMtx7mgcjQnMVlS+6LSv75MJhvLhNremv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15" Type="http://schemas.openxmlformats.org/officeDocument/2006/relationships/slide" Target="slides/slide11.xml"/><Relationship Id="rId14" Type="http://schemas.openxmlformats.org/officeDocument/2006/relationships/slide" Target="slides/slide10.xml"/><Relationship Id="rId17" Type="http://customschemas.google.com/relationships/presentationmetadata" Target="metadata"/><Relationship Id="rId16" Type="http://schemas.openxmlformats.org/officeDocument/2006/relationships/slide" Target="slides/slide12.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9" name="Google Shape;179;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0" name="Google Shape;180;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p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6" name="Google Shape;186;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p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2" name="Google Shape;192;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 name="Shape 196"/>
        <p:cNvGrpSpPr/>
        <p:nvPr/>
      </p:nvGrpSpPr>
      <p:grpSpPr>
        <a:xfrm>
          <a:off x="0" y="0"/>
          <a:ext cx="0" cy="0"/>
          <a:chOff x="0" y="0"/>
          <a:chExt cx="0" cy="0"/>
        </a:xfrm>
      </p:grpSpPr>
      <p:sp>
        <p:nvSpPr>
          <p:cNvPr id="197" name="Google Shape;197;p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8" name="Google Shape;198;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 name="Shape 202"/>
        <p:cNvGrpSpPr/>
        <p:nvPr/>
      </p:nvGrpSpPr>
      <p:grpSpPr>
        <a:xfrm>
          <a:off x="0" y="0"/>
          <a:ext cx="0" cy="0"/>
          <a:chOff x="0" y="0"/>
          <a:chExt cx="0" cy="0"/>
        </a:xfrm>
      </p:grpSpPr>
      <p:sp>
        <p:nvSpPr>
          <p:cNvPr id="203" name="Google Shape;203;p1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4" name="Google Shape;204;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 name="Shape 208"/>
        <p:cNvGrpSpPr/>
        <p:nvPr/>
      </p:nvGrpSpPr>
      <p:grpSpPr>
        <a:xfrm>
          <a:off x="0" y="0"/>
          <a:ext cx="0" cy="0"/>
          <a:chOff x="0" y="0"/>
          <a:chExt cx="0" cy="0"/>
        </a:xfrm>
      </p:grpSpPr>
      <p:sp>
        <p:nvSpPr>
          <p:cNvPr id="209" name="Google Shape;209;p1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0" name="Google Shape;210;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p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6" name="Google Shape;216;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 name="Shape 220"/>
        <p:cNvGrpSpPr/>
        <p:nvPr/>
      </p:nvGrpSpPr>
      <p:grpSpPr>
        <a:xfrm>
          <a:off x="0" y="0"/>
          <a:ext cx="0" cy="0"/>
          <a:chOff x="0" y="0"/>
          <a:chExt cx="0" cy="0"/>
        </a:xfrm>
      </p:grpSpPr>
      <p:sp>
        <p:nvSpPr>
          <p:cNvPr id="221" name="Google Shape;221;p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2" name="Google Shape;222;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 name="Shape 226"/>
        <p:cNvGrpSpPr/>
        <p:nvPr/>
      </p:nvGrpSpPr>
      <p:grpSpPr>
        <a:xfrm>
          <a:off x="0" y="0"/>
          <a:ext cx="0" cy="0"/>
          <a:chOff x="0" y="0"/>
          <a:chExt cx="0" cy="0"/>
        </a:xfrm>
      </p:grpSpPr>
      <p:sp>
        <p:nvSpPr>
          <p:cNvPr id="227" name="Google Shape;227;p1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8" name="Google Shape;228;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2" name="Shape 232"/>
        <p:cNvGrpSpPr/>
        <p:nvPr/>
      </p:nvGrpSpPr>
      <p:grpSpPr>
        <a:xfrm>
          <a:off x="0" y="0"/>
          <a:ext cx="0" cy="0"/>
          <a:chOff x="0" y="0"/>
          <a:chExt cx="0" cy="0"/>
        </a:xfrm>
      </p:grpSpPr>
      <p:sp>
        <p:nvSpPr>
          <p:cNvPr id="233" name="Google Shape;233;p1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4" name="Google Shape;234;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8" name="Shape 238"/>
        <p:cNvGrpSpPr/>
        <p:nvPr/>
      </p:nvGrpSpPr>
      <p:grpSpPr>
        <a:xfrm>
          <a:off x="0" y="0"/>
          <a:ext cx="0" cy="0"/>
          <a:chOff x="0" y="0"/>
          <a:chExt cx="0" cy="0"/>
        </a:xfrm>
      </p:grpSpPr>
      <p:sp>
        <p:nvSpPr>
          <p:cNvPr id="239" name="Google Shape;239;p1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0" name="Google Shape;240;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 name="Shape 244"/>
        <p:cNvGrpSpPr/>
        <p:nvPr/>
      </p:nvGrpSpPr>
      <p:grpSpPr>
        <a:xfrm>
          <a:off x="0" y="0"/>
          <a:ext cx="0" cy="0"/>
          <a:chOff x="0" y="0"/>
          <a:chExt cx="0" cy="0"/>
        </a:xfrm>
      </p:grpSpPr>
      <p:sp>
        <p:nvSpPr>
          <p:cNvPr id="245" name="Google Shape;245;p1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6" name="Google Shape;246;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 Slide" showMasterSp="0">
  <p:cSld name="1_Title Slide">
    <p:spTree>
      <p:nvGrpSpPr>
        <p:cNvPr id="14" name="Shape 14"/>
        <p:cNvGrpSpPr/>
        <p:nvPr/>
      </p:nvGrpSpPr>
      <p:grpSpPr>
        <a:xfrm>
          <a:off x="0" y="0"/>
          <a:ext cx="0" cy="0"/>
          <a:chOff x="0" y="0"/>
          <a:chExt cx="0" cy="0"/>
        </a:xfrm>
      </p:grpSpPr>
      <p:sp>
        <p:nvSpPr>
          <p:cNvPr id="15" name="Google Shape;15;p17"/>
          <p:cNvSpPr/>
          <p:nvPr/>
        </p:nvSpPr>
        <p:spPr>
          <a:xfrm>
            <a:off x="7972121" y="0"/>
            <a:ext cx="2857500" cy="6858000"/>
          </a:xfrm>
          <a:prstGeom prst="parallelogram">
            <a:avLst>
              <a:gd fmla="val 0" name="adj"/>
            </a:avLst>
          </a:prstGeom>
          <a:solidFill>
            <a:srgbClr val="F2F2F2">
              <a:alpha val="29803"/>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6" name="Google Shape;16;p17"/>
          <p:cNvSpPr/>
          <p:nvPr/>
        </p:nvSpPr>
        <p:spPr>
          <a:xfrm>
            <a:off x="6394450" y="0"/>
            <a:ext cx="153926" cy="6858000"/>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7" name="Google Shape;17;p17"/>
          <p:cNvSpPr txBox="1"/>
          <p:nvPr>
            <p:ph idx="10" type="dt"/>
          </p:nvPr>
        </p:nvSpPr>
        <p:spPr>
          <a:xfrm>
            <a:off x="6834126" y="6446838"/>
            <a:ext cx="258485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8" name="Google Shape;18;p17"/>
          <p:cNvSpPr txBox="1"/>
          <p:nvPr>
            <p:ph idx="11" type="ftr"/>
          </p:nvPr>
        </p:nvSpPr>
        <p:spPr>
          <a:xfrm>
            <a:off x="1097279" y="6446838"/>
            <a:ext cx="4846321"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9" name="Google Shape;19;p17"/>
          <p:cNvSpPr txBox="1"/>
          <p:nvPr>
            <p:ph idx="12" type="sldNum"/>
          </p:nvPr>
        </p:nvSpPr>
        <p:spPr>
          <a:xfrm>
            <a:off x="10375670" y="6446838"/>
            <a:ext cx="78001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b="0" i="0" sz="1800" u="none" cap="none" strike="noStrike">
                <a:solidFill>
                  <a:schemeClr val="dk1"/>
                </a:solidFill>
                <a:latin typeface="Calibri"/>
                <a:ea typeface="Calibri"/>
                <a:cs typeface="Calibri"/>
                <a:sym typeface="Calibri"/>
              </a:defRPr>
            </a:lvl1pPr>
            <a:lvl2pPr indent="0" lvl="1" marL="0" marR="0" rtl="0" algn="l">
              <a:spcBef>
                <a:spcPts val="0"/>
              </a:spcBef>
              <a:buNone/>
              <a:defRPr b="0" i="0" sz="1800" u="none" cap="none" strike="noStrike">
                <a:solidFill>
                  <a:schemeClr val="dk1"/>
                </a:solidFill>
                <a:latin typeface="Calibri"/>
                <a:ea typeface="Calibri"/>
                <a:cs typeface="Calibri"/>
                <a:sym typeface="Calibri"/>
              </a:defRPr>
            </a:lvl2pPr>
            <a:lvl3pPr indent="0" lvl="2" marL="0" marR="0" rtl="0" algn="l">
              <a:spcBef>
                <a:spcPts val="0"/>
              </a:spcBef>
              <a:buNone/>
              <a:defRPr b="0" i="0" sz="1800" u="none" cap="none" strike="noStrike">
                <a:solidFill>
                  <a:schemeClr val="dk1"/>
                </a:solidFill>
                <a:latin typeface="Calibri"/>
                <a:ea typeface="Calibri"/>
                <a:cs typeface="Calibri"/>
                <a:sym typeface="Calibri"/>
              </a:defRPr>
            </a:lvl3pPr>
            <a:lvl4pPr indent="0" lvl="3" marL="0" marR="0" rtl="0" algn="l">
              <a:spcBef>
                <a:spcPts val="0"/>
              </a:spcBef>
              <a:buNone/>
              <a:defRPr b="0" i="0" sz="1800" u="none" cap="none" strike="noStrike">
                <a:solidFill>
                  <a:schemeClr val="dk1"/>
                </a:solidFill>
                <a:latin typeface="Calibri"/>
                <a:ea typeface="Calibri"/>
                <a:cs typeface="Calibri"/>
                <a:sym typeface="Calibri"/>
              </a:defRPr>
            </a:lvl4pPr>
            <a:lvl5pPr indent="0" lvl="4" marL="0" marR="0" rtl="0" algn="l">
              <a:spcBef>
                <a:spcPts val="0"/>
              </a:spcBef>
              <a:buNone/>
              <a:defRPr b="0" i="0" sz="1800" u="none" cap="none" strike="noStrike">
                <a:solidFill>
                  <a:schemeClr val="dk1"/>
                </a:solidFill>
                <a:latin typeface="Calibri"/>
                <a:ea typeface="Calibri"/>
                <a:cs typeface="Calibri"/>
                <a:sym typeface="Calibri"/>
              </a:defRPr>
            </a:lvl5pPr>
            <a:lvl6pPr indent="0" lvl="5" marL="0" marR="0" rtl="0" algn="l">
              <a:spcBef>
                <a:spcPts val="0"/>
              </a:spcBef>
              <a:buNone/>
              <a:defRPr b="0" i="0" sz="1800" u="none" cap="none" strike="noStrike">
                <a:solidFill>
                  <a:schemeClr val="dk1"/>
                </a:solidFill>
                <a:latin typeface="Calibri"/>
                <a:ea typeface="Calibri"/>
                <a:cs typeface="Calibri"/>
                <a:sym typeface="Calibri"/>
              </a:defRPr>
            </a:lvl6pPr>
            <a:lvl7pPr indent="0" lvl="6" marL="0" marR="0" rtl="0" algn="l">
              <a:spcBef>
                <a:spcPts val="0"/>
              </a:spcBef>
              <a:buNone/>
              <a:defRPr b="0" i="0" sz="1800" u="none" cap="none" strike="noStrike">
                <a:solidFill>
                  <a:schemeClr val="dk1"/>
                </a:solidFill>
                <a:latin typeface="Calibri"/>
                <a:ea typeface="Calibri"/>
                <a:cs typeface="Calibri"/>
                <a:sym typeface="Calibri"/>
              </a:defRPr>
            </a:lvl7pPr>
            <a:lvl8pPr indent="0" lvl="7" marL="0" marR="0" rtl="0" algn="l">
              <a:spcBef>
                <a:spcPts val="0"/>
              </a:spcBef>
              <a:buNone/>
              <a:defRPr b="0" i="0" sz="1800" u="none" cap="none" strike="noStrike">
                <a:solidFill>
                  <a:schemeClr val="dk1"/>
                </a:solidFill>
                <a:latin typeface="Calibri"/>
                <a:ea typeface="Calibri"/>
                <a:cs typeface="Calibri"/>
                <a:sym typeface="Calibri"/>
              </a:defRPr>
            </a:lvl8pPr>
            <a:lvl9pPr indent="0" lvl="8" marL="0" marR="0" rtl="0" algn="l">
              <a:spcBef>
                <a:spcPts val="0"/>
              </a:spcBef>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
        <p:nvSpPr>
          <p:cNvPr id="20" name="Google Shape;20;p17"/>
          <p:cNvSpPr/>
          <p:nvPr>
            <p:ph idx="2" type="pic"/>
          </p:nvPr>
        </p:nvSpPr>
        <p:spPr>
          <a:xfrm>
            <a:off x="0" y="0"/>
            <a:ext cx="6311900" cy="6858000"/>
          </a:xfrm>
          <a:prstGeom prst="rect">
            <a:avLst/>
          </a:prstGeom>
          <a:noFill/>
          <a:ln>
            <a:noFill/>
          </a:ln>
        </p:spPr>
      </p:sp>
      <p:sp>
        <p:nvSpPr>
          <p:cNvPr id="21" name="Google Shape;21;p17"/>
          <p:cNvSpPr txBox="1"/>
          <p:nvPr>
            <p:ph type="ctrTitle"/>
          </p:nvPr>
        </p:nvSpPr>
        <p:spPr>
          <a:xfrm>
            <a:off x="6629400" y="758952"/>
            <a:ext cx="4526280" cy="3227514"/>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accent1"/>
              </a:buClr>
              <a:buSzPts val="6000"/>
              <a:buFont typeface="Calibri"/>
              <a:buNone/>
              <a:defRPr b="1" sz="6000">
                <a:solidFill>
                  <a:schemeClr val="accent1"/>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2" name="Google Shape;22;p17"/>
          <p:cNvSpPr txBox="1"/>
          <p:nvPr>
            <p:ph idx="1" type="subTitle"/>
          </p:nvPr>
        </p:nvSpPr>
        <p:spPr>
          <a:xfrm>
            <a:off x="6632171" y="4508500"/>
            <a:ext cx="4526280" cy="1279652"/>
          </a:xfrm>
          <a:prstGeom prst="rect">
            <a:avLst/>
          </a:prstGeom>
          <a:noFill/>
          <a:ln>
            <a:noFill/>
          </a:ln>
        </p:spPr>
        <p:txBody>
          <a:bodyPr anchorCtr="0" anchor="t" bIns="45700" lIns="91425" spcFirstLastPara="1" rIns="91425" wrap="square" tIns="45700">
            <a:normAutofit/>
          </a:bodyPr>
          <a:lstStyle>
            <a:lvl1pPr lvl="0" algn="l">
              <a:lnSpc>
                <a:spcPct val="100000"/>
              </a:lnSpc>
              <a:spcBef>
                <a:spcPts val="1200"/>
              </a:spcBef>
              <a:spcAft>
                <a:spcPts val="0"/>
              </a:spcAft>
              <a:buSzPts val="2400"/>
              <a:buNone/>
              <a:defRPr sz="2400" cap="none">
                <a:solidFill>
                  <a:srgbClr val="3F3F3F"/>
                </a:solidFill>
                <a:latin typeface="Calibri"/>
                <a:ea typeface="Calibri"/>
                <a:cs typeface="Calibri"/>
                <a:sym typeface="Calibri"/>
              </a:defRPr>
            </a:lvl1pPr>
            <a:lvl2pPr lvl="1" algn="ctr">
              <a:lnSpc>
                <a:spcPct val="100000"/>
              </a:lnSpc>
              <a:spcBef>
                <a:spcPts val="200"/>
              </a:spcBef>
              <a:spcAft>
                <a:spcPts val="0"/>
              </a:spcAft>
              <a:buSzPts val="2400"/>
              <a:buNone/>
              <a:defRPr sz="2400"/>
            </a:lvl2pPr>
            <a:lvl3pPr lvl="2" algn="ctr">
              <a:lnSpc>
                <a:spcPct val="100000"/>
              </a:lnSpc>
              <a:spcBef>
                <a:spcPts val="400"/>
              </a:spcBef>
              <a:spcAft>
                <a:spcPts val="0"/>
              </a:spcAft>
              <a:buSzPts val="2400"/>
              <a:buNone/>
              <a:defRPr sz="2400"/>
            </a:lvl3pPr>
            <a:lvl4pPr lvl="3" algn="ctr">
              <a:lnSpc>
                <a:spcPct val="100000"/>
              </a:lnSpc>
              <a:spcBef>
                <a:spcPts val="400"/>
              </a:spcBef>
              <a:spcAft>
                <a:spcPts val="0"/>
              </a:spcAft>
              <a:buSzPts val="2000"/>
              <a:buNone/>
              <a:defRPr sz="2000"/>
            </a:lvl4pPr>
            <a:lvl5pPr lvl="4" algn="ctr">
              <a:lnSpc>
                <a:spcPct val="100000"/>
              </a:lnSpc>
              <a:spcBef>
                <a:spcPts val="400"/>
              </a:spcBef>
              <a:spcAft>
                <a:spcPts val="0"/>
              </a:spcAft>
              <a:buSzPts val="2000"/>
              <a:buNone/>
              <a:defRPr sz="2000"/>
            </a:lvl5pPr>
            <a:lvl6pPr lvl="5" algn="ctr">
              <a:lnSpc>
                <a:spcPct val="90000"/>
              </a:lnSpc>
              <a:spcBef>
                <a:spcPts val="400"/>
              </a:spcBef>
              <a:spcAft>
                <a:spcPts val="0"/>
              </a:spcAft>
              <a:buSzPts val="2000"/>
              <a:buNone/>
              <a:defRPr sz="2000"/>
            </a:lvl6pPr>
            <a:lvl7pPr lvl="6" algn="ctr">
              <a:lnSpc>
                <a:spcPct val="90000"/>
              </a:lnSpc>
              <a:spcBef>
                <a:spcPts val="400"/>
              </a:spcBef>
              <a:spcAft>
                <a:spcPts val="0"/>
              </a:spcAft>
              <a:buSzPts val="2000"/>
              <a:buNone/>
              <a:defRPr sz="2000"/>
            </a:lvl7pPr>
            <a:lvl8pPr lvl="7" algn="ctr">
              <a:lnSpc>
                <a:spcPct val="90000"/>
              </a:lnSpc>
              <a:spcBef>
                <a:spcPts val="400"/>
              </a:spcBef>
              <a:spcAft>
                <a:spcPts val="0"/>
              </a:spcAft>
              <a:buSzPts val="2000"/>
              <a:buNone/>
              <a:defRPr sz="2000"/>
            </a:lvl8pPr>
            <a:lvl9pPr lvl="8" algn="ctr">
              <a:lnSpc>
                <a:spcPct val="90000"/>
              </a:lnSpc>
              <a:spcBef>
                <a:spcPts val="400"/>
              </a:spcBef>
              <a:spcAft>
                <a:spcPts val="400"/>
              </a:spcAft>
              <a:buSzPts val="2000"/>
              <a:buNone/>
              <a:defRPr sz="2000"/>
            </a:lvl9pPr>
          </a:lstStyle>
          <a:p/>
        </p:txBody>
      </p:sp>
      <p:sp>
        <p:nvSpPr>
          <p:cNvPr id="23" name="Google Shape;23;p17"/>
          <p:cNvSpPr/>
          <p:nvPr/>
        </p:nvSpPr>
        <p:spPr>
          <a:xfrm>
            <a:off x="6311900" y="0"/>
            <a:ext cx="153926" cy="685800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4" name="Shape 24"/>
        <p:cNvGrpSpPr/>
        <p:nvPr/>
      </p:nvGrpSpPr>
      <p:grpSpPr>
        <a:xfrm>
          <a:off x="0" y="0"/>
          <a:ext cx="0" cy="0"/>
          <a:chOff x="0" y="0"/>
          <a:chExt cx="0" cy="0"/>
        </a:xfrm>
      </p:grpSpPr>
      <p:sp>
        <p:nvSpPr>
          <p:cNvPr id="25" name="Google Shape;25;p18"/>
          <p:cNvSpPr txBox="1"/>
          <p:nvPr>
            <p:ph type="title"/>
          </p:nvPr>
        </p:nvSpPr>
        <p:spPr>
          <a:xfrm>
            <a:off x="0" y="0"/>
            <a:ext cx="12192000" cy="1737361"/>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rgbClr val="3F3F3F"/>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6" name="Google Shape;26;p18"/>
          <p:cNvSpPr txBox="1"/>
          <p:nvPr>
            <p:ph idx="1" type="body"/>
          </p:nvPr>
        </p:nvSpPr>
        <p:spPr>
          <a:xfrm>
            <a:off x="0" y="1833154"/>
            <a:ext cx="12122331" cy="5024845"/>
          </a:xfrm>
          <a:prstGeom prst="rect">
            <a:avLst/>
          </a:prstGeom>
          <a:noFill/>
          <a:ln>
            <a:noFill/>
          </a:ln>
        </p:spPr>
        <p:txBody>
          <a:bodyPr anchorCtr="0" anchor="t" bIns="45700" lIns="0" spcFirstLastPara="1" rIns="0" wrap="square" tIns="45700">
            <a:normAutofit/>
          </a:bodyPr>
          <a:lstStyle>
            <a:lvl1pPr indent="-228600" lvl="0" marL="457200" algn="l">
              <a:lnSpc>
                <a:spcPct val="100000"/>
              </a:lnSpc>
              <a:spcBef>
                <a:spcPts val="1200"/>
              </a:spcBef>
              <a:spcAft>
                <a:spcPts val="0"/>
              </a:spcAft>
              <a:buSzPts val="1800"/>
              <a:buNone/>
              <a:defRPr/>
            </a:lvl1pPr>
            <a:lvl2pPr indent="-342900" lvl="1" marL="914400" algn="l">
              <a:lnSpc>
                <a:spcPct val="100000"/>
              </a:lnSpc>
              <a:spcBef>
                <a:spcPts val="200"/>
              </a:spcBef>
              <a:spcAft>
                <a:spcPts val="0"/>
              </a:spcAft>
              <a:buSzPts val="1800"/>
              <a:buChar char="▪"/>
              <a:defRPr/>
            </a:lvl2pPr>
            <a:lvl3pPr indent="-342900" lvl="2" marL="1371600" algn="l">
              <a:lnSpc>
                <a:spcPct val="100000"/>
              </a:lnSpc>
              <a:spcBef>
                <a:spcPts val="400"/>
              </a:spcBef>
              <a:spcAft>
                <a:spcPts val="0"/>
              </a:spcAft>
              <a:buSzPts val="1800"/>
              <a:buChar char="▪"/>
              <a:defRPr/>
            </a:lvl3pPr>
            <a:lvl4pPr indent="-342900" lvl="3" marL="1828800" algn="l">
              <a:lnSpc>
                <a:spcPct val="100000"/>
              </a:lnSpc>
              <a:spcBef>
                <a:spcPts val="400"/>
              </a:spcBef>
              <a:spcAft>
                <a:spcPts val="0"/>
              </a:spcAft>
              <a:buSzPts val="1800"/>
              <a:buChar char="▪"/>
              <a:defRPr/>
            </a:lvl4pPr>
            <a:lvl5pPr indent="-342900" lvl="4" marL="2286000" algn="l">
              <a:lnSpc>
                <a:spcPct val="100000"/>
              </a:lnSpc>
              <a:spcBef>
                <a:spcPts val="400"/>
              </a:spcBef>
              <a:spcAft>
                <a:spcPts val="0"/>
              </a:spcAft>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27" name="Google Shape;27;p18"/>
          <p:cNvSpPr txBox="1"/>
          <p:nvPr>
            <p:ph idx="10" type="dt"/>
          </p:nvPr>
        </p:nvSpPr>
        <p:spPr>
          <a:xfrm>
            <a:off x="6834126" y="6446838"/>
            <a:ext cx="258485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28" name="Google Shape;28;p18"/>
          <p:cNvSpPr txBox="1"/>
          <p:nvPr>
            <p:ph idx="11" type="ftr"/>
          </p:nvPr>
        </p:nvSpPr>
        <p:spPr>
          <a:xfrm>
            <a:off x="1097279" y="6446838"/>
            <a:ext cx="4846321"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29" name="Google Shape;29;p18"/>
          <p:cNvSpPr txBox="1"/>
          <p:nvPr>
            <p:ph idx="12" type="sldNum"/>
          </p:nvPr>
        </p:nvSpPr>
        <p:spPr>
          <a:xfrm>
            <a:off x="10375670" y="6446838"/>
            <a:ext cx="78001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Calibri"/>
                <a:ea typeface="Calibri"/>
                <a:cs typeface="Calibri"/>
                <a:sym typeface="Calibri"/>
              </a:defRPr>
            </a:lvl1pPr>
            <a:lvl2pPr indent="0" lvl="1" marL="0" marR="0" rtl="0" algn="l">
              <a:spcBef>
                <a:spcPts val="0"/>
              </a:spcBef>
              <a:buNone/>
              <a:defRPr sz="1800">
                <a:solidFill>
                  <a:schemeClr val="dk1"/>
                </a:solidFill>
                <a:latin typeface="Calibri"/>
                <a:ea typeface="Calibri"/>
                <a:cs typeface="Calibri"/>
                <a:sym typeface="Calibri"/>
              </a:defRPr>
            </a:lvl2pPr>
            <a:lvl3pPr indent="0" lvl="2" marL="0" marR="0" rtl="0" algn="l">
              <a:spcBef>
                <a:spcPts val="0"/>
              </a:spcBef>
              <a:buNone/>
              <a:defRPr sz="1800">
                <a:solidFill>
                  <a:schemeClr val="dk1"/>
                </a:solidFill>
                <a:latin typeface="Calibri"/>
                <a:ea typeface="Calibri"/>
                <a:cs typeface="Calibri"/>
                <a:sym typeface="Calibri"/>
              </a:defRPr>
            </a:lvl3pPr>
            <a:lvl4pPr indent="0" lvl="3" marL="0" marR="0" rtl="0" algn="l">
              <a:spcBef>
                <a:spcPts val="0"/>
              </a:spcBef>
              <a:buNone/>
              <a:defRPr sz="1800">
                <a:solidFill>
                  <a:schemeClr val="dk1"/>
                </a:solidFill>
                <a:latin typeface="Calibri"/>
                <a:ea typeface="Calibri"/>
                <a:cs typeface="Calibri"/>
                <a:sym typeface="Calibri"/>
              </a:defRPr>
            </a:lvl4pPr>
            <a:lvl5pPr indent="0" lvl="4" marL="0" marR="0" rtl="0" algn="l">
              <a:spcBef>
                <a:spcPts val="0"/>
              </a:spcBef>
              <a:buNone/>
              <a:defRPr sz="1800">
                <a:solidFill>
                  <a:schemeClr val="dk1"/>
                </a:solidFill>
                <a:latin typeface="Calibri"/>
                <a:ea typeface="Calibri"/>
                <a:cs typeface="Calibri"/>
                <a:sym typeface="Calibri"/>
              </a:defRPr>
            </a:lvl5pPr>
            <a:lvl6pPr indent="0" lvl="5" marL="0" marR="0" rtl="0" algn="l">
              <a:spcBef>
                <a:spcPts val="0"/>
              </a:spcBef>
              <a:buNone/>
              <a:defRPr sz="1800">
                <a:solidFill>
                  <a:schemeClr val="dk1"/>
                </a:solidFill>
                <a:latin typeface="Calibri"/>
                <a:ea typeface="Calibri"/>
                <a:cs typeface="Calibri"/>
                <a:sym typeface="Calibri"/>
              </a:defRPr>
            </a:lvl6pPr>
            <a:lvl7pPr indent="0" lvl="6" marL="0" marR="0" rtl="0" algn="l">
              <a:spcBef>
                <a:spcPts val="0"/>
              </a:spcBef>
              <a:buNone/>
              <a:defRPr sz="1800">
                <a:solidFill>
                  <a:schemeClr val="dk1"/>
                </a:solidFill>
                <a:latin typeface="Calibri"/>
                <a:ea typeface="Calibri"/>
                <a:cs typeface="Calibri"/>
                <a:sym typeface="Calibri"/>
              </a:defRPr>
            </a:lvl7pPr>
            <a:lvl8pPr indent="0" lvl="7" marL="0" marR="0" rtl="0" algn="l">
              <a:spcBef>
                <a:spcPts val="0"/>
              </a:spcBef>
              <a:buNone/>
              <a:defRPr sz="1800">
                <a:solidFill>
                  <a:schemeClr val="dk1"/>
                </a:solidFill>
                <a:latin typeface="Calibri"/>
                <a:ea typeface="Calibri"/>
                <a:cs typeface="Calibri"/>
                <a:sym typeface="Calibri"/>
              </a:defRPr>
            </a:lvl8pPr>
            <a:lvl9pPr indent="0" lvl="8" marL="0" marR="0" rtl="0" algn="l">
              <a:spcBef>
                <a:spcPts val="0"/>
              </a:spcBef>
              <a:buNone/>
              <a:defRPr sz="1800">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showMasterSp="0">
  <p:cSld name="Title Slide">
    <p:spTree>
      <p:nvGrpSpPr>
        <p:cNvPr id="30" name="Shape 30"/>
        <p:cNvGrpSpPr/>
        <p:nvPr/>
      </p:nvGrpSpPr>
      <p:grpSpPr>
        <a:xfrm>
          <a:off x="0" y="0"/>
          <a:ext cx="0" cy="0"/>
          <a:chOff x="0" y="0"/>
          <a:chExt cx="0" cy="0"/>
        </a:xfrm>
      </p:grpSpPr>
      <p:sp>
        <p:nvSpPr>
          <p:cNvPr id="31" name="Google Shape;31;p19"/>
          <p:cNvSpPr/>
          <p:nvPr>
            <p:ph idx="2" type="pic"/>
          </p:nvPr>
        </p:nvSpPr>
        <p:spPr>
          <a:xfrm>
            <a:off x="0" y="0"/>
            <a:ext cx="12192000" cy="6858000"/>
          </a:xfrm>
          <a:prstGeom prst="rect">
            <a:avLst/>
          </a:prstGeom>
          <a:noFill/>
          <a:ln>
            <a:noFill/>
          </a:ln>
        </p:spPr>
      </p:sp>
      <p:sp>
        <p:nvSpPr>
          <p:cNvPr id="32" name="Google Shape;32;p19"/>
          <p:cNvSpPr txBox="1"/>
          <p:nvPr>
            <p:ph idx="10" type="dt"/>
          </p:nvPr>
        </p:nvSpPr>
        <p:spPr>
          <a:xfrm>
            <a:off x="6834126" y="6446838"/>
            <a:ext cx="258485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33" name="Google Shape;33;p19"/>
          <p:cNvSpPr txBox="1"/>
          <p:nvPr>
            <p:ph idx="11" type="ftr"/>
          </p:nvPr>
        </p:nvSpPr>
        <p:spPr>
          <a:xfrm>
            <a:off x="1097279" y="6446838"/>
            <a:ext cx="4846321"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34" name="Google Shape;34;p19"/>
          <p:cNvSpPr txBox="1"/>
          <p:nvPr>
            <p:ph idx="12" type="sldNum"/>
          </p:nvPr>
        </p:nvSpPr>
        <p:spPr>
          <a:xfrm>
            <a:off x="10375670" y="6446838"/>
            <a:ext cx="78001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Calibri"/>
                <a:ea typeface="Calibri"/>
                <a:cs typeface="Calibri"/>
                <a:sym typeface="Calibri"/>
              </a:defRPr>
            </a:lvl1pPr>
            <a:lvl2pPr indent="0" lvl="1" marL="0" marR="0" rtl="0" algn="l">
              <a:spcBef>
                <a:spcPts val="0"/>
              </a:spcBef>
              <a:buNone/>
              <a:defRPr sz="1800">
                <a:solidFill>
                  <a:schemeClr val="dk1"/>
                </a:solidFill>
                <a:latin typeface="Calibri"/>
                <a:ea typeface="Calibri"/>
                <a:cs typeface="Calibri"/>
                <a:sym typeface="Calibri"/>
              </a:defRPr>
            </a:lvl2pPr>
            <a:lvl3pPr indent="0" lvl="2" marL="0" marR="0" rtl="0" algn="l">
              <a:spcBef>
                <a:spcPts val="0"/>
              </a:spcBef>
              <a:buNone/>
              <a:defRPr sz="1800">
                <a:solidFill>
                  <a:schemeClr val="dk1"/>
                </a:solidFill>
                <a:latin typeface="Calibri"/>
                <a:ea typeface="Calibri"/>
                <a:cs typeface="Calibri"/>
                <a:sym typeface="Calibri"/>
              </a:defRPr>
            </a:lvl3pPr>
            <a:lvl4pPr indent="0" lvl="3" marL="0" marR="0" rtl="0" algn="l">
              <a:spcBef>
                <a:spcPts val="0"/>
              </a:spcBef>
              <a:buNone/>
              <a:defRPr sz="1800">
                <a:solidFill>
                  <a:schemeClr val="dk1"/>
                </a:solidFill>
                <a:latin typeface="Calibri"/>
                <a:ea typeface="Calibri"/>
                <a:cs typeface="Calibri"/>
                <a:sym typeface="Calibri"/>
              </a:defRPr>
            </a:lvl4pPr>
            <a:lvl5pPr indent="0" lvl="4" marL="0" marR="0" rtl="0" algn="l">
              <a:spcBef>
                <a:spcPts val="0"/>
              </a:spcBef>
              <a:buNone/>
              <a:defRPr sz="1800">
                <a:solidFill>
                  <a:schemeClr val="dk1"/>
                </a:solidFill>
                <a:latin typeface="Calibri"/>
                <a:ea typeface="Calibri"/>
                <a:cs typeface="Calibri"/>
                <a:sym typeface="Calibri"/>
              </a:defRPr>
            </a:lvl5pPr>
            <a:lvl6pPr indent="0" lvl="5" marL="0" marR="0" rtl="0" algn="l">
              <a:spcBef>
                <a:spcPts val="0"/>
              </a:spcBef>
              <a:buNone/>
              <a:defRPr sz="1800">
                <a:solidFill>
                  <a:schemeClr val="dk1"/>
                </a:solidFill>
                <a:latin typeface="Calibri"/>
                <a:ea typeface="Calibri"/>
                <a:cs typeface="Calibri"/>
                <a:sym typeface="Calibri"/>
              </a:defRPr>
            </a:lvl6pPr>
            <a:lvl7pPr indent="0" lvl="6" marL="0" marR="0" rtl="0" algn="l">
              <a:spcBef>
                <a:spcPts val="0"/>
              </a:spcBef>
              <a:buNone/>
              <a:defRPr sz="1800">
                <a:solidFill>
                  <a:schemeClr val="dk1"/>
                </a:solidFill>
                <a:latin typeface="Calibri"/>
                <a:ea typeface="Calibri"/>
                <a:cs typeface="Calibri"/>
                <a:sym typeface="Calibri"/>
              </a:defRPr>
            </a:lvl7pPr>
            <a:lvl8pPr indent="0" lvl="7" marL="0" marR="0" rtl="0" algn="l">
              <a:spcBef>
                <a:spcPts val="0"/>
              </a:spcBef>
              <a:buNone/>
              <a:defRPr sz="1800">
                <a:solidFill>
                  <a:schemeClr val="dk1"/>
                </a:solidFill>
                <a:latin typeface="Calibri"/>
                <a:ea typeface="Calibri"/>
                <a:cs typeface="Calibri"/>
                <a:sym typeface="Calibri"/>
              </a:defRPr>
            </a:lvl8pPr>
            <a:lvl9pPr indent="0" lvl="8" marL="0" marR="0" rtl="0" algn="l">
              <a:spcBef>
                <a:spcPts val="0"/>
              </a:spcBef>
              <a:buNone/>
              <a:defRPr sz="1800">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
        <p:nvSpPr>
          <p:cNvPr id="35" name="Google Shape;35;p19"/>
          <p:cNvSpPr txBox="1"/>
          <p:nvPr>
            <p:ph idx="1" type="subTitle"/>
          </p:nvPr>
        </p:nvSpPr>
        <p:spPr>
          <a:xfrm>
            <a:off x="1212850" y="4508500"/>
            <a:ext cx="5118100" cy="1279652"/>
          </a:xfrm>
          <a:prstGeom prst="rect">
            <a:avLst/>
          </a:prstGeom>
          <a:noFill/>
          <a:ln>
            <a:noFill/>
          </a:ln>
        </p:spPr>
        <p:txBody>
          <a:bodyPr anchorCtr="0" anchor="t" bIns="45700" lIns="91425" spcFirstLastPara="1" rIns="91425" wrap="square" tIns="45700">
            <a:normAutofit/>
          </a:bodyPr>
          <a:lstStyle>
            <a:lvl1pPr lvl="0" algn="l">
              <a:lnSpc>
                <a:spcPct val="100000"/>
              </a:lnSpc>
              <a:spcBef>
                <a:spcPts val="1200"/>
              </a:spcBef>
              <a:spcAft>
                <a:spcPts val="0"/>
              </a:spcAft>
              <a:buSzPts val="2400"/>
              <a:buNone/>
              <a:defRPr sz="2400" cap="none">
                <a:solidFill>
                  <a:schemeClr val="lt1"/>
                </a:solidFill>
                <a:latin typeface="Calibri"/>
                <a:ea typeface="Calibri"/>
                <a:cs typeface="Calibri"/>
                <a:sym typeface="Calibri"/>
              </a:defRPr>
            </a:lvl1pPr>
            <a:lvl2pPr lvl="1" algn="ctr">
              <a:lnSpc>
                <a:spcPct val="100000"/>
              </a:lnSpc>
              <a:spcBef>
                <a:spcPts val="200"/>
              </a:spcBef>
              <a:spcAft>
                <a:spcPts val="0"/>
              </a:spcAft>
              <a:buSzPts val="2400"/>
              <a:buNone/>
              <a:defRPr sz="2400"/>
            </a:lvl2pPr>
            <a:lvl3pPr lvl="2" algn="ctr">
              <a:lnSpc>
                <a:spcPct val="100000"/>
              </a:lnSpc>
              <a:spcBef>
                <a:spcPts val="400"/>
              </a:spcBef>
              <a:spcAft>
                <a:spcPts val="0"/>
              </a:spcAft>
              <a:buSzPts val="2400"/>
              <a:buNone/>
              <a:defRPr sz="2400"/>
            </a:lvl3pPr>
            <a:lvl4pPr lvl="3" algn="ctr">
              <a:lnSpc>
                <a:spcPct val="100000"/>
              </a:lnSpc>
              <a:spcBef>
                <a:spcPts val="400"/>
              </a:spcBef>
              <a:spcAft>
                <a:spcPts val="0"/>
              </a:spcAft>
              <a:buSzPts val="2000"/>
              <a:buNone/>
              <a:defRPr sz="2000"/>
            </a:lvl4pPr>
            <a:lvl5pPr lvl="4" algn="ctr">
              <a:lnSpc>
                <a:spcPct val="100000"/>
              </a:lnSpc>
              <a:spcBef>
                <a:spcPts val="400"/>
              </a:spcBef>
              <a:spcAft>
                <a:spcPts val="0"/>
              </a:spcAft>
              <a:buSzPts val="2000"/>
              <a:buNone/>
              <a:defRPr sz="2000"/>
            </a:lvl5pPr>
            <a:lvl6pPr lvl="5" algn="ctr">
              <a:lnSpc>
                <a:spcPct val="90000"/>
              </a:lnSpc>
              <a:spcBef>
                <a:spcPts val="400"/>
              </a:spcBef>
              <a:spcAft>
                <a:spcPts val="0"/>
              </a:spcAft>
              <a:buSzPts val="2000"/>
              <a:buNone/>
              <a:defRPr sz="2000"/>
            </a:lvl6pPr>
            <a:lvl7pPr lvl="6" algn="ctr">
              <a:lnSpc>
                <a:spcPct val="90000"/>
              </a:lnSpc>
              <a:spcBef>
                <a:spcPts val="400"/>
              </a:spcBef>
              <a:spcAft>
                <a:spcPts val="0"/>
              </a:spcAft>
              <a:buSzPts val="2000"/>
              <a:buNone/>
              <a:defRPr sz="2000"/>
            </a:lvl7pPr>
            <a:lvl8pPr lvl="7" algn="ctr">
              <a:lnSpc>
                <a:spcPct val="90000"/>
              </a:lnSpc>
              <a:spcBef>
                <a:spcPts val="400"/>
              </a:spcBef>
              <a:spcAft>
                <a:spcPts val="0"/>
              </a:spcAft>
              <a:buSzPts val="2000"/>
              <a:buNone/>
              <a:defRPr sz="2000"/>
            </a:lvl8pPr>
            <a:lvl9pPr lvl="8" algn="ctr">
              <a:lnSpc>
                <a:spcPct val="90000"/>
              </a:lnSpc>
              <a:spcBef>
                <a:spcPts val="400"/>
              </a:spcBef>
              <a:spcAft>
                <a:spcPts val="400"/>
              </a:spcAft>
              <a:buSzPts val="2000"/>
              <a:buNone/>
              <a:defRPr sz="2000"/>
            </a:lvl9pPr>
          </a:lstStyle>
          <a:p/>
        </p:txBody>
      </p:sp>
      <p:sp>
        <p:nvSpPr>
          <p:cNvPr id="36" name="Google Shape;36;p19"/>
          <p:cNvSpPr txBox="1"/>
          <p:nvPr>
            <p:ph type="ctrTitle"/>
          </p:nvPr>
        </p:nvSpPr>
        <p:spPr>
          <a:xfrm>
            <a:off x="1212850" y="2057400"/>
            <a:ext cx="5118100" cy="1929066"/>
          </a:xfrm>
          <a:prstGeom prst="rect">
            <a:avLst/>
          </a:prstGeom>
          <a:noFill/>
          <a:ln>
            <a:noFill/>
          </a:ln>
        </p:spPr>
        <p:txBody>
          <a:bodyPr anchorCtr="0" anchor="b" bIns="45700" lIns="91425" spcFirstLastPara="1" rIns="91425" wrap="square" tIns="45700">
            <a:noAutofit/>
          </a:bodyPr>
          <a:lstStyle>
            <a:lvl1pPr lvl="0" algn="l">
              <a:lnSpc>
                <a:spcPct val="90000"/>
              </a:lnSpc>
              <a:spcBef>
                <a:spcPts val="0"/>
              </a:spcBef>
              <a:spcAft>
                <a:spcPts val="0"/>
              </a:spcAft>
              <a:buClr>
                <a:schemeClr val="lt1"/>
              </a:buClr>
              <a:buSzPts val="5400"/>
              <a:buFont typeface="Calibri"/>
              <a:buNone/>
              <a:defRPr b="1" sz="5400">
                <a:solidFill>
                  <a:schemeClr val="lt1"/>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showMasterSp="0">
  <p:cSld name="Section Header">
    <p:bg>
      <p:bgPr>
        <a:solidFill>
          <a:schemeClr val="lt1"/>
        </a:solidFill>
      </p:bgPr>
    </p:bg>
    <p:spTree>
      <p:nvGrpSpPr>
        <p:cNvPr id="37" name="Shape 37"/>
        <p:cNvGrpSpPr/>
        <p:nvPr/>
      </p:nvGrpSpPr>
      <p:grpSpPr>
        <a:xfrm>
          <a:off x="0" y="0"/>
          <a:ext cx="0" cy="0"/>
          <a:chOff x="0" y="0"/>
          <a:chExt cx="0" cy="0"/>
        </a:xfrm>
      </p:grpSpPr>
      <p:sp>
        <p:nvSpPr>
          <p:cNvPr id="38" name="Google Shape;38;p20"/>
          <p:cNvSpPr/>
          <p:nvPr/>
        </p:nvSpPr>
        <p:spPr>
          <a:xfrm>
            <a:off x="7972121" y="0"/>
            <a:ext cx="2857500" cy="6858000"/>
          </a:xfrm>
          <a:prstGeom prst="parallelogram">
            <a:avLst>
              <a:gd fmla="val 0" name="adj"/>
            </a:avLst>
          </a:prstGeom>
          <a:solidFill>
            <a:srgbClr val="F2F2F2">
              <a:alpha val="29803"/>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9" name="Google Shape;39;p20"/>
          <p:cNvSpPr txBox="1"/>
          <p:nvPr>
            <p:ph idx="10" type="dt"/>
          </p:nvPr>
        </p:nvSpPr>
        <p:spPr>
          <a:xfrm>
            <a:off x="6834126" y="6446838"/>
            <a:ext cx="258485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rgbClr val="3F3F3F"/>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0" name="Google Shape;40;p20"/>
          <p:cNvSpPr txBox="1"/>
          <p:nvPr>
            <p:ph idx="11" type="ftr"/>
          </p:nvPr>
        </p:nvSpPr>
        <p:spPr>
          <a:xfrm>
            <a:off x="1097279" y="6446838"/>
            <a:ext cx="4846321"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rgbClr val="3F3F3F"/>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1" name="Google Shape;41;p20"/>
          <p:cNvSpPr txBox="1"/>
          <p:nvPr>
            <p:ph idx="12" type="sldNum"/>
          </p:nvPr>
        </p:nvSpPr>
        <p:spPr>
          <a:xfrm>
            <a:off x="10375670" y="6446838"/>
            <a:ext cx="78001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rgbClr val="3F3F3F"/>
                </a:solidFill>
                <a:latin typeface="Calibri"/>
                <a:ea typeface="Calibri"/>
                <a:cs typeface="Calibri"/>
                <a:sym typeface="Calibri"/>
              </a:defRPr>
            </a:lvl1pPr>
            <a:lvl2pPr indent="0" lvl="1" marL="0" marR="0" rtl="0" algn="l">
              <a:spcBef>
                <a:spcPts val="0"/>
              </a:spcBef>
              <a:buNone/>
              <a:defRPr sz="1800">
                <a:solidFill>
                  <a:srgbClr val="3F3F3F"/>
                </a:solidFill>
                <a:latin typeface="Calibri"/>
                <a:ea typeface="Calibri"/>
                <a:cs typeface="Calibri"/>
                <a:sym typeface="Calibri"/>
              </a:defRPr>
            </a:lvl2pPr>
            <a:lvl3pPr indent="0" lvl="2" marL="0" marR="0" rtl="0" algn="l">
              <a:spcBef>
                <a:spcPts val="0"/>
              </a:spcBef>
              <a:buNone/>
              <a:defRPr sz="1800">
                <a:solidFill>
                  <a:srgbClr val="3F3F3F"/>
                </a:solidFill>
                <a:latin typeface="Calibri"/>
                <a:ea typeface="Calibri"/>
                <a:cs typeface="Calibri"/>
                <a:sym typeface="Calibri"/>
              </a:defRPr>
            </a:lvl3pPr>
            <a:lvl4pPr indent="0" lvl="3" marL="0" marR="0" rtl="0" algn="l">
              <a:spcBef>
                <a:spcPts val="0"/>
              </a:spcBef>
              <a:buNone/>
              <a:defRPr sz="1800">
                <a:solidFill>
                  <a:srgbClr val="3F3F3F"/>
                </a:solidFill>
                <a:latin typeface="Calibri"/>
                <a:ea typeface="Calibri"/>
                <a:cs typeface="Calibri"/>
                <a:sym typeface="Calibri"/>
              </a:defRPr>
            </a:lvl4pPr>
            <a:lvl5pPr indent="0" lvl="4" marL="0" marR="0" rtl="0" algn="l">
              <a:spcBef>
                <a:spcPts val="0"/>
              </a:spcBef>
              <a:buNone/>
              <a:defRPr sz="1800">
                <a:solidFill>
                  <a:srgbClr val="3F3F3F"/>
                </a:solidFill>
                <a:latin typeface="Calibri"/>
                <a:ea typeface="Calibri"/>
                <a:cs typeface="Calibri"/>
                <a:sym typeface="Calibri"/>
              </a:defRPr>
            </a:lvl5pPr>
            <a:lvl6pPr indent="0" lvl="5" marL="0" marR="0" rtl="0" algn="l">
              <a:spcBef>
                <a:spcPts val="0"/>
              </a:spcBef>
              <a:buNone/>
              <a:defRPr sz="1800">
                <a:solidFill>
                  <a:srgbClr val="3F3F3F"/>
                </a:solidFill>
                <a:latin typeface="Calibri"/>
                <a:ea typeface="Calibri"/>
                <a:cs typeface="Calibri"/>
                <a:sym typeface="Calibri"/>
              </a:defRPr>
            </a:lvl6pPr>
            <a:lvl7pPr indent="0" lvl="6" marL="0" marR="0" rtl="0" algn="l">
              <a:spcBef>
                <a:spcPts val="0"/>
              </a:spcBef>
              <a:buNone/>
              <a:defRPr sz="1800">
                <a:solidFill>
                  <a:srgbClr val="3F3F3F"/>
                </a:solidFill>
                <a:latin typeface="Calibri"/>
                <a:ea typeface="Calibri"/>
                <a:cs typeface="Calibri"/>
                <a:sym typeface="Calibri"/>
              </a:defRPr>
            </a:lvl7pPr>
            <a:lvl8pPr indent="0" lvl="7" marL="0" marR="0" rtl="0" algn="l">
              <a:spcBef>
                <a:spcPts val="0"/>
              </a:spcBef>
              <a:buNone/>
              <a:defRPr sz="1800">
                <a:solidFill>
                  <a:srgbClr val="3F3F3F"/>
                </a:solidFill>
                <a:latin typeface="Calibri"/>
                <a:ea typeface="Calibri"/>
                <a:cs typeface="Calibri"/>
                <a:sym typeface="Calibri"/>
              </a:defRPr>
            </a:lvl8pPr>
            <a:lvl9pPr indent="0" lvl="8" marL="0" marR="0" rtl="0" algn="l">
              <a:spcBef>
                <a:spcPts val="0"/>
              </a:spcBef>
              <a:buNone/>
              <a:defRPr sz="1800">
                <a:solidFill>
                  <a:srgbClr val="3F3F3F"/>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
        <p:nvSpPr>
          <p:cNvPr id="42" name="Google Shape;42;p20"/>
          <p:cNvSpPr/>
          <p:nvPr>
            <p:ph idx="2" type="pic"/>
          </p:nvPr>
        </p:nvSpPr>
        <p:spPr>
          <a:xfrm>
            <a:off x="0" y="0"/>
            <a:ext cx="6311900" cy="6858000"/>
          </a:xfrm>
          <a:prstGeom prst="rect">
            <a:avLst/>
          </a:prstGeom>
          <a:noFill/>
          <a:ln>
            <a:noFill/>
          </a:ln>
        </p:spPr>
      </p:sp>
      <p:sp>
        <p:nvSpPr>
          <p:cNvPr id="43" name="Google Shape;43;p20"/>
          <p:cNvSpPr/>
          <p:nvPr/>
        </p:nvSpPr>
        <p:spPr>
          <a:xfrm>
            <a:off x="2451099" y="3568700"/>
            <a:ext cx="8721725" cy="2308225"/>
          </a:xfrm>
          <a:prstGeom prst="rect">
            <a:avLst/>
          </a:prstGeom>
          <a:solidFill>
            <a:schemeClr val="accent1"/>
          </a:solidFill>
          <a:ln>
            <a:noFill/>
          </a:ln>
        </p:spPr>
        <p:txBody>
          <a:bodyPr anchorCtr="0" anchor="b" bIns="45700" lIns="91425" spcFirstLastPara="1" rIns="91425" wrap="square" tIns="45700">
            <a:noAutofit/>
          </a:bodyPr>
          <a:lstStyle/>
          <a:p>
            <a:pPr indent="0" lvl="0" marL="0" marR="0" rtl="0" algn="ctr">
              <a:spcBef>
                <a:spcPts val="0"/>
              </a:spcBef>
              <a:spcAft>
                <a:spcPts val="0"/>
              </a:spcAft>
              <a:buNone/>
            </a:pPr>
            <a:r>
              <a:t/>
            </a:r>
            <a:endParaRPr sz="1400">
              <a:solidFill>
                <a:schemeClr val="lt1"/>
              </a:solidFill>
              <a:latin typeface="Calibri"/>
              <a:ea typeface="Calibri"/>
              <a:cs typeface="Calibri"/>
              <a:sym typeface="Calibri"/>
            </a:endParaRPr>
          </a:p>
        </p:txBody>
      </p:sp>
      <p:sp>
        <p:nvSpPr>
          <p:cNvPr id="44" name="Google Shape;44;p20"/>
          <p:cNvSpPr txBox="1"/>
          <p:nvPr>
            <p:ph type="title"/>
          </p:nvPr>
        </p:nvSpPr>
        <p:spPr>
          <a:xfrm>
            <a:off x="2641599" y="3746500"/>
            <a:ext cx="8331202" cy="1308100"/>
          </a:xfrm>
          <a:prstGeom prst="rect">
            <a:avLst/>
          </a:prstGeom>
          <a:noFill/>
          <a:ln>
            <a:noFill/>
          </a:ln>
        </p:spPr>
        <p:txBody>
          <a:bodyPr anchorCtr="0" anchor="b" bIns="45700" lIns="91425" spcFirstLastPara="1" rIns="91425" wrap="square" tIns="45700">
            <a:noAutofit/>
          </a:bodyPr>
          <a:lstStyle>
            <a:lvl1pPr lvl="0" algn="l">
              <a:lnSpc>
                <a:spcPct val="90000"/>
              </a:lnSpc>
              <a:spcBef>
                <a:spcPts val="0"/>
              </a:spcBef>
              <a:spcAft>
                <a:spcPts val="0"/>
              </a:spcAft>
              <a:buClr>
                <a:schemeClr val="lt1"/>
              </a:buClr>
              <a:buSzPts val="4800"/>
              <a:buFont typeface="Calibri"/>
              <a:buNone/>
              <a:defRPr b="1" sz="4800">
                <a:solidFill>
                  <a:schemeClr val="lt1"/>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5" name="Google Shape;45;p20"/>
          <p:cNvSpPr txBox="1"/>
          <p:nvPr>
            <p:ph idx="1" type="body"/>
          </p:nvPr>
        </p:nvSpPr>
        <p:spPr>
          <a:xfrm>
            <a:off x="2641600" y="5219700"/>
            <a:ext cx="8331201" cy="586740"/>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1200"/>
              </a:spcBef>
              <a:spcAft>
                <a:spcPts val="0"/>
              </a:spcAft>
              <a:buSzPts val="2400"/>
              <a:buNone/>
              <a:defRPr sz="2400" cap="none">
                <a:solidFill>
                  <a:schemeClr val="lt1"/>
                </a:solidFill>
                <a:latin typeface="Calibri"/>
                <a:ea typeface="Calibri"/>
                <a:cs typeface="Calibri"/>
                <a:sym typeface="Calibri"/>
              </a:defRPr>
            </a:lvl1pPr>
            <a:lvl2pPr indent="-228600" lvl="1" marL="914400" algn="l">
              <a:lnSpc>
                <a:spcPct val="100000"/>
              </a:lnSpc>
              <a:spcBef>
                <a:spcPts val="200"/>
              </a:spcBef>
              <a:spcAft>
                <a:spcPts val="0"/>
              </a:spcAft>
              <a:buSzPts val="1800"/>
              <a:buNone/>
              <a:defRPr sz="1800">
                <a:solidFill>
                  <a:srgbClr val="888888"/>
                </a:solidFill>
              </a:defRPr>
            </a:lvl2pPr>
            <a:lvl3pPr indent="-228600" lvl="2" marL="1371600" algn="l">
              <a:lnSpc>
                <a:spcPct val="100000"/>
              </a:lnSpc>
              <a:spcBef>
                <a:spcPts val="400"/>
              </a:spcBef>
              <a:spcAft>
                <a:spcPts val="0"/>
              </a:spcAft>
              <a:buSzPts val="1600"/>
              <a:buNone/>
              <a:defRPr sz="1600">
                <a:solidFill>
                  <a:srgbClr val="888888"/>
                </a:solidFill>
              </a:defRPr>
            </a:lvl3pPr>
            <a:lvl4pPr indent="-228600" lvl="3" marL="1828800" algn="l">
              <a:lnSpc>
                <a:spcPct val="100000"/>
              </a:lnSpc>
              <a:spcBef>
                <a:spcPts val="400"/>
              </a:spcBef>
              <a:spcAft>
                <a:spcPts val="0"/>
              </a:spcAft>
              <a:buSzPts val="1400"/>
              <a:buNone/>
              <a:defRPr sz="1400">
                <a:solidFill>
                  <a:srgbClr val="888888"/>
                </a:solidFill>
              </a:defRPr>
            </a:lvl4pPr>
            <a:lvl5pPr indent="-228600" lvl="4" marL="2286000" algn="l">
              <a:lnSpc>
                <a:spcPct val="100000"/>
              </a:lnSpc>
              <a:spcBef>
                <a:spcPts val="400"/>
              </a:spcBef>
              <a:spcAft>
                <a:spcPts val="0"/>
              </a:spcAft>
              <a:buSzPts val="1400"/>
              <a:buNone/>
              <a:defRPr sz="1400">
                <a:solidFill>
                  <a:srgbClr val="888888"/>
                </a:solidFill>
              </a:defRPr>
            </a:lvl5pPr>
            <a:lvl6pPr indent="-228600" lvl="5" marL="2743200" algn="l">
              <a:lnSpc>
                <a:spcPct val="90000"/>
              </a:lnSpc>
              <a:spcBef>
                <a:spcPts val="400"/>
              </a:spcBef>
              <a:spcAft>
                <a:spcPts val="0"/>
              </a:spcAft>
              <a:buSzPts val="1400"/>
              <a:buNone/>
              <a:defRPr sz="1400">
                <a:solidFill>
                  <a:srgbClr val="888888"/>
                </a:solidFill>
              </a:defRPr>
            </a:lvl6pPr>
            <a:lvl7pPr indent="-228600" lvl="6" marL="3200400" algn="l">
              <a:lnSpc>
                <a:spcPct val="90000"/>
              </a:lnSpc>
              <a:spcBef>
                <a:spcPts val="400"/>
              </a:spcBef>
              <a:spcAft>
                <a:spcPts val="0"/>
              </a:spcAft>
              <a:buSzPts val="1400"/>
              <a:buNone/>
              <a:defRPr sz="1400">
                <a:solidFill>
                  <a:srgbClr val="888888"/>
                </a:solidFill>
              </a:defRPr>
            </a:lvl7pPr>
            <a:lvl8pPr indent="-228600" lvl="7" marL="3657600" algn="l">
              <a:lnSpc>
                <a:spcPct val="90000"/>
              </a:lnSpc>
              <a:spcBef>
                <a:spcPts val="400"/>
              </a:spcBef>
              <a:spcAft>
                <a:spcPts val="0"/>
              </a:spcAft>
              <a:buSzPts val="1400"/>
              <a:buNone/>
              <a:defRPr sz="1400">
                <a:solidFill>
                  <a:srgbClr val="888888"/>
                </a:solidFill>
              </a:defRPr>
            </a:lvl8pPr>
            <a:lvl9pPr indent="-228600" lvl="8" marL="4114800" algn="l">
              <a:lnSpc>
                <a:spcPct val="90000"/>
              </a:lnSpc>
              <a:spcBef>
                <a:spcPts val="400"/>
              </a:spcBef>
              <a:spcAft>
                <a:spcPts val="400"/>
              </a:spcAft>
              <a:buSzPts val="1400"/>
              <a:buNone/>
              <a:defRPr sz="1400">
                <a:solidFill>
                  <a:srgbClr val="888888"/>
                </a:solidFill>
              </a:defRPr>
            </a:lvl9pPr>
          </a:lstStyle>
          <a:p/>
        </p:txBody>
      </p:sp>
      <p:sp>
        <p:nvSpPr>
          <p:cNvPr id="46" name="Google Shape;46;p20"/>
          <p:cNvSpPr/>
          <p:nvPr/>
        </p:nvSpPr>
        <p:spPr>
          <a:xfrm>
            <a:off x="3752850" y="3469101"/>
            <a:ext cx="5118100" cy="125666"/>
          </a:xfrm>
          <a:prstGeom prst="rect">
            <a:avLst/>
          </a:prstGeom>
          <a:solidFill>
            <a:schemeClr val="dk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Section Header" showMasterSp="0">
  <p:cSld name="1_Section Header">
    <p:bg>
      <p:bgPr>
        <a:solidFill>
          <a:schemeClr val="lt1"/>
        </a:solidFill>
      </p:bgPr>
    </p:bg>
    <p:spTree>
      <p:nvGrpSpPr>
        <p:cNvPr id="47" name="Shape 47"/>
        <p:cNvGrpSpPr/>
        <p:nvPr/>
      </p:nvGrpSpPr>
      <p:grpSpPr>
        <a:xfrm>
          <a:off x="0" y="0"/>
          <a:ext cx="0" cy="0"/>
          <a:chOff x="0" y="0"/>
          <a:chExt cx="0" cy="0"/>
        </a:xfrm>
      </p:grpSpPr>
      <p:sp>
        <p:nvSpPr>
          <p:cNvPr id="48" name="Google Shape;48;p21"/>
          <p:cNvSpPr txBox="1"/>
          <p:nvPr>
            <p:ph idx="10" type="dt"/>
          </p:nvPr>
        </p:nvSpPr>
        <p:spPr>
          <a:xfrm>
            <a:off x="6834126" y="6446838"/>
            <a:ext cx="258485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rgbClr val="3F3F3F"/>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9" name="Google Shape;49;p21"/>
          <p:cNvSpPr txBox="1"/>
          <p:nvPr>
            <p:ph idx="11" type="ftr"/>
          </p:nvPr>
        </p:nvSpPr>
        <p:spPr>
          <a:xfrm>
            <a:off x="1097279" y="6446838"/>
            <a:ext cx="4846321"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rgbClr val="3F3F3F"/>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0" name="Google Shape;50;p21"/>
          <p:cNvSpPr txBox="1"/>
          <p:nvPr>
            <p:ph idx="12" type="sldNum"/>
          </p:nvPr>
        </p:nvSpPr>
        <p:spPr>
          <a:xfrm>
            <a:off x="10375670" y="6446838"/>
            <a:ext cx="78001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rgbClr val="3F3F3F"/>
                </a:solidFill>
                <a:latin typeface="Calibri"/>
                <a:ea typeface="Calibri"/>
                <a:cs typeface="Calibri"/>
                <a:sym typeface="Calibri"/>
              </a:defRPr>
            </a:lvl1pPr>
            <a:lvl2pPr indent="0" lvl="1" marL="0" marR="0" rtl="0" algn="l">
              <a:spcBef>
                <a:spcPts val="0"/>
              </a:spcBef>
              <a:buNone/>
              <a:defRPr sz="1800">
                <a:solidFill>
                  <a:srgbClr val="3F3F3F"/>
                </a:solidFill>
                <a:latin typeface="Calibri"/>
                <a:ea typeface="Calibri"/>
                <a:cs typeface="Calibri"/>
                <a:sym typeface="Calibri"/>
              </a:defRPr>
            </a:lvl2pPr>
            <a:lvl3pPr indent="0" lvl="2" marL="0" marR="0" rtl="0" algn="l">
              <a:spcBef>
                <a:spcPts val="0"/>
              </a:spcBef>
              <a:buNone/>
              <a:defRPr sz="1800">
                <a:solidFill>
                  <a:srgbClr val="3F3F3F"/>
                </a:solidFill>
                <a:latin typeface="Calibri"/>
                <a:ea typeface="Calibri"/>
                <a:cs typeface="Calibri"/>
                <a:sym typeface="Calibri"/>
              </a:defRPr>
            </a:lvl3pPr>
            <a:lvl4pPr indent="0" lvl="3" marL="0" marR="0" rtl="0" algn="l">
              <a:spcBef>
                <a:spcPts val="0"/>
              </a:spcBef>
              <a:buNone/>
              <a:defRPr sz="1800">
                <a:solidFill>
                  <a:srgbClr val="3F3F3F"/>
                </a:solidFill>
                <a:latin typeface="Calibri"/>
                <a:ea typeface="Calibri"/>
                <a:cs typeface="Calibri"/>
                <a:sym typeface="Calibri"/>
              </a:defRPr>
            </a:lvl4pPr>
            <a:lvl5pPr indent="0" lvl="4" marL="0" marR="0" rtl="0" algn="l">
              <a:spcBef>
                <a:spcPts val="0"/>
              </a:spcBef>
              <a:buNone/>
              <a:defRPr sz="1800">
                <a:solidFill>
                  <a:srgbClr val="3F3F3F"/>
                </a:solidFill>
                <a:latin typeface="Calibri"/>
                <a:ea typeface="Calibri"/>
                <a:cs typeface="Calibri"/>
                <a:sym typeface="Calibri"/>
              </a:defRPr>
            </a:lvl5pPr>
            <a:lvl6pPr indent="0" lvl="5" marL="0" marR="0" rtl="0" algn="l">
              <a:spcBef>
                <a:spcPts val="0"/>
              </a:spcBef>
              <a:buNone/>
              <a:defRPr sz="1800">
                <a:solidFill>
                  <a:srgbClr val="3F3F3F"/>
                </a:solidFill>
                <a:latin typeface="Calibri"/>
                <a:ea typeface="Calibri"/>
                <a:cs typeface="Calibri"/>
                <a:sym typeface="Calibri"/>
              </a:defRPr>
            </a:lvl6pPr>
            <a:lvl7pPr indent="0" lvl="6" marL="0" marR="0" rtl="0" algn="l">
              <a:spcBef>
                <a:spcPts val="0"/>
              </a:spcBef>
              <a:buNone/>
              <a:defRPr sz="1800">
                <a:solidFill>
                  <a:srgbClr val="3F3F3F"/>
                </a:solidFill>
                <a:latin typeface="Calibri"/>
                <a:ea typeface="Calibri"/>
                <a:cs typeface="Calibri"/>
                <a:sym typeface="Calibri"/>
              </a:defRPr>
            </a:lvl7pPr>
            <a:lvl8pPr indent="0" lvl="7" marL="0" marR="0" rtl="0" algn="l">
              <a:spcBef>
                <a:spcPts val="0"/>
              </a:spcBef>
              <a:buNone/>
              <a:defRPr sz="1800">
                <a:solidFill>
                  <a:srgbClr val="3F3F3F"/>
                </a:solidFill>
                <a:latin typeface="Calibri"/>
                <a:ea typeface="Calibri"/>
                <a:cs typeface="Calibri"/>
                <a:sym typeface="Calibri"/>
              </a:defRPr>
            </a:lvl8pPr>
            <a:lvl9pPr indent="0" lvl="8" marL="0" marR="0" rtl="0" algn="l">
              <a:spcBef>
                <a:spcPts val="0"/>
              </a:spcBef>
              <a:buNone/>
              <a:defRPr sz="1800">
                <a:solidFill>
                  <a:srgbClr val="3F3F3F"/>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
        <p:nvSpPr>
          <p:cNvPr id="51" name="Google Shape;51;p21"/>
          <p:cNvSpPr/>
          <p:nvPr>
            <p:ph idx="2" type="pic"/>
          </p:nvPr>
        </p:nvSpPr>
        <p:spPr>
          <a:xfrm>
            <a:off x="0" y="0"/>
            <a:ext cx="12192000" cy="6858000"/>
          </a:xfrm>
          <a:prstGeom prst="rect">
            <a:avLst/>
          </a:prstGeom>
          <a:noFill/>
          <a:ln>
            <a:noFill/>
          </a:ln>
        </p:spPr>
      </p:sp>
      <p:sp>
        <p:nvSpPr>
          <p:cNvPr id="52" name="Google Shape;52;p21"/>
          <p:cNvSpPr/>
          <p:nvPr/>
        </p:nvSpPr>
        <p:spPr>
          <a:xfrm>
            <a:off x="1735138" y="3568700"/>
            <a:ext cx="8721725" cy="2308225"/>
          </a:xfrm>
          <a:prstGeom prst="rect">
            <a:avLst/>
          </a:prstGeom>
          <a:solidFill>
            <a:schemeClr val="accent1"/>
          </a:solidFill>
          <a:ln>
            <a:noFill/>
          </a:ln>
        </p:spPr>
        <p:txBody>
          <a:bodyPr anchorCtr="0" anchor="b" bIns="45700" lIns="91425" spcFirstLastPara="1" rIns="91425" wrap="square" tIns="45700">
            <a:noAutofit/>
          </a:bodyPr>
          <a:lstStyle/>
          <a:p>
            <a:pPr indent="0" lvl="0" marL="0" marR="0" rtl="0" algn="ctr">
              <a:spcBef>
                <a:spcPts val="0"/>
              </a:spcBef>
              <a:spcAft>
                <a:spcPts val="0"/>
              </a:spcAft>
              <a:buNone/>
            </a:pPr>
            <a:r>
              <a:t/>
            </a:r>
            <a:endParaRPr sz="1400">
              <a:solidFill>
                <a:schemeClr val="lt1"/>
              </a:solidFill>
              <a:latin typeface="Calibri"/>
              <a:ea typeface="Calibri"/>
              <a:cs typeface="Calibri"/>
              <a:sym typeface="Calibri"/>
            </a:endParaRPr>
          </a:p>
        </p:txBody>
      </p:sp>
      <p:sp>
        <p:nvSpPr>
          <p:cNvPr id="53" name="Google Shape;53;p21"/>
          <p:cNvSpPr txBox="1"/>
          <p:nvPr>
            <p:ph type="title"/>
          </p:nvPr>
        </p:nvSpPr>
        <p:spPr>
          <a:xfrm>
            <a:off x="1930399" y="3746500"/>
            <a:ext cx="8331202" cy="1308100"/>
          </a:xfrm>
          <a:prstGeom prst="rect">
            <a:avLst/>
          </a:prstGeom>
          <a:noFill/>
          <a:ln>
            <a:noFill/>
          </a:ln>
        </p:spPr>
        <p:txBody>
          <a:bodyPr anchorCtr="0" anchor="b" bIns="45700" lIns="91425" spcFirstLastPara="1" rIns="91425" wrap="square" tIns="45700">
            <a:noAutofit/>
          </a:bodyPr>
          <a:lstStyle>
            <a:lvl1pPr lvl="0" algn="ctr">
              <a:lnSpc>
                <a:spcPct val="90000"/>
              </a:lnSpc>
              <a:spcBef>
                <a:spcPts val="0"/>
              </a:spcBef>
              <a:spcAft>
                <a:spcPts val="0"/>
              </a:spcAft>
              <a:buClr>
                <a:schemeClr val="lt1"/>
              </a:buClr>
              <a:buSzPts val="4800"/>
              <a:buFont typeface="Calibri"/>
              <a:buNone/>
              <a:defRPr b="1" sz="4800">
                <a:solidFill>
                  <a:schemeClr val="lt1"/>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4" name="Google Shape;54;p21"/>
          <p:cNvSpPr txBox="1"/>
          <p:nvPr>
            <p:ph idx="1" type="body"/>
          </p:nvPr>
        </p:nvSpPr>
        <p:spPr>
          <a:xfrm>
            <a:off x="1930400" y="5219700"/>
            <a:ext cx="8331201" cy="586740"/>
          </a:xfrm>
          <a:prstGeom prst="rect">
            <a:avLst/>
          </a:prstGeom>
          <a:noFill/>
          <a:ln>
            <a:noFill/>
          </a:ln>
        </p:spPr>
        <p:txBody>
          <a:bodyPr anchorCtr="0" anchor="t" bIns="45700" lIns="91425" spcFirstLastPara="1" rIns="91425" wrap="square" tIns="45700">
            <a:normAutofit/>
          </a:bodyPr>
          <a:lstStyle>
            <a:lvl1pPr indent="-228600" lvl="0" marL="457200" algn="ctr">
              <a:lnSpc>
                <a:spcPct val="100000"/>
              </a:lnSpc>
              <a:spcBef>
                <a:spcPts val="1200"/>
              </a:spcBef>
              <a:spcAft>
                <a:spcPts val="0"/>
              </a:spcAft>
              <a:buSzPts val="2400"/>
              <a:buNone/>
              <a:defRPr sz="2400" cap="none">
                <a:solidFill>
                  <a:schemeClr val="lt1"/>
                </a:solidFill>
                <a:latin typeface="Calibri"/>
                <a:ea typeface="Calibri"/>
                <a:cs typeface="Calibri"/>
                <a:sym typeface="Calibri"/>
              </a:defRPr>
            </a:lvl1pPr>
            <a:lvl2pPr indent="-228600" lvl="1" marL="914400" algn="l">
              <a:lnSpc>
                <a:spcPct val="100000"/>
              </a:lnSpc>
              <a:spcBef>
                <a:spcPts val="200"/>
              </a:spcBef>
              <a:spcAft>
                <a:spcPts val="0"/>
              </a:spcAft>
              <a:buSzPts val="1800"/>
              <a:buNone/>
              <a:defRPr sz="1800">
                <a:solidFill>
                  <a:srgbClr val="888888"/>
                </a:solidFill>
              </a:defRPr>
            </a:lvl2pPr>
            <a:lvl3pPr indent="-228600" lvl="2" marL="1371600" algn="l">
              <a:lnSpc>
                <a:spcPct val="100000"/>
              </a:lnSpc>
              <a:spcBef>
                <a:spcPts val="400"/>
              </a:spcBef>
              <a:spcAft>
                <a:spcPts val="0"/>
              </a:spcAft>
              <a:buSzPts val="1600"/>
              <a:buNone/>
              <a:defRPr sz="1600">
                <a:solidFill>
                  <a:srgbClr val="888888"/>
                </a:solidFill>
              </a:defRPr>
            </a:lvl3pPr>
            <a:lvl4pPr indent="-228600" lvl="3" marL="1828800" algn="l">
              <a:lnSpc>
                <a:spcPct val="100000"/>
              </a:lnSpc>
              <a:spcBef>
                <a:spcPts val="400"/>
              </a:spcBef>
              <a:spcAft>
                <a:spcPts val="0"/>
              </a:spcAft>
              <a:buSzPts val="1400"/>
              <a:buNone/>
              <a:defRPr sz="1400">
                <a:solidFill>
                  <a:srgbClr val="888888"/>
                </a:solidFill>
              </a:defRPr>
            </a:lvl4pPr>
            <a:lvl5pPr indent="-228600" lvl="4" marL="2286000" algn="l">
              <a:lnSpc>
                <a:spcPct val="100000"/>
              </a:lnSpc>
              <a:spcBef>
                <a:spcPts val="400"/>
              </a:spcBef>
              <a:spcAft>
                <a:spcPts val="0"/>
              </a:spcAft>
              <a:buSzPts val="1400"/>
              <a:buNone/>
              <a:defRPr sz="1400">
                <a:solidFill>
                  <a:srgbClr val="888888"/>
                </a:solidFill>
              </a:defRPr>
            </a:lvl5pPr>
            <a:lvl6pPr indent="-228600" lvl="5" marL="2743200" algn="l">
              <a:lnSpc>
                <a:spcPct val="90000"/>
              </a:lnSpc>
              <a:spcBef>
                <a:spcPts val="400"/>
              </a:spcBef>
              <a:spcAft>
                <a:spcPts val="0"/>
              </a:spcAft>
              <a:buSzPts val="1400"/>
              <a:buNone/>
              <a:defRPr sz="1400">
                <a:solidFill>
                  <a:srgbClr val="888888"/>
                </a:solidFill>
              </a:defRPr>
            </a:lvl6pPr>
            <a:lvl7pPr indent="-228600" lvl="6" marL="3200400" algn="l">
              <a:lnSpc>
                <a:spcPct val="90000"/>
              </a:lnSpc>
              <a:spcBef>
                <a:spcPts val="400"/>
              </a:spcBef>
              <a:spcAft>
                <a:spcPts val="0"/>
              </a:spcAft>
              <a:buSzPts val="1400"/>
              <a:buNone/>
              <a:defRPr sz="1400">
                <a:solidFill>
                  <a:srgbClr val="888888"/>
                </a:solidFill>
              </a:defRPr>
            </a:lvl7pPr>
            <a:lvl8pPr indent="-228600" lvl="7" marL="3657600" algn="l">
              <a:lnSpc>
                <a:spcPct val="90000"/>
              </a:lnSpc>
              <a:spcBef>
                <a:spcPts val="400"/>
              </a:spcBef>
              <a:spcAft>
                <a:spcPts val="0"/>
              </a:spcAft>
              <a:buSzPts val="1400"/>
              <a:buNone/>
              <a:defRPr sz="1400">
                <a:solidFill>
                  <a:srgbClr val="888888"/>
                </a:solidFill>
              </a:defRPr>
            </a:lvl8pPr>
            <a:lvl9pPr indent="-228600" lvl="8" marL="4114800" algn="l">
              <a:lnSpc>
                <a:spcPct val="90000"/>
              </a:lnSpc>
              <a:spcBef>
                <a:spcPts val="400"/>
              </a:spcBef>
              <a:spcAft>
                <a:spcPts val="400"/>
              </a:spcAft>
              <a:buSzPts val="1400"/>
              <a:buNone/>
              <a:defRPr sz="1400">
                <a:solidFill>
                  <a:srgbClr val="888888"/>
                </a:solidFill>
              </a:defRPr>
            </a:lvl9pPr>
          </a:lstStyle>
          <a:p/>
        </p:txBody>
      </p:sp>
      <p:sp>
        <p:nvSpPr>
          <p:cNvPr id="55" name="Google Shape;55;p21"/>
          <p:cNvSpPr/>
          <p:nvPr/>
        </p:nvSpPr>
        <p:spPr>
          <a:xfrm>
            <a:off x="3536950" y="3469101"/>
            <a:ext cx="5118100" cy="125666"/>
          </a:xfrm>
          <a:prstGeom prst="rect">
            <a:avLst/>
          </a:prstGeom>
          <a:solidFill>
            <a:schemeClr val="dk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56" name="Shape 56"/>
        <p:cNvGrpSpPr/>
        <p:nvPr/>
      </p:nvGrpSpPr>
      <p:grpSpPr>
        <a:xfrm>
          <a:off x="0" y="0"/>
          <a:ext cx="0" cy="0"/>
          <a:chOff x="0" y="0"/>
          <a:chExt cx="0" cy="0"/>
        </a:xfrm>
      </p:grpSpPr>
      <p:sp>
        <p:nvSpPr>
          <p:cNvPr id="57" name="Google Shape;57;p22"/>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rgbClr val="3F3F3F"/>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8" name="Google Shape;58;p22"/>
          <p:cNvSpPr txBox="1"/>
          <p:nvPr>
            <p:ph idx="1" type="body"/>
          </p:nvPr>
        </p:nvSpPr>
        <p:spPr>
          <a:xfrm>
            <a:off x="1097280" y="2120900"/>
            <a:ext cx="4639736" cy="3748193"/>
          </a:xfrm>
          <a:prstGeom prst="rect">
            <a:avLst/>
          </a:prstGeom>
          <a:noFill/>
          <a:ln>
            <a:noFill/>
          </a:ln>
        </p:spPr>
        <p:txBody>
          <a:bodyPr anchorCtr="0" anchor="t" bIns="45700" lIns="0" spcFirstLastPara="1" rIns="0" wrap="square" tIns="45700">
            <a:normAutofit/>
          </a:bodyPr>
          <a:lstStyle>
            <a:lvl1pPr indent="-228600" lvl="0" marL="457200" algn="l">
              <a:lnSpc>
                <a:spcPct val="100000"/>
              </a:lnSpc>
              <a:spcBef>
                <a:spcPts val="1200"/>
              </a:spcBef>
              <a:spcAft>
                <a:spcPts val="0"/>
              </a:spcAft>
              <a:buSzPts val="1800"/>
              <a:buNone/>
              <a:defRPr/>
            </a:lvl1pPr>
            <a:lvl2pPr indent="-342900" lvl="1" marL="914400" algn="l">
              <a:lnSpc>
                <a:spcPct val="100000"/>
              </a:lnSpc>
              <a:spcBef>
                <a:spcPts val="200"/>
              </a:spcBef>
              <a:spcAft>
                <a:spcPts val="0"/>
              </a:spcAft>
              <a:buSzPts val="1800"/>
              <a:buChar char="▪"/>
              <a:defRPr/>
            </a:lvl2pPr>
            <a:lvl3pPr indent="-342900" lvl="2" marL="1371600" algn="l">
              <a:lnSpc>
                <a:spcPct val="100000"/>
              </a:lnSpc>
              <a:spcBef>
                <a:spcPts val="400"/>
              </a:spcBef>
              <a:spcAft>
                <a:spcPts val="0"/>
              </a:spcAft>
              <a:buSzPts val="1800"/>
              <a:buChar char="▪"/>
              <a:defRPr/>
            </a:lvl3pPr>
            <a:lvl4pPr indent="-342900" lvl="3" marL="1828800" algn="l">
              <a:lnSpc>
                <a:spcPct val="100000"/>
              </a:lnSpc>
              <a:spcBef>
                <a:spcPts val="400"/>
              </a:spcBef>
              <a:spcAft>
                <a:spcPts val="0"/>
              </a:spcAft>
              <a:buSzPts val="1800"/>
              <a:buChar char="▪"/>
              <a:defRPr/>
            </a:lvl4pPr>
            <a:lvl5pPr indent="-342900" lvl="4" marL="2286000" algn="l">
              <a:lnSpc>
                <a:spcPct val="100000"/>
              </a:lnSpc>
              <a:spcBef>
                <a:spcPts val="400"/>
              </a:spcBef>
              <a:spcAft>
                <a:spcPts val="0"/>
              </a:spcAft>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59" name="Google Shape;59;p22"/>
          <p:cNvSpPr txBox="1"/>
          <p:nvPr>
            <p:ph idx="2" type="body"/>
          </p:nvPr>
        </p:nvSpPr>
        <p:spPr>
          <a:xfrm>
            <a:off x="6515944" y="2120900"/>
            <a:ext cx="4639736" cy="3748194"/>
          </a:xfrm>
          <a:prstGeom prst="rect">
            <a:avLst/>
          </a:prstGeom>
          <a:noFill/>
          <a:ln>
            <a:noFill/>
          </a:ln>
        </p:spPr>
        <p:txBody>
          <a:bodyPr anchorCtr="0" anchor="t" bIns="45700" lIns="0" spcFirstLastPara="1" rIns="0" wrap="square" tIns="45700">
            <a:normAutofit/>
          </a:bodyPr>
          <a:lstStyle>
            <a:lvl1pPr indent="-228600" lvl="0" marL="457200" algn="l">
              <a:lnSpc>
                <a:spcPct val="100000"/>
              </a:lnSpc>
              <a:spcBef>
                <a:spcPts val="1200"/>
              </a:spcBef>
              <a:spcAft>
                <a:spcPts val="0"/>
              </a:spcAft>
              <a:buSzPts val="1800"/>
              <a:buNone/>
              <a:defRPr/>
            </a:lvl1pPr>
            <a:lvl2pPr indent="-342900" lvl="1" marL="914400" algn="l">
              <a:lnSpc>
                <a:spcPct val="100000"/>
              </a:lnSpc>
              <a:spcBef>
                <a:spcPts val="200"/>
              </a:spcBef>
              <a:spcAft>
                <a:spcPts val="0"/>
              </a:spcAft>
              <a:buSzPts val="1800"/>
              <a:buChar char="▪"/>
              <a:defRPr/>
            </a:lvl2pPr>
            <a:lvl3pPr indent="-342900" lvl="2" marL="1371600" algn="l">
              <a:lnSpc>
                <a:spcPct val="100000"/>
              </a:lnSpc>
              <a:spcBef>
                <a:spcPts val="400"/>
              </a:spcBef>
              <a:spcAft>
                <a:spcPts val="0"/>
              </a:spcAft>
              <a:buSzPts val="1800"/>
              <a:buChar char="▪"/>
              <a:defRPr/>
            </a:lvl3pPr>
            <a:lvl4pPr indent="-342900" lvl="3" marL="1828800" algn="l">
              <a:lnSpc>
                <a:spcPct val="100000"/>
              </a:lnSpc>
              <a:spcBef>
                <a:spcPts val="400"/>
              </a:spcBef>
              <a:spcAft>
                <a:spcPts val="0"/>
              </a:spcAft>
              <a:buSzPts val="1800"/>
              <a:buChar char="▪"/>
              <a:defRPr/>
            </a:lvl4pPr>
            <a:lvl5pPr indent="-342900" lvl="4" marL="2286000" algn="l">
              <a:lnSpc>
                <a:spcPct val="100000"/>
              </a:lnSpc>
              <a:spcBef>
                <a:spcPts val="400"/>
              </a:spcBef>
              <a:spcAft>
                <a:spcPts val="0"/>
              </a:spcAft>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60" name="Google Shape;60;p22"/>
          <p:cNvSpPr txBox="1"/>
          <p:nvPr>
            <p:ph idx="10" type="dt"/>
          </p:nvPr>
        </p:nvSpPr>
        <p:spPr>
          <a:xfrm>
            <a:off x="6834126" y="6446838"/>
            <a:ext cx="258485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61" name="Google Shape;61;p22"/>
          <p:cNvSpPr txBox="1"/>
          <p:nvPr>
            <p:ph idx="11" type="ftr"/>
          </p:nvPr>
        </p:nvSpPr>
        <p:spPr>
          <a:xfrm>
            <a:off x="1097279" y="6446838"/>
            <a:ext cx="4846321"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62" name="Google Shape;62;p22"/>
          <p:cNvSpPr txBox="1"/>
          <p:nvPr>
            <p:ph idx="12" type="sldNum"/>
          </p:nvPr>
        </p:nvSpPr>
        <p:spPr>
          <a:xfrm>
            <a:off x="10375670" y="6446838"/>
            <a:ext cx="78001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Calibri"/>
                <a:ea typeface="Calibri"/>
                <a:cs typeface="Calibri"/>
                <a:sym typeface="Calibri"/>
              </a:defRPr>
            </a:lvl1pPr>
            <a:lvl2pPr indent="0" lvl="1" marL="0" marR="0" rtl="0" algn="l">
              <a:spcBef>
                <a:spcPts val="0"/>
              </a:spcBef>
              <a:buNone/>
              <a:defRPr sz="1800">
                <a:solidFill>
                  <a:schemeClr val="dk1"/>
                </a:solidFill>
                <a:latin typeface="Calibri"/>
                <a:ea typeface="Calibri"/>
                <a:cs typeface="Calibri"/>
                <a:sym typeface="Calibri"/>
              </a:defRPr>
            </a:lvl2pPr>
            <a:lvl3pPr indent="0" lvl="2" marL="0" marR="0" rtl="0" algn="l">
              <a:spcBef>
                <a:spcPts val="0"/>
              </a:spcBef>
              <a:buNone/>
              <a:defRPr sz="1800">
                <a:solidFill>
                  <a:schemeClr val="dk1"/>
                </a:solidFill>
                <a:latin typeface="Calibri"/>
                <a:ea typeface="Calibri"/>
                <a:cs typeface="Calibri"/>
                <a:sym typeface="Calibri"/>
              </a:defRPr>
            </a:lvl3pPr>
            <a:lvl4pPr indent="0" lvl="3" marL="0" marR="0" rtl="0" algn="l">
              <a:spcBef>
                <a:spcPts val="0"/>
              </a:spcBef>
              <a:buNone/>
              <a:defRPr sz="1800">
                <a:solidFill>
                  <a:schemeClr val="dk1"/>
                </a:solidFill>
                <a:latin typeface="Calibri"/>
                <a:ea typeface="Calibri"/>
                <a:cs typeface="Calibri"/>
                <a:sym typeface="Calibri"/>
              </a:defRPr>
            </a:lvl4pPr>
            <a:lvl5pPr indent="0" lvl="4" marL="0" marR="0" rtl="0" algn="l">
              <a:spcBef>
                <a:spcPts val="0"/>
              </a:spcBef>
              <a:buNone/>
              <a:defRPr sz="1800">
                <a:solidFill>
                  <a:schemeClr val="dk1"/>
                </a:solidFill>
                <a:latin typeface="Calibri"/>
                <a:ea typeface="Calibri"/>
                <a:cs typeface="Calibri"/>
                <a:sym typeface="Calibri"/>
              </a:defRPr>
            </a:lvl5pPr>
            <a:lvl6pPr indent="0" lvl="5" marL="0" marR="0" rtl="0" algn="l">
              <a:spcBef>
                <a:spcPts val="0"/>
              </a:spcBef>
              <a:buNone/>
              <a:defRPr sz="1800">
                <a:solidFill>
                  <a:schemeClr val="dk1"/>
                </a:solidFill>
                <a:latin typeface="Calibri"/>
                <a:ea typeface="Calibri"/>
                <a:cs typeface="Calibri"/>
                <a:sym typeface="Calibri"/>
              </a:defRPr>
            </a:lvl6pPr>
            <a:lvl7pPr indent="0" lvl="6" marL="0" marR="0" rtl="0" algn="l">
              <a:spcBef>
                <a:spcPts val="0"/>
              </a:spcBef>
              <a:buNone/>
              <a:defRPr sz="1800">
                <a:solidFill>
                  <a:schemeClr val="dk1"/>
                </a:solidFill>
                <a:latin typeface="Calibri"/>
                <a:ea typeface="Calibri"/>
                <a:cs typeface="Calibri"/>
                <a:sym typeface="Calibri"/>
              </a:defRPr>
            </a:lvl7pPr>
            <a:lvl8pPr indent="0" lvl="7" marL="0" marR="0" rtl="0" algn="l">
              <a:spcBef>
                <a:spcPts val="0"/>
              </a:spcBef>
              <a:buNone/>
              <a:defRPr sz="1800">
                <a:solidFill>
                  <a:schemeClr val="dk1"/>
                </a:solidFill>
                <a:latin typeface="Calibri"/>
                <a:ea typeface="Calibri"/>
                <a:cs typeface="Calibri"/>
                <a:sym typeface="Calibri"/>
              </a:defRPr>
            </a:lvl8pPr>
            <a:lvl9pPr indent="0" lvl="8" marL="0" marR="0" rtl="0" algn="l">
              <a:spcBef>
                <a:spcPts val="0"/>
              </a:spcBef>
              <a:buNone/>
              <a:defRPr sz="1800">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63" name="Shape 63"/>
        <p:cNvGrpSpPr/>
        <p:nvPr/>
      </p:nvGrpSpPr>
      <p:grpSpPr>
        <a:xfrm>
          <a:off x="0" y="0"/>
          <a:ext cx="0" cy="0"/>
          <a:chOff x="0" y="0"/>
          <a:chExt cx="0" cy="0"/>
        </a:xfrm>
      </p:grpSpPr>
      <p:sp>
        <p:nvSpPr>
          <p:cNvPr id="64" name="Google Shape;64;p23"/>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rgbClr val="3F3F3F"/>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5" name="Google Shape;65;p23"/>
          <p:cNvSpPr txBox="1"/>
          <p:nvPr>
            <p:ph idx="1" type="body"/>
          </p:nvPr>
        </p:nvSpPr>
        <p:spPr>
          <a:xfrm>
            <a:off x="1097280" y="2057400"/>
            <a:ext cx="4639736" cy="736282"/>
          </a:xfrm>
          <a:prstGeom prst="rect">
            <a:avLst/>
          </a:prstGeom>
          <a:noFill/>
          <a:ln>
            <a:noFill/>
          </a:ln>
        </p:spPr>
        <p:txBody>
          <a:bodyPr anchorCtr="0" anchor="ctr" bIns="45700" lIns="91425" spcFirstLastPara="1" rIns="91425" wrap="square" tIns="45700">
            <a:noAutofit/>
          </a:bodyPr>
          <a:lstStyle>
            <a:lvl1pPr indent="-228600" lvl="0" marL="457200" algn="l">
              <a:lnSpc>
                <a:spcPct val="100000"/>
              </a:lnSpc>
              <a:spcBef>
                <a:spcPts val="1200"/>
              </a:spcBef>
              <a:spcAft>
                <a:spcPts val="0"/>
              </a:spcAft>
              <a:buSzPts val="2400"/>
              <a:buNone/>
              <a:defRPr b="1" sz="2400" cap="none">
                <a:solidFill>
                  <a:schemeClr val="accent1"/>
                </a:solidFill>
              </a:defRPr>
            </a:lvl1pPr>
            <a:lvl2pPr indent="-228600" lvl="1" marL="914400" algn="l">
              <a:lnSpc>
                <a:spcPct val="100000"/>
              </a:lnSpc>
              <a:spcBef>
                <a:spcPts val="200"/>
              </a:spcBef>
              <a:spcAft>
                <a:spcPts val="0"/>
              </a:spcAft>
              <a:buSzPts val="2000"/>
              <a:buNone/>
              <a:defRPr b="1" sz="2000"/>
            </a:lvl2pPr>
            <a:lvl3pPr indent="-228600" lvl="2" marL="1371600" algn="l">
              <a:lnSpc>
                <a:spcPct val="100000"/>
              </a:lnSpc>
              <a:spcBef>
                <a:spcPts val="400"/>
              </a:spcBef>
              <a:spcAft>
                <a:spcPts val="0"/>
              </a:spcAft>
              <a:buSzPts val="1800"/>
              <a:buNone/>
              <a:defRPr b="1" sz="1800"/>
            </a:lvl3pPr>
            <a:lvl4pPr indent="-228600" lvl="3" marL="1828800" algn="l">
              <a:lnSpc>
                <a:spcPct val="100000"/>
              </a:lnSpc>
              <a:spcBef>
                <a:spcPts val="400"/>
              </a:spcBef>
              <a:spcAft>
                <a:spcPts val="0"/>
              </a:spcAft>
              <a:buSzPts val="1600"/>
              <a:buNone/>
              <a:defRPr b="1" sz="1600"/>
            </a:lvl4pPr>
            <a:lvl5pPr indent="-228600" lvl="4" marL="2286000" algn="l">
              <a:lnSpc>
                <a:spcPct val="100000"/>
              </a:lnSpc>
              <a:spcBef>
                <a:spcPts val="400"/>
              </a:spcBef>
              <a:spcAft>
                <a:spcPts val="0"/>
              </a:spcAft>
              <a:buSzPts val="1600"/>
              <a:buNone/>
              <a:defRPr b="1" sz="1600"/>
            </a:lvl5pPr>
            <a:lvl6pPr indent="-228600" lvl="5" marL="2743200" algn="l">
              <a:lnSpc>
                <a:spcPct val="90000"/>
              </a:lnSpc>
              <a:spcBef>
                <a:spcPts val="400"/>
              </a:spcBef>
              <a:spcAft>
                <a:spcPts val="0"/>
              </a:spcAft>
              <a:buSzPts val="1600"/>
              <a:buNone/>
              <a:defRPr b="1" sz="1600"/>
            </a:lvl6pPr>
            <a:lvl7pPr indent="-228600" lvl="6" marL="3200400" algn="l">
              <a:lnSpc>
                <a:spcPct val="90000"/>
              </a:lnSpc>
              <a:spcBef>
                <a:spcPts val="400"/>
              </a:spcBef>
              <a:spcAft>
                <a:spcPts val="0"/>
              </a:spcAft>
              <a:buSzPts val="1600"/>
              <a:buNone/>
              <a:defRPr b="1" sz="1600"/>
            </a:lvl7pPr>
            <a:lvl8pPr indent="-228600" lvl="7" marL="3657600" algn="l">
              <a:lnSpc>
                <a:spcPct val="90000"/>
              </a:lnSpc>
              <a:spcBef>
                <a:spcPts val="400"/>
              </a:spcBef>
              <a:spcAft>
                <a:spcPts val="0"/>
              </a:spcAft>
              <a:buSzPts val="1600"/>
              <a:buNone/>
              <a:defRPr b="1" sz="1600"/>
            </a:lvl8pPr>
            <a:lvl9pPr indent="-228600" lvl="8" marL="4114800" algn="l">
              <a:lnSpc>
                <a:spcPct val="90000"/>
              </a:lnSpc>
              <a:spcBef>
                <a:spcPts val="400"/>
              </a:spcBef>
              <a:spcAft>
                <a:spcPts val="400"/>
              </a:spcAft>
              <a:buSzPts val="1600"/>
              <a:buNone/>
              <a:defRPr b="1" sz="1600"/>
            </a:lvl9pPr>
          </a:lstStyle>
          <a:p/>
        </p:txBody>
      </p:sp>
      <p:sp>
        <p:nvSpPr>
          <p:cNvPr id="66" name="Google Shape;66;p23"/>
          <p:cNvSpPr txBox="1"/>
          <p:nvPr>
            <p:ph idx="2" type="body"/>
          </p:nvPr>
        </p:nvSpPr>
        <p:spPr>
          <a:xfrm>
            <a:off x="1186731" y="2958274"/>
            <a:ext cx="4639736" cy="2910821"/>
          </a:xfrm>
          <a:prstGeom prst="rect">
            <a:avLst/>
          </a:prstGeom>
          <a:noFill/>
          <a:ln>
            <a:noFill/>
          </a:ln>
        </p:spPr>
        <p:txBody>
          <a:bodyPr anchorCtr="0" anchor="t" bIns="45700" lIns="0" spcFirstLastPara="1" rIns="0" wrap="square" tIns="45700">
            <a:normAutofit/>
          </a:bodyPr>
          <a:lstStyle>
            <a:lvl1pPr indent="-228600" lvl="0" marL="457200" algn="l">
              <a:lnSpc>
                <a:spcPct val="100000"/>
              </a:lnSpc>
              <a:spcBef>
                <a:spcPts val="1200"/>
              </a:spcBef>
              <a:spcAft>
                <a:spcPts val="0"/>
              </a:spcAft>
              <a:buSzPts val="1800"/>
              <a:buNone/>
              <a:defRPr/>
            </a:lvl1pPr>
            <a:lvl2pPr indent="-342900" lvl="1" marL="914400" algn="l">
              <a:lnSpc>
                <a:spcPct val="100000"/>
              </a:lnSpc>
              <a:spcBef>
                <a:spcPts val="200"/>
              </a:spcBef>
              <a:spcAft>
                <a:spcPts val="0"/>
              </a:spcAft>
              <a:buSzPts val="1800"/>
              <a:buChar char="▪"/>
              <a:defRPr/>
            </a:lvl2pPr>
            <a:lvl3pPr indent="-342900" lvl="2" marL="1371600" algn="l">
              <a:lnSpc>
                <a:spcPct val="100000"/>
              </a:lnSpc>
              <a:spcBef>
                <a:spcPts val="400"/>
              </a:spcBef>
              <a:spcAft>
                <a:spcPts val="0"/>
              </a:spcAft>
              <a:buSzPts val="1800"/>
              <a:buChar char="▪"/>
              <a:defRPr/>
            </a:lvl3pPr>
            <a:lvl4pPr indent="-342900" lvl="3" marL="1828800" algn="l">
              <a:lnSpc>
                <a:spcPct val="100000"/>
              </a:lnSpc>
              <a:spcBef>
                <a:spcPts val="400"/>
              </a:spcBef>
              <a:spcAft>
                <a:spcPts val="0"/>
              </a:spcAft>
              <a:buSzPts val="1800"/>
              <a:buChar char="▪"/>
              <a:defRPr/>
            </a:lvl4pPr>
            <a:lvl5pPr indent="-342900" lvl="4" marL="2286000" algn="l">
              <a:lnSpc>
                <a:spcPct val="100000"/>
              </a:lnSpc>
              <a:spcBef>
                <a:spcPts val="400"/>
              </a:spcBef>
              <a:spcAft>
                <a:spcPts val="0"/>
              </a:spcAft>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67" name="Google Shape;67;p23"/>
          <p:cNvSpPr txBox="1"/>
          <p:nvPr>
            <p:ph idx="3" type="body"/>
          </p:nvPr>
        </p:nvSpPr>
        <p:spPr>
          <a:xfrm>
            <a:off x="6515944" y="2057400"/>
            <a:ext cx="4639736" cy="736282"/>
          </a:xfrm>
          <a:prstGeom prst="rect">
            <a:avLst/>
          </a:prstGeom>
          <a:noFill/>
          <a:ln>
            <a:noFill/>
          </a:ln>
        </p:spPr>
        <p:txBody>
          <a:bodyPr anchorCtr="0" anchor="ctr" bIns="45700" lIns="91425" spcFirstLastPara="1" rIns="91425" wrap="square" tIns="45700">
            <a:noAutofit/>
          </a:bodyPr>
          <a:lstStyle>
            <a:lvl1pPr indent="-228600" lvl="0" marL="457200" algn="l">
              <a:lnSpc>
                <a:spcPct val="100000"/>
              </a:lnSpc>
              <a:spcBef>
                <a:spcPts val="1200"/>
              </a:spcBef>
              <a:spcAft>
                <a:spcPts val="0"/>
              </a:spcAft>
              <a:buSzPts val="2400"/>
              <a:buNone/>
              <a:defRPr b="1" sz="2400" cap="none">
                <a:solidFill>
                  <a:schemeClr val="accent1"/>
                </a:solidFill>
              </a:defRPr>
            </a:lvl1pPr>
            <a:lvl2pPr indent="-228600" lvl="1" marL="914400" algn="l">
              <a:lnSpc>
                <a:spcPct val="100000"/>
              </a:lnSpc>
              <a:spcBef>
                <a:spcPts val="200"/>
              </a:spcBef>
              <a:spcAft>
                <a:spcPts val="0"/>
              </a:spcAft>
              <a:buSzPts val="2000"/>
              <a:buNone/>
              <a:defRPr b="1" sz="2000"/>
            </a:lvl2pPr>
            <a:lvl3pPr indent="-228600" lvl="2" marL="1371600" algn="l">
              <a:lnSpc>
                <a:spcPct val="100000"/>
              </a:lnSpc>
              <a:spcBef>
                <a:spcPts val="400"/>
              </a:spcBef>
              <a:spcAft>
                <a:spcPts val="0"/>
              </a:spcAft>
              <a:buSzPts val="1800"/>
              <a:buNone/>
              <a:defRPr b="1" sz="1800"/>
            </a:lvl3pPr>
            <a:lvl4pPr indent="-228600" lvl="3" marL="1828800" algn="l">
              <a:lnSpc>
                <a:spcPct val="100000"/>
              </a:lnSpc>
              <a:spcBef>
                <a:spcPts val="400"/>
              </a:spcBef>
              <a:spcAft>
                <a:spcPts val="0"/>
              </a:spcAft>
              <a:buSzPts val="1600"/>
              <a:buNone/>
              <a:defRPr b="1" sz="1600"/>
            </a:lvl4pPr>
            <a:lvl5pPr indent="-228600" lvl="4" marL="2286000" algn="l">
              <a:lnSpc>
                <a:spcPct val="100000"/>
              </a:lnSpc>
              <a:spcBef>
                <a:spcPts val="400"/>
              </a:spcBef>
              <a:spcAft>
                <a:spcPts val="0"/>
              </a:spcAft>
              <a:buSzPts val="1600"/>
              <a:buNone/>
              <a:defRPr b="1" sz="1600"/>
            </a:lvl5pPr>
            <a:lvl6pPr indent="-228600" lvl="5" marL="2743200" algn="l">
              <a:lnSpc>
                <a:spcPct val="90000"/>
              </a:lnSpc>
              <a:spcBef>
                <a:spcPts val="400"/>
              </a:spcBef>
              <a:spcAft>
                <a:spcPts val="0"/>
              </a:spcAft>
              <a:buSzPts val="1600"/>
              <a:buNone/>
              <a:defRPr b="1" sz="1600"/>
            </a:lvl6pPr>
            <a:lvl7pPr indent="-228600" lvl="6" marL="3200400" algn="l">
              <a:lnSpc>
                <a:spcPct val="90000"/>
              </a:lnSpc>
              <a:spcBef>
                <a:spcPts val="400"/>
              </a:spcBef>
              <a:spcAft>
                <a:spcPts val="0"/>
              </a:spcAft>
              <a:buSzPts val="1600"/>
              <a:buNone/>
              <a:defRPr b="1" sz="1600"/>
            </a:lvl7pPr>
            <a:lvl8pPr indent="-228600" lvl="7" marL="3657600" algn="l">
              <a:lnSpc>
                <a:spcPct val="90000"/>
              </a:lnSpc>
              <a:spcBef>
                <a:spcPts val="400"/>
              </a:spcBef>
              <a:spcAft>
                <a:spcPts val="0"/>
              </a:spcAft>
              <a:buSzPts val="1600"/>
              <a:buNone/>
              <a:defRPr b="1" sz="1600"/>
            </a:lvl8pPr>
            <a:lvl9pPr indent="-228600" lvl="8" marL="4114800" algn="l">
              <a:lnSpc>
                <a:spcPct val="90000"/>
              </a:lnSpc>
              <a:spcBef>
                <a:spcPts val="400"/>
              </a:spcBef>
              <a:spcAft>
                <a:spcPts val="400"/>
              </a:spcAft>
              <a:buSzPts val="1600"/>
              <a:buNone/>
              <a:defRPr b="1" sz="1600"/>
            </a:lvl9pPr>
          </a:lstStyle>
          <a:p/>
        </p:txBody>
      </p:sp>
      <p:sp>
        <p:nvSpPr>
          <p:cNvPr id="68" name="Google Shape;68;p23"/>
          <p:cNvSpPr txBox="1"/>
          <p:nvPr>
            <p:ph idx="4" type="body"/>
          </p:nvPr>
        </p:nvSpPr>
        <p:spPr>
          <a:xfrm>
            <a:off x="6605395" y="2958273"/>
            <a:ext cx="4639736" cy="2910821"/>
          </a:xfrm>
          <a:prstGeom prst="rect">
            <a:avLst/>
          </a:prstGeom>
          <a:noFill/>
          <a:ln>
            <a:noFill/>
          </a:ln>
        </p:spPr>
        <p:txBody>
          <a:bodyPr anchorCtr="0" anchor="t" bIns="45700" lIns="0" spcFirstLastPara="1" rIns="0" wrap="square" tIns="45700">
            <a:normAutofit/>
          </a:bodyPr>
          <a:lstStyle>
            <a:lvl1pPr indent="-228600" lvl="0" marL="457200" algn="l">
              <a:lnSpc>
                <a:spcPct val="100000"/>
              </a:lnSpc>
              <a:spcBef>
                <a:spcPts val="1200"/>
              </a:spcBef>
              <a:spcAft>
                <a:spcPts val="0"/>
              </a:spcAft>
              <a:buSzPts val="1800"/>
              <a:buNone/>
              <a:defRPr/>
            </a:lvl1pPr>
            <a:lvl2pPr indent="-342900" lvl="1" marL="914400" algn="l">
              <a:lnSpc>
                <a:spcPct val="100000"/>
              </a:lnSpc>
              <a:spcBef>
                <a:spcPts val="200"/>
              </a:spcBef>
              <a:spcAft>
                <a:spcPts val="0"/>
              </a:spcAft>
              <a:buSzPts val="1800"/>
              <a:buChar char="▪"/>
              <a:defRPr/>
            </a:lvl2pPr>
            <a:lvl3pPr indent="-342900" lvl="2" marL="1371600" algn="l">
              <a:lnSpc>
                <a:spcPct val="100000"/>
              </a:lnSpc>
              <a:spcBef>
                <a:spcPts val="400"/>
              </a:spcBef>
              <a:spcAft>
                <a:spcPts val="0"/>
              </a:spcAft>
              <a:buSzPts val="1800"/>
              <a:buChar char="▪"/>
              <a:defRPr/>
            </a:lvl3pPr>
            <a:lvl4pPr indent="-342900" lvl="3" marL="1828800" algn="l">
              <a:lnSpc>
                <a:spcPct val="100000"/>
              </a:lnSpc>
              <a:spcBef>
                <a:spcPts val="400"/>
              </a:spcBef>
              <a:spcAft>
                <a:spcPts val="0"/>
              </a:spcAft>
              <a:buSzPts val="1800"/>
              <a:buChar char="▪"/>
              <a:defRPr/>
            </a:lvl4pPr>
            <a:lvl5pPr indent="-342900" lvl="4" marL="2286000" algn="l">
              <a:lnSpc>
                <a:spcPct val="100000"/>
              </a:lnSpc>
              <a:spcBef>
                <a:spcPts val="400"/>
              </a:spcBef>
              <a:spcAft>
                <a:spcPts val="0"/>
              </a:spcAft>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69" name="Google Shape;69;p23"/>
          <p:cNvSpPr txBox="1"/>
          <p:nvPr>
            <p:ph idx="10" type="dt"/>
          </p:nvPr>
        </p:nvSpPr>
        <p:spPr>
          <a:xfrm>
            <a:off x="6834126" y="6446838"/>
            <a:ext cx="258485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70" name="Google Shape;70;p23"/>
          <p:cNvSpPr txBox="1"/>
          <p:nvPr>
            <p:ph idx="11" type="ftr"/>
          </p:nvPr>
        </p:nvSpPr>
        <p:spPr>
          <a:xfrm>
            <a:off x="1097279" y="6446838"/>
            <a:ext cx="4846321"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71" name="Google Shape;71;p23"/>
          <p:cNvSpPr txBox="1"/>
          <p:nvPr>
            <p:ph idx="12" type="sldNum"/>
          </p:nvPr>
        </p:nvSpPr>
        <p:spPr>
          <a:xfrm>
            <a:off x="10375670" y="6446838"/>
            <a:ext cx="78001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Calibri"/>
                <a:ea typeface="Calibri"/>
                <a:cs typeface="Calibri"/>
                <a:sym typeface="Calibri"/>
              </a:defRPr>
            </a:lvl1pPr>
            <a:lvl2pPr indent="0" lvl="1" marL="0" marR="0" rtl="0" algn="l">
              <a:spcBef>
                <a:spcPts val="0"/>
              </a:spcBef>
              <a:buNone/>
              <a:defRPr sz="1800">
                <a:solidFill>
                  <a:schemeClr val="dk1"/>
                </a:solidFill>
                <a:latin typeface="Calibri"/>
                <a:ea typeface="Calibri"/>
                <a:cs typeface="Calibri"/>
                <a:sym typeface="Calibri"/>
              </a:defRPr>
            </a:lvl2pPr>
            <a:lvl3pPr indent="0" lvl="2" marL="0" marR="0" rtl="0" algn="l">
              <a:spcBef>
                <a:spcPts val="0"/>
              </a:spcBef>
              <a:buNone/>
              <a:defRPr sz="1800">
                <a:solidFill>
                  <a:schemeClr val="dk1"/>
                </a:solidFill>
                <a:latin typeface="Calibri"/>
                <a:ea typeface="Calibri"/>
                <a:cs typeface="Calibri"/>
                <a:sym typeface="Calibri"/>
              </a:defRPr>
            </a:lvl3pPr>
            <a:lvl4pPr indent="0" lvl="3" marL="0" marR="0" rtl="0" algn="l">
              <a:spcBef>
                <a:spcPts val="0"/>
              </a:spcBef>
              <a:buNone/>
              <a:defRPr sz="1800">
                <a:solidFill>
                  <a:schemeClr val="dk1"/>
                </a:solidFill>
                <a:latin typeface="Calibri"/>
                <a:ea typeface="Calibri"/>
                <a:cs typeface="Calibri"/>
                <a:sym typeface="Calibri"/>
              </a:defRPr>
            </a:lvl4pPr>
            <a:lvl5pPr indent="0" lvl="4" marL="0" marR="0" rtl="0" algn="l">
              <a:spcBef>
                <a:spcPts val="0"/>
              </a:spcBef>
              <a:buNone/>
              <a:defRPr sz="1800">
                <a:solidFill>
                  <a:schemeClr val="dk1"/>
                </a:solidFill>
                <a:latin typeface="Calibri"/>
                <a:ea typeface="Calibri"/>
                <a:cs typeface="Calibri"/>
                <a:sym typeface="Calibri"/>
              </a:defRPr>
            </a:lvl5pPr>
            <a:lvl6pPr indent="0" lvl="5" marL="0" marR="0" rtl="0" algn="l">
              <a:spcBef>
                <a:spcPts val="0"/>
              </a:spcBef>
              <a:buNone/>
              <a:defRPr sz="1800">
                <a:solidFill>
                  <a:schemeClr val="dk1"/>
                </a:solidFill>
                <a:latin typeface="Calibri"/>
                <a:ea typeface="Calibri"/>
                <a:cs typeface="Calibri"/>
                <a:sym typeface="Calibri"/>
              </a:defRPr>
            </a:lvl6pPr>
            <a:lvl7pPr indent="0" lvl="6" marL="0" marR="0" rtl="0" algn="l">
              <a:spcBef>
                <a:spcPts val="0"/>
              </a:spcBef>
              <a:buNone/>
              <a:defRPr sz="1800">
                <a:solidFill>
                  <a:schemeClr val="dk1"/>
                </a:solidFill>
                <a:latin typeface="Calibri"/>
                <a:ea typeface="Calibri"/>
                <a:cs typeface="Calibri"/>
                <a:sym typeface="Calibri"/>
              </a:defRPr>
            </a:lvl7pPr>
            <a:lvl8pPr indent="0" lvl="7" marL="0" marR="0" rtl="0" algn="l">
              <a:spcBef>
                <a:spcPts val="0"/>
              </a:spcBef>
              <a:buNone/>
              <a:defRPr sz="1800">
                <a:solidFill>
                  <a:schemeClr val="dk1"/>
                </a:solidFill>
                <a:latin typeface="Calibri"/>
                <a:ea typeface="Calibri"/>
                <a:cs typeface="Calibri"/>
                <a:sym typeface="Calibri"/>
              </a:defRPr>
            </a:lvl8pPr>
            <a:lvl9pPr indent="0" lvl="8" marL="0" marR="0" rtl="0" algn="l">
              <a:spcBef>
                <a:spcPts val="0"/>
              </a:spcBef>
              <a:buNone/>
              <a:defRPr sz="1800">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72" name="Shape 72"/>
        <p:cNvGrpSpPr/>
        <p:nvPr/>
      </p:nvGrpSpPr>
      <p:grpSpPr>
        <a:xfrm>
          <a:off x="0" y="0"/>
          <a:ext cx="0" cy="0"/>
          <a:chOff x="0" y="0"/>
          <a:chExt cx="0" cy="0"/>
        </a:xfrm>
      </p:grpSpPr>
      <p:sp>
        <p:nvSpPr>
          <p:cNvPr id="73" name="Google Shape;73;p24"/>
          <p:cNvSpPr txBox="1"/>
          <p:nvPr>
            <p:ph type="title"/>
          </p:nvPr>
        </p:nvSpPr>
        <p:spPr>
          <a:xfrm>
            <a:off x="0" y="0"/>
            <a:ext cx="12192000" cy="1737361"/>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rgbClr val="3F3F3F"/>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howMasterSp="0" type="blank">
  <p:cSld name="BLANK">
    <p:spTree>
      <p:nvGrpSpPr>
        <p:cNvPr id="74" name="Shape 74"/>
        <p:cNvGrpSpPr/>
        <p:nvPr/>
      </p:nvGrpSpPr>
      <p:grpSpPr>
        <a:xfrm>
          <a:off x="0" y="0"/>
          <a:ext cx="0" cy="0"/>
          <a:chOff x="0" y="0"/>
          <a:chExt cx="0" cy="0"/>
        </a:xfrm>
      </p:grpSpPr>
      <p:sp>
        <p:nvSpPr>
          <p:cNvPr id="75" name="Google Shape;75;p25"/>
          <p:cNvSpPr/>
          <p:nvPr/>
        </p:nvSpPr>
        <p:spPr>
          <a:xfrm>
            <a:off x="4667250" y="0"/>
            <a:ext cx="2857500" cy="6858000"/>
          </a:xfrm>
          <a:prstGeom prst="parallelogram">
            <a:avLst>
              <a:gd fmla="val 0" name="adj"/>
            </a:avLst>
          </a:prstGeom>
          <a:solidFill>
            <a:srgbClr val="F2F2F2">
              <a:alpha val="29803"/>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76" name="Google Shape;76;p25"/>
          <p:cNvSpPr txBox="1"/>
          <p:nvPr>
            <p:ph idx="10" type="dt"/>
          </p:nvPr>
        </p:nvSpPr>
        <p:spPr>
          <a:xfrm>
            <a:off x="6834126" y="6446838"/>
            <a:ext cx="258485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rgbClr val="3F3F3F"/>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77" name="Google Shape;77;p25"/>
          <p:cNvSpPr txBox="1"/>
          <p:nvPr>
            <p:ph idx="11" type="ftr"/>
          </p:nvPr>
        </p:nvSpPr>
        <p:spPr>
          <a:xfrm>
            <a:off x="1097279" y="6446838"/>
            <a:ext cx="4846321"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rgbClr val="3F3F3F"/>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78" name="Google Shape;78;p25"/>
          <p:cNvSpPr txBox="1"/>
          <p:nvPr>
            <p:ph idx="12" type="sldNum"/>
          </p:nvPr>
        </p:nvSpPr>
        <p:spPr>
          <a:xfrm>
            <a:off x="10375670" y="6446838"/>
            <a:ext cx="78001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rgbClr val="3F3F3F"/>
                </a:solidFill>
                <a:latin typeface="Calibri"/>
                <a:ea typeface="Calibri"/>
                <a:cs typeface="Calibri"/>
                <a:sym typeface="Calibri"/>
              </a:defRPr>
            </a:lvl1pPr>
            <a:lvl2pPr indent="0" lvl="1" marL="0" marR="0" rtl="0" algn="l">
              <a:spcBef>
                <a:spcPts val="0"/>
              </a:spcBef>
              <a:buNone/>
              <a:defRPr sz="1800">
                <a:solidFill>
                  <a:srgbClr val="3F3F3F"/>
                </a:solidFill>
                <a:latin typeface="Calibri"/>
                <a:ea typeface="Calibri"/>
                <a:cs typeface="Calibri"/>
                <a:sym typeface="Calibri"/>
              </a:defRPr>
            </a:lvl2pPr>
            <a:lvl3pPr indent="0" lvl="2" marL="0" marR="0" rtl="0" algn="l">
              <a:spcBef>
                <a:spcPts val="0"/>
              </a:spcBef>
              <a:buNone/>
              <a:defRPr sz="1800">
                <a:solidFill>
                  <a:srgbClr val="3F3F3F"/>
                </a:solidFill>
                <a:latin typeface="Calibri"/>
                <a:ea typeface="Calibri"/>
                <a:cs typeface="Calibri"/>
                <a:sym typeface="Calibri"/>
              </a:defRPr>
            </a:lvl3pPr>
            <a:lvl4pPr indent="0" lvl="3" marL="0" marR="0" rtl="0" algn="l">
              <a:spcBef>
                <a:spcPts val="0"/>
              </a:spcBef>
              <a:buNone/>
              <a:defRPr sz="1800">
                <a:solidFill>
                  <a:srgbClr val="3F3F3F"/>
                </a:solidFill>
                <a:latin typeface="Calibri"/>
                <a:ea typeface="Calibri"/>
                <a:cs typeface="Calibri"/>
                <a:sym typeface="Calibri"/>
              </a:defRPr>
            </a:lvl4pPr>
            <a:lvl5pPr indent="0" lvl="4" marL="0" marR="0" rtl="0" algn="l">
              <a:spcBef>
                <a:spcPts val="0"/>
              </a:spcBef>
              <a:buNone/>
              <a:defRPr sz="1800">
                <a:solidFill>
                  <a:srgbClr val="3F3F3F"/>
                </a:solidFill>
                <a:latin typeface="Calibri"/>
                <a:ea typeface="Calibri"/>
                <a:cs typeface="Calibri"/>
                <a:sym typeface="Calibri"/>
              </a:defRPr>
            </a:lvl5pPr>
            <a:lvl6pPr indent="0" lvl="5" marL="0" marR="0" rtl="0" algn="l">
              <a:spcBef>
                <a:spcPts val="0"/>
              </a:spcBef>
              <a:buNone/>
              <a:defRPr sz="1800">
                <a:solidFill>
                  <a:srgbClr val="3F3F3F"/>
                </a:solidFill>
                <a:latin typeface="Calibri"/>
                <a:ea typeface="Calibri"/>
                <a:cs typeface="Calibri"/>
                <a:sym typeface="Calibri"/>
              </a:defRPr>
            </a:lvl6pPr>
            <a:lvl7pPr indent="0" lvl="6" marL="0" marR="0" rtl="0" algn="l">
              <a:spcBef>
                <a:spcPts val="0"/>
              </a:spcBef>
              <a:buNone/>
              <a:defRPr sz="1800">
                <a:solidFill>
                  <a:srgbClr val="3F3F3F"/>
                </a:solidFill>
                <a:latin typeface="Calibri"/>
                <a:ea typeface="Calibri"/>
                <a:cs typeface="Calibri"/>
                <a:sym typeface="Calibri"/>
              </a:defRPr>
            </a:lvl7pPr>
            <a:lvl8pPr indent="0" lvl="7" marL="0" marR="0" rtl="0" algn="l">
              <a:spcBef>
                <a:spcPts val="0"/>
              </a:spcBef>
              <a:buNone/>
              <a:defRPr sz="1800">
                <a:solidFill>
                  <a:srgbClr val="3F3F3F"/>
                </a:solidFill>
                <a:latin typeface="Calibri"/>
                <a:ea typeface="Calibri"/>
                <a:cs typeface="Calibri"/>
                <a:sym typeface="Calibri"/>
              </a:defRPr>
            </a:lvl8pPr>
            <a:lvl9pPr indent="0" lvl="8" marL="0" marR="0" rtl="0" algn="l">
              <a:spcBef>
                <a:spcPts val="0"/>
              </a:spcBef>
              <a:buNone/>
              <a:defRPr sz="1800">
                <a:solidFill>
                  <a:srgbClr val="3F3F3F"/>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showMasterSp="0" type="objTx">
  <p:cSld name="OBJECT_WITH_CAPTION_TEXT">
    <p:spTree>
      <p:nvGrpSpPr>
        <p:cNvPr id="79" name="Shape 79"/>
        <p:cNvGrpSpPr/>
        <p:nvPr/>
      </p:nvGrpSpPr>
      <p:grpSpPr>
        <a:xfrm>
          <a:off x="0" y="0"/>
          <a:ext cx="0" cy="0"/>
          <a:chOff x="0" y="0"/>
          <a:chExt cx="0" cy="0"/>
        </a:xfrm>
      </p:grpSpPr>
      <p:sp>
        <p:nvSpPr>
          <p:cNvPr id="80" name="Google Shape;80;p26"/>
          <p:cNvSpPr/>
          <p:nvPr/>
        </p:nvSpPr>
        <p:spPr>
          <a:xfrm>
            <a:off x="7448550" y="0"/>
            <a:ext cx="2857500" cy="6858000"/>
          </a:xfrm>
          <a:prstGeom prst="parallelogram">
            <a:avLst>
              <a:gd fmla="val 0" name="adj"/>
            </a:avLst>
          </a:prstGeom>
          <a:solidFill>
            <a:srgbClr val="F2F2F2">
              <a:alpha val="29803"/>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81" name="Google Shape;81;p26"/>
          <p:cNvSpPr/>
          <p:nvPr/>
        </p:nvSpPr>
        <p:spPr>
          <a:xfrm>
            <a:off x="16" y="0"/>
            <a:ext cx="4654296" cy="5864225"/>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26"/>
          <p:cNvSpPr txBox="1"/>
          <p:nvPr>
            <p:ph type="title"/>
          </p:nvPr>
        </p:nvSpPr>
        <p:spPr>
          <a:xfrm>
            <a:off x="1092200" y="786383"/>
            <a:ext cx="3068833" cy="2093975"/>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rgbClr val="FFFFFF"/>
              </a:buClr>
              <a:buSzPts val="3600"/>
              <a:buFont typeface="Calibri"/>
              <a:buNone/>
              <a:defRPr b="0" sz="3600">
                <a:solidFill>
                  <a:srgbClr val="FFFFFF"/>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3" name="Google Shape;83;p26"/>
          <p:cNvSpPr txBox="1"/>
          <p:nvPr>
            <p:ph idx="1" type="body"/>
          </p:nvPr>
        </p:nvSpPr>
        <p:spPr>
          <a:xfrm>
            <a:off x="5458984" y="812800"/>
            <a:ext cx="5713841" cy="4868609"/>
          </a:xfrm>
          <a:prstGeom prst="rect">
            <a:avLst/>
          </a:prstGeom>
          <a:noFill/>
          <a:ln>
            <a:noFill/>
          </a:ln>
        </p:spPr>
        <p:txBody>
          <a:bodyPr anchorCtr="0" anchor="t" bIns="45700" lIns="0" spcFirstLastPara="1" rIns="0" wrap="square" tIns="45700">
            <a:normAutofit/>
          </a:bodyPr>
          <a:lstStyle>
            <a:lvl1pPr indent="-228600" lvl="0" marL="457200" algn="l">
              <a:lnSpc>
                <a:spcPct val="100000"/>
              </a:lnSpc>
              <a:spcBef>
                <a:spcPts val="1200"/>
              </a:spcBef>
              <a:spcAft>
                <a:spcPts val="0"/>
              </a:spcAft>
              <a:buSzPts val="1800"/>
              <a:buNone/>
              <a:defRPr/>
            </a:lvl1pPr>
            <a:lvl2pPr indent="-342900" lvl="1" marL="914400" algn="l">
              <a:lnSpc>
                <a:spcPct val="100000"/>
              </a:lnSpc>
              <a:spcBef>
                <a:spcPts val="200"/>
              </a:spcBef>
              <a:spcAft>
                <a:spcPts val="0"/>
              </a:spcAft>
              <a:buSzPts val="1800"/>
              <a:buChar char="▪"/>
              <a:defRPr/>
            </a:lvl2pPr>
            <a:lvl3pPr indent="-342900" lvl="2" marL="1371600" algn="l">
              <a:lnSpc>
                <a:spcPct val="100000"/>
              </a:lnSpc>
              <a:spcBef>
                <a:spcPts val="400"/>
              </a:spcBef>
              <a:spcAft>
                <a:spcPts val="0"/>
              </a:spcAft>
              <a:buSzPts val="1800"/>
              <a:buChar char="▪"/>
              <a:defRPr/>
            </a:lvl3pPr>
            <a:lvl4pPr indent="-342900" lvl="3" marL="1828800" algn="l">
              <a:lnSpc>
                <a:spcPct val="100000"/>
              </a:lnSpc>
              <a:spcBef>
                <a:spcPts val="400"/>
              </a:spcBef>
              <a:spcAft>
                <a:spcPts val="0"/>
              </a:spcAft>
              <a:buSzPts val="1800"/>
              <a:buChar char="▪"/>
              <a:defRPr/>
            </a:lvl4pPr>
            <a:lvl5pPr indent="-342900" lvl="4" marL="2286000" algn="l">
              <a:lnSpc>
                <a:spcPct val="100000"/>
              </a:lnSpc>
              <a:spcBef>
                <a:spcPts val="400"/>
              </a:spcBef>
              <a:spcAft>
                <a:spcPts val="0"/>
              </a:spcAft>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84" name="Google Shape;84;p26"/>
          <p:cNvSpPr txBox="1"/>
          <p:nvPr>
            <p:ph idx="2" type="body"/>
          </p:nvPr>
        </p:nvSpPr>
        <p:spPr>
          <a:xfrm>
            <a:off x="1092200" y="3043050"/>
            <a:ext cx="3068832" cy="2638359"/>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1200"/>
              </a:spcBef>
              <a:spcAft>
                <a:spcPts val="0"/>
              </a:spcAft>
              <a:buSzPts val="1800"/>
              <a:buNone/>
              <a:defRPr sz="1800">
                <a:solidFill>
                  <a:srgbClr val="FFFFFF"/>
                </a:solidFill>
              </a:defRPr>
            </a:lvl1pPr>
            <a:lvl2pPr indent="-228600" lvl="1" marL="914400" algn="l">
              <a:lnSpc>
                <a:spcPct val="100000"/>
              </a:lnSpc>
              <a:spcBef>
                <a:spcPts val="200"/>
              </a:spcBef>
              <a:spcAft>
                <a:spcPts val="0"/>
              </a:spcAft>
              <a:buSzPts val="1200"/>
              <a:buNone/>
              <a:defRPr sz="1200"/>
            </a:lvl2pPr>
            <a:lvl3pPr indent="-228600" lvl="2" marL="1371600" algn="l">
              <a:lnSpc>
                <a:spcPct val="100000"/>
              </a:lnSpc>
              <a:spcBef>
                <a:spcPts val="400"/>
              </a:spcBef>
              <a:spcAft>
                <a:spcPts val="0"/>
              </a:spcAft>
              <a:buSzPts val="1000"/>
              <a:buNone/>
              <a:defRPr sz="1000"/>
            </a:lvl3pPr>
            <a:lvl4pPr indent="-228600" lvl="3" marL="1828800" algn="l">
              <a:lnSpc>
                <a:spcPct val="100000"/>
              </a:lnSpc>
              <a:spcBef>
                <a:spcPts val="400"/>
              </a:spcBef>
              <a:spcAft>
                <a:spcPts val="0"/>
              </a:spcAft>
              <a:buSzPts val="900"/>
              <a:buNone/>
              <a:defRPr sz="900"/>
            </a:lvl4pPr>
            <a:lvl5pPr indent="-228600" lvl="4" marL="2286000" algn="l">
              <a:lnSpc>
                <a:spcPct val="100000"/>
              </a:lnSpc>
              <a:spcBef>
                <a:spcPts val="400"/>
              </a:spcBef>
              <a:spcAft>
                <a:spcPts val="0"/>
              </a:spcAft>
              <a:buSzPts val="900"/>
              <a:buNone/>
              <a:defRPr sz="900"/>
            </a:lvl5pPr>
            <a:lvl6pPr indent="-228600" lvl="5" marL="2743200" algn="l">
              <a:lnSpc>
                <a:spcPct val="90000"/>
              </a:lnSpc>
              <a:spcBef>
                <a:spcPts val="400"/>
              </a:spcBef>
              <a:spcAft>
                <a:spcPts val="0"/>
              </a:spcAft>
              <a:buSzPts val="900"/>
              <a:buNone/>
              <a:defRPr sz="900"/>
            </a:lvl6pPr>
            <a:lvl7pPr indent="-228600" lvl="6" marL="3200400" algn="l">
              <a:lnSpc>
                <a:spcPct val="90000"/>
              </a:lnSpc>
              <a:spcBef>
                <a:spcPts val="400"/>
              </a:spcBef>
              <a:spcAft>
                <a:spcPts val="0"/>
              </a:spcAft>
              <a:buSzPts val="900"/>
              <a:buNone/>
              <a:defRPr sz="900"/>
            </a:lvl7pPr>
            <a:lvl8pPr indent="-228600" lvl="7" marL="3657600" algn="l">
              <a:lnSpc>
                <a:spcPct val="90000"/>
              </a:lnSpc>
              <a:spcBef>
                <a:spcPts val="400"/>
              </a:spcBef>
              <a:spcAft>
                <a:spcPts val="0"/>
              </a:spcAft>
              <a:buSzPts val="900"/>
              <a:buNone/>
              <a:defRPr sz="900"/>
            </a:lvl8pPr>
            <a:lvl9pPr indent="-228600" lvl="8" marL="4114800" algn="l">
              <a:lnSpc>
                <a:spcPct val="90000"/>
              </a:lnSpc>
              <a:spcBef>
                <a:spcPts val="400"/>
              </a:spcBef>
              <a:spcAft>
                <a:spcPts val="400"/>
              </a:spcAft>
              <a:buSzPts val="900"/>
              <a:buNone/>
              <a:defRPr sz="900"/>
            </a:lvl9pPr>
          </a:lstStyle>
          <a:p/>
        </p:txBody>
      </p:sp>
      <p:sp>
        <p:nvSpPr>
          <p:cNvPr id="85" name="Google Shape;85;p26"/>
          <p:cNvSpPr/>
          <p:nvPr/>
        </p:nvSpPr>
        <p:spPr>
          <a:xfrm>
            <a:off x="0" y="1397000"/>
            <a:ext cx="1036320" cy="1329481"/>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86" name="Google Shape;86;p26"/>
          <p:cNvSpPr/>
          <p:nvPr/>
        </p:nvSpPr>
        <p:spPr>
          <a:xfrm>
            <a:off x="5458983" y="624142"/>
            <a:ext cx="5713840" cy="125666"/>
          </a:xfrm>
          <a:prstGeom prst="rect">
            <a:avLst/>
          </a:prstGeom>
          <a:solidFill>
            <a:schemeClr val="dk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87" name="Google Shape;87;p26"/>
          <p:cNvSpPr txBox="1"/>
          <p:nvPr>
            <p:ph idx="10" type="dt"/>
          </p:nvPr>
        </p:nvSpPr>
        <p:spPr>
          <a:xfrm>
            <a:off x="6834126" y="6446838"/>
            <a:ext cx="258485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rgbClr val="3F3F3F"/>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8" name="Google Shape;88;p26"/>
          <p:cNvSpPr txBox="1"/>
          <p:nvPr>
            <p:ph idx="11" type="ftr"/>
          </p:nvPr>
        </p:nvSpPr>
        <p:spPr>
          <a:xfrm>
            <a:off x="1097279" y="6446838"/>
            <a:ext cx="4846321"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rgbClr val="3F3F3F"/>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9" name="Google Shape;89;p26"/>
          <p:cNvSpPr txBox="1"/>
          <p:nvPr>
            <p:ph idx="12" type="sldNum"/>
          </p:nvPr>
        </p:nvSpPr>
        <p:spPr>
          <a:xfrm>
            <a:off x="10375670" y="6446838"/>
            <a:ext cx="78001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rgbClr val="3F3F3F"/>
                </a:solidFill>
                <a:latin typeface="Calibri"/>
                <a:ea typeface="Calibri"/>
                <a:cs typeface="Calibri"/>
                <a:sym typeface="Calibri"/>
              </a:defRPr>
            </a:lvl1pPr>
            <a:lvl2pPr indent="0" lvl="1" marL="0" marR="0" rtl="0" algn="l">
              <a:spcBef>
                <a:spcPts val="0"/>
              </a:spcBef>
              <a:buNone/>
              <a:defRPr sz="1800">
                <a:solidFill>
                  <a:srgbClr val="3F3F3F"/>
                </a:solidFill>
                <a:latin typeface="Calibri"/>
                <a:ea typeface="Calibri"/>
                <a:cs typeface="Calibri"/>
                <a:sym typeface="Calibri"/>
              </a:defRPr>
            </a:lvl2pPr>
            <a:lvl3pPr indent="0" lvl="2" marL="0" marR="0" rtl="0" algn="l">
              <a:spcBef>
                <a:spcPts val="0"/>
              </a:spcBef>
              <a:buNone/>
              <a:defRPr sz="1800">
                <a:solidFill>
                  <a:srgbClr val="3F3F3F"/>
                </a:solidFill>
                <a:latin typeface="Calibri"/>
                <a:ea typeface="Calibri"/>
                <a:cs typeface="Calibri"/>
                <a:sym typeface="Calibri"/>
              </a:defRPr>
            </a:lvl3pPr>
            <a:lvl4pPr indent="0" lvl="3" marL="0" marR="0" rtl="0" algn="l">
              <a:spcBef>
                <a:spcPts val="0"/>
              </a:spcBef>
              <a:buNone/>
              <a:defRPr sz="1800">
                <a:solidFill>
                  <a:srgbClr val="3F3F3F"/>
                </a:solidFill>
                <a:latin typeface="Calibri"/>
                <a:ea typeface="Calibri"/>
                <a:cs typeface="Calibri"/>
                <a:sym typeface="Calibri"/>
              </a:defRPr>
            </a:lvl4pPr>
            <a:lvl5pPr indent="0" lvl="4" marL="0" marR="0" rtl="0" algn="l">
              <a:spcBef>
                <a:spcPts val="0"/>
              </a:spcBef>
              <a:buNone/>
              <a:defRPr sz="1800">
                <a:solidFill>
                  <a:srgbClr val="3F3F3F"/>
                </a:solidFill>
                <a:latin typeface="Calibri"/>
                <a:ea typeface="Calibri"/>
                <a:cs typeface="Calibri"/>
                <a:sym typeface="Calibri"/>
              </a:defRPr>
            </a:lvl5pPr>
            <a:lvl6pPr indent="0" lvl="5" marL="0" marR="0" rtl="0" algn="l">
              <a:spcBef>
                <a:spcPts val="0"/>
              </a:spcBef>
              <a:buNone/>
              <a:defRPr sz="1800">
                <a:solidFill>
                  <a:srgbClr val="3F3F3F"/>
                </a:solidFill>
                <a:latin typeface="Calibri"/>
                <a:ea typeface="Calibri"/>
                <a:cs typeface="Calibri"/>
                <a:sym typeface="Calibri"/>
              </a:defRPr>
            </a:lvl6pPr>
            <a:lvl7pPr indent="0" lvl="6" marL="0" marR="0" rtl="0" algn="l">
              <a:spcBef>
                <a:spcPts val="0"/>
              </a:spcBef>
              <a:buNone/>
              <a:defRPr sz="1800">
                <a:solidFill>
                  <a:srgbClr val="3F3F3F"/>
                </a:solidFill>
                <a:latin typeface="Calibri"/>
                <a:ea typeface="Calibri"/>
                <a:cs typeface="Calibri"/>
                <a:sym typeface="Calibri"/>
              </a:defRPr>
            </a:lvl7pPr>
            <a:lvl8pPr indent="0" lvl="7" marL="0" marR="0" rtl="0" algn="l">
              <a:spcBef>
                <a:spcPts val="0"/>
              </a:spcBef>
              <a:buNone/>
              <a:defRPr sz="1800">
                <a:solidFill>
                  <a:srgbClr val="3F3F3F"/>
                </a:solidFill>
                <a:latin typeface="Calibri"/>
                <a:ea typeface="Calibri"/>
                <a:cs typeface="Calibri"/>
                <a:sym typeface="Calibri"/>
              </a:defRPr>
            </a:lvl8pPr>
            <a:lvl9pPr indent="0" lvl="8" marL="0" marR="0" rtl="0" algn="l">
              <a:spcBef>
                <a:spcPts val="0"/>
              </a:spcBef>
              <a:buNone/>
              <a:defRPr sz="1800">
                <a:solidFill>
                  <a:srgbClr val="3F3F3F"/>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cxnSp>
        <p:nvCxnSpPr>
          <p:cNvPr id="90" name="Google Shape;90;p26"/>
          <p:cNvCxnSpPr/>
          <p:nvPr/>
        </p:nvCxnSpPr>
        <p:spPr>
          <a:xfrm rot="10800000">
            <a:off x="1092200" y="6446838"/>
            <a:ext cx="1643438" cy="0"/>
          </a:xfrm>
          <a:prstGeom prst="straightConnector1">
            <a:avLst/>
          </a:prstGeom>
          <a:noFill/>
          <a:ln cap="flat" cmpd="sng" w="28575">
            <a:solidFill>
              <a:schemeClr val="dk2"/>
            </a:solidFill>
            <a:prstDash val="solid"/>
            <a:round/>
            <a:headEnd len="sm" w="sm" type="none"/>
            <a:tailEnd len="sm" w="sm" type="none"/>
          </a:ln>
        </p:spPr>
      </p:cxnSp>
      <p:cxnSp>
        <p:nvCxnSpPr>
          <p:cNvPr id="91" name="Google Shape;91;p26"/>
          <p:cNvCxnSpPr/>
          <p:nvPr/>
        </p:nvCxnSpPr>
        <p:spPr>
          <a:xfrm rot="10800000">
            <a:off x="8420100" y="6429376"/>
            <a:ext cx="1000462" cy="0"/>
          </a:xfrm>
          <a:prstGeom prst="straightConnector1">
            <a:avLst/>
          </a:prstGeom>
          <a:noFill/>
          <a:ln cap="flat" cmpd="sng" w="28575">
            <a:solidFill>
              <a:schemeClr val="lt2"/>
            </a:solidFill>
            <a:prstDash val="solid"/>
            <a:round/>
            <a:headEnd len="sm" w="sm" type="none"/>
            <a:tailEnd len="sm" w="sm" type="none"/>
          </a:ln>
        </p:spPr>
      </p:cxnSp>
      <p:cxnSp>
        <p:nvCxnSpPr>
          <p:cNvPr id="92" name="Google Shape;92;p26"/>
          <p:cNvCxnSpPr/>
          <p:nvPr/>
        </p:nvCxnSpPr>
        <p:spPr>
          <a:xfrm rot="10800000">
            <a:off x="10765675" y="6446838"/>
            <a:ext cx="407258" cy="6350"/>
          </a:xfrm>
          <a:prstGeom prst="straightConnector1">
            <a:avLst/>
          </a:prstGeom>
          <a:noFill/>
          <a:ln cap="flat" cmpd="sng" w="28575">
            <a:solidFill>
              <a:schemeClr val="lt2"/>
            </a:solidFill>
            <a:prstDash val="solid"/>
            <a:round/>
            <a:headEnd len="sm" w="sm" type="none"/>
            <a:tailEnd len="sm" w="sm" type="none"/>
          </a:ln>
        </p:spPr>
      </p:cxn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 and Content">
  <p:cSld name="1_Title and Content">
    <p:spTree>
      <p:nvGrpSpPr>
        <p:cNvPr id="93" name="Shape 93"/>
        <p:cNvGrpSpPr/>
        <p:nvPr/>
      </p:nvGrpSpPr>
      <p:grpSpPr>
        <a:xfrm>
          <a:off x="0" y="0"/>
          <a:ext cx="0" cy="0"/>
          <a:chOff x="0" y="0"/>
          <a:chExt cx="0" cy="0"/>
        </a:xfrm>
      </p:grpSpPr>
      <p:sp>
        <p:nvSpPr>
          <p:cNvPr id="94" name="Google Shape;94;p27"/>
          <p:cNvSpPr txBox="1"/>
          <p:nvPr>
            <p:ph type="title"/>
          </p:nvPr>
        </p:nvSpPr>
        <p:spPr>
          <a:xfrm>
            <a:off x="0" y="0"/>
            <a:ext cx="12192000" cy="1737361"/>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rgbClr val="3F3F3F"/>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5" name="Google Shape;95;p27"/>
          <p:cNvSpPr txBox="1"/>
          <p:nvPr>
            <p:ph idx="1" type="body"/>
          </p:nvPr>
        </p:nvSpPr>
        <p:spPr>
          <a:xfrm>
            <a:off x="0" y="1833154"/>
            <a:ext cx="12122331" cy="5024845"/>
          </a:xfrm>
          <a:prstGeom prst="rect">
            <a:avLst/>
          </a:prstGeom>
          <a:noFill/>
          <a:ln>
            <a:noFill/>
          </a:ln>
        </p:spPr>
        <p:txBody>
          <a:bodyPr anchorCtr="0" anchor="t" bIns="45700" lIns="0" spcFirstLastPara="1" rIns="0" wrap="square" tIns="45700">
            <a:normAutofit/>
          </a:bodyPr>
          <a:lstStyle>
            <a:lvl1pPr indent="-228600" lvl="0" marL="457200" algn="l">
              <a:lnSpc>
                <a:spcPct val="100000"/>
              </a:lnSpc>
              <a:spcBef>
                <a:spcPts val="1200"/>
              </a:spcBef>
              <a:spcAft>
                <a:spcPts val="0"/>
              </a:spcAft>
              <a:buSzPts val="1800"/>
              <a:buNone/>
              <a:defRPr/>
            </a:lvl1pPr>
            <a:lvl2pPr indent="-342900" lvl="1" marL="914400" algn="l">
              <a:lnSpc>
                <a:spcPct val="100000"/>
              </a:lnSpc>
              <a:spcBef>
                <a:spcPts val="200"/>
              </a:spcBef>
              <a:spcAft>
                <a:spcPts val="0"/>
              </a:spcAft>
              <a:buSzPts val="1800"/>
              <a:buChar char="▪"/>
              <a:defRPr/>
            </a:lvl2pPr>
            <a:lvl3pPr indent="-342900" lvl="2" marL="1371600" algn="l">
              <a:lnSpc>
                <a:spcPct val="100000"/>
              </a:lnSpc>
              <a:spcBef>
                <a:spcPts val="400"/>
              </a:spcBef>
              <a:spcAft>
                <a:spcPts val="0"/>
              </a:spcAft>
              <a:buSzPts val="1800"/>
              <a:buChar char="▪"/>
              <a:defRPr/>
            </a:lvl3pPr>
            <a:lvl4pPr indent="-342900" lvl="3" marL="1828800" algn="l">
              <a:lnSpc>
                <a:spcPct val="100000"/>
              </a:lnSpc>
              <a:spcBef>
                <a:spcPts val="400"/>
              </a:spcBef>
              <a:spcAft>
                <a:spcPts val="0"/>
              </a:spcAft>
              <a:buSzPts val="1800"/>
              <a:buChar char="▪"/>
              <a:defRPr/>
            </a:lvl4pPr>
            <a:lvl5pPr indent="-342900" lvl="4" marL="2286000" algn="l">
              <a:lnSpc>
                <a:spcPct val="100000"/>
              </a:lnSpc>
              <a:spcBef>
                <a:spcPts val="400"/>
              </a:spcBef>
              <a:spcAft>
                <a:spcPts val="0"/>
              </a:spcAft>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96" name="Google Shape;96;p27"/>
          <p:cNvSpPr txBox="1"/>
          <p:nvPr>
            <p:ph idx="10" type="dt"/>
          </p:nvPr>
        </p:nvSpPr>
        <p:spPr>
          <a:xfrm>
            <a:off x="6834126" y="6446838"/>
            <a:ext cx="258485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7" name="Google Shape;97;p27"/>
          <p:cNvSpPr txBox="1"/>
          <p:nvPr>
            <p:ph idx="11" type="ftr"/>
          </p:nvPr>
        </p:nvSpPr>
        <p:spPr>
          <a:xfrm>
            <a:off x="1097279" y="6446838"/>
            <a:ext cx="4846321"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8" name="Google Shape;98;p27"/>
          <p:cNvSpPr txBox="1"/>
          <p:nvPr>
            <p:ph idx="12" type="sldNum"/>
          </p:nvPr>
        </p:nvSpPr>
        <p:spPr>
          <a:xfrm>
            <a:off x="10375670" y="6446838"/>
            <a:ext cx="78001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Calibri"/>
                <a:ea typeface="Calibri"/>
                <a:cs typeface="Calibri"/>
                <a:sym typeface="Calibri"/>
              </a:defRPr>
            </a:lvl1pPr>
            <a:lvl2pPr indent="0" lvl="1" marL="0" marR="0" rtl="0" algn="l">
              <a:spcBef>
                <a:spcPts val="0"/>
              </a:spcBef>
              <a:buNone/>
              <a:defRPr sz="1800">
                <a:solidFill>
                  <a:schemeClr val="dk1"/>
                </a:solidFill>
                <a:latin typeface="Calibri"/>
                <a:ea typeface="Calibri"/>
                <a:cs typeface="Calibri"/>
                <a:sym typeface="Calibri"/>
              </a:defRPr>
            </a:lvl2pPr>
            <a:lvl3pPr indent="0" lvl="2" marL="0" marR="0" rtl="0" algn="l">
              <a:spcBef>
                <a:spcPts val="0"/>
              </a:spcBef>
              <a:buNone/>
              <a:defRPr sz="1800">
                <a:solidFill>
                  <a:schemeClr val="dk1"/>
                </a:solidFill>
                <a:latin typeface="Calibri"/>
                <a:ea typeface="Calibri"/>
                <a:cs typeface="Calibri"/>
                <a:sym typeface="Calibri"/>
              </a:defRPr>
            </a:lvl3pPr>
            <a:lvl4pPr indent="0" lvl="3" marL="0" marR="0" rtl="0" algn="l">
              <a:spcBef>
                <a:spcPts val="0"/>
              </a:spcBef>
              <a:buNone/>
              <a:defRPr sz="1800">
                <a:solidFill>
                  <a:schemeClr val="dk1"/>
                </a:solidFill>
                <a:latin typeface="Calibri"/>
                <a:ea typeface="Calibri"/>
                <a:cs typeface="Calibri"/>
                <a:sym typeface="Calibri"/>
              </a:defRPr>
            </a:lvl4pPr>
            <a:lvl5pPr indent="0" lvl="4" marL="0" marR="0" rtl="0" algn="l">
              <a:spcBef>
                <a:spcPts val="0"/>
              </a:spcBef>
              <a:buNone/>
              <a:defRPr sz="1800">
                <a:solidFill>
                  <a:schemeClr val="dk1"/>
                </a:solidFill>
                <a:latin typeface="Calibri"/>
                <a:ea typeface="Calibri"/>
                <a:cs typeface="Calibri"/>
                <a:sym typeface="Calibri"/>
              </a:defRPr>
            </a:lvl5pPr>
            <a:lvl6pPr indent="0" lvl="5" marL="0" marR="0" rtl="0" algn="l">
              <a:spcBef>
                <a:spcPts val="0"/>
              </a:spcBef>
              <a:buNone/>
              <a:defRPr sz="1800">
                <a:solidFill>
                  <a:schemeClr val="dk1"/>
                </a:solidFill>
                <a:latin typeface="Calibri"/>
                <a:ea typeface="Calibri"/>
                <a:cs typeface="Calibri"/>
                <a:sym typeface="Calibri"/>
              </a:defRPr>
            </a:lvl6pPr>
            <a:lvl7pPr indent="0" lvl="6" marL="0" marR="0" rtl="0" algn="l">
              <a:spcBef>
                <a:spcPts val="0"/>
              </a:spcBef>
              <a:buNone/>
              <a:defRPr sz="1800">
                <a:solidFill>
                  <a:schemeClr val="dk1"/>
                </a:solidFill>
                <a:latin typeface="Calibri"/>
                <a:ea typeface="Calibri"/>
                <a:cs typeface="Calibri"/>
                <a:sym typeface="Calibri"/>
              </a:defRPr>
            </a:lvl7pPr>
            <a:lvl8pPr indent="0" lvl="7" marL="0" marR="0" rtl="0" algn="l">
              <a:spcBef>
                <a:spcPts val="0"/>
              </a:spcBef>
              <a:buNone/>
              <a:defRPr sz="1800">
                <a:solidFill>
                  <a:schemeClr val="dk1"/>
                </a:solidFill>
                <a:latin typeface="Calibri"/>
                <a:ea typeface="Calibri"/>
                <a:cs typeface="Calibri"/>
                <a:sym typeface="Calibri"/>
              </a:defRPr>
            </a:lvl8pPr>
            <a:lvl9pPr indent="0" lvl="8" marL="0" marR="0" rtl="0" algn="l">
              <a:spcBef>
                <a:spcPts val="0"/>
              </a:spcBef>
              <a:buNone/>
              <a:defRPr sz="1800">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Content with Caption" showMasterSp="0">
  <p:cSld name="1_Content with Caption">
    <p:spTree>
      <p:nvGrpSpPr>
        <p:cNvPr id="99" name="Shape 99"/>
        <p:cNvGrpSpPr/>
        <p:nvPr/>
      </p:nvGrpSpPr>
      <p:grpSpPr>
        <a:xfrm>
          <a:off x="0" y="0"/>
          <a:ext cx="0" cy="0"/>
          <a:chOff x="0" y="0"/>
          <a:chExt cx="0" cy="0"/>
        </a:xfrm>
      </p:grpSpPr>
      <p:sp>
        <p:nvSpPr>
          <p:cNvPr id="100" name="Google Shape;100;p28"/>
          <p:cNvSpPr/>
          <p:nvPr/>
        </p:nvSpPr>
        <p:spPr>
          <a:xfrm>
            <a:off x="7448550" y="0"/>
            <a:ext cx="2857500" cy="6858000"/>
          </a:xfrm>
          <a:prstGeom prst="parallelogram">
            <a:avLst>
              <a:gd fmla="val 0" name="adj"/>
            </a:avLst>
          </a:prstGeom>
          <a:solidFill>
            <a:srgbClr val="F2F2F2">
              <a:alpha val="29803"/>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01" name="Google Shape;101;p28"/>
          <p:cNvSpPr/>
          <p:nvPr/>
        </p:nvSpPr>
        <p:spPr>
          <a:xfrm>
            <a:off x="16" y="0"/>
            <a:ext cx="4654296" cy="5864225"/>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28"/>
          <p:cNvSpPr txBox="1"/>
          <p:nvPr>
            <p:ph idx="1" type="body"/>
          </p:nvPr>
        </p:nvSpPr>
        <p:spPr>
          <a:xfrm>
            <a:off x="5458984" y="497808"/>
            <a:ext cx="5713841" cy="4868609"/>
          </a:xfrm>
          <a:prstGeom prst="rect">
            <a:avLst/>
          </a:prstGeom>
          <a:noFill/>
          <a:ln>
            <a:noFill/>
          </a:ln>
        </p:spPr>
        <p:txBody>
          <a:bodyPr anchorCtr="0" anchor="ctr" bIns="45700" lIns="0" spcFirstLastPara="1" rIns="0" wrap="square" tIns="45700">
            <a:normAutofit/>
          </a:bodyPr>
          <a:lstStyle>
            <a:lvl1pPr indent="-228600" lvl="0" marL="457200" algn="l">
              <a:lnSpc>
                <a:spcPct val="100000"/>
              </a:lnSpc>
              <a:spcBef>
                <a:spcPts val="1200"/>
              </a:spcBef>
              <a:spcAft>
                <a:spcPts val="0"/>
              </a:spcAft>
              <a:buSzPts val="1800"/>
              <a:buNone/>
              <a:defRPr/>
            </a:lvl1pPr>
            <a:lvl2pPr indent="-342900" lvl="1" marL="914400" algn="l">
              <a:lnSpc>
                <a:spcPct val="100000"/>
              </a:lnSpc>
              <a:spcBef>
                <a:spcPts val="200"/>
              </a:spcBef>
              <a:spcAft>
                <a:spcPts val="0"/>
              </a:spcAft>
              <a:buSzPts val="1800"/>
              <a:buChar char="▪"/>
              <a:defRPr/>
            </a:lvl2pPr>
            <a:lvl3pPr indent="-342900" lvl="2" marL="1371600" algn="l">
              <a:lnSpc>
                <a:spcPct val="100000"/>
              </a:lnSpc>
              <a:spcBef>
                <a:spcPts val="400"/>
              </a:spcBef>
              <a:spcAft>
                <a:spcPts val="0"/>
              </a:spcAft>
              <a:buSzPts val="1800"/>
              <a:buChar char="▪"/>
              <a:defRPr/>
            </a:lvl3pPr>
            <a:lvl4pPr indent="-342900" lvl="3" marL="1828800" algn="l">
              <a:lnSpc>
                <a:spcPct val="100000"/>
              </a:lnSpc>
              <a:spcBef>
                <a:spcPts val="400"/>
              </a:spcBef>
              <a:spcAft>
                <a:spcPts val="0"/>
              </a:spcAft>
              <a:buSzPts val="1800"/>
              <a:buChar char="▪"/>
              <a:defRPr/>
            </a:lvl4pPr>
            <a:lvl5pPr indent="-342900" lvl="4" marL="2286000" algn="l">
              <a:lnSpc>
                <a:spcPct val="100000"/>
              </a:lnSpc>
              <a:spcBef>
                <a:spcPts val="400"/>
              </a:spcBef>
              <a:spcAft>
                <a:spcPts val="0"/>
              </a:spcAft>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103" name="Google Shape;103;p28"/>
          <p:cNvSpPr/>
          <p:nvPr/>
        </p:nvSpPr>
        <p:spPr>
          <a:xfrm>
            <a:off x="0" y="2003424"/>
            <a:ext cx="1036320" cy="1857378"/>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04" name="Google Shape;104;p28"/>
          <p:cNvSpPr/>
          <p:nvPr/>
        </p:nvSpPr>
        <p:spPr>
          <a:xfrm>
            <a:off x="5458983" y="377398"/>
            <a:ext cx="5713840" cy="125666"/>
          </a:xfrm>
          <a:prstGeom prst="rect">
            <a:avLst/>
          </a:prstGeom>
          <a:solidFill>
            <a:schemeClr val="dk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05" name="Google Shape;105;p28"/>
          <p:cNvSpPr txBox="1"/>
          <p:nvPr>
            <p:ph idx="10" type="dt"/>
          </p:nvPr>
        </p:nvSpPr>
        <p:spPr>
          <a:xfrm>
            <a:off x="6834126" y="6446838"/>
            <a:ext cx="258485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rgbClr val="3F3F3F"/>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6" name="Google Shape;106;p28"/>
          <p:cNvSpPr txBox="1"/>
          <p:nvPr>
            <p:ph idx="11" type="ftr"/>
          </p:nvPr>
        </p:nvSpPr>
        <p:spPr>
          <a:xfrm>
            <a:off x="1097279" y="6446838"/>
            <a:ext cx="4846321"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rgbClr val="3F3F3F"/>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7" name="Google Shape;107;p28"/>
          <p:cNvSpPr txBox="1"/>
          <p:nvPr>
            <p:ph idx="12" type="sldNum"/>
          </p:nvPr>
        </p:nvSpPr>
        <p:spPr>
          <a:xfrm>
            <a:off x="10375670" y="6446838"/>
            <a:ext cx="78001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rgbClr val="3F3F3F"/>
                </a:solidFill>
                <a:latin typeface="Calibri"/>
                <a:ea typeface="Calibri"/>
                <a:cs typeface="Calibri"/>
                <a:sym typeface="Calibri"/>
              </a:defRPr>
            </a:lvl1pPr>
            <a:lvl2pPr indent="0" lvl="1" marL="0" marR="0" rtl="0" algn="l">
              <a:spcBef>
                <a:spcPts val="0"/>
              </a:spcBef>
              <a:buNone/>
              <a:defRPr sz="1800">
                <a:solidFill>
                  <a:srgbClr val="3F3F3F"/>
                </a:solidFill>
                <a:latin typeface="Calibri"/>
                <a:ea typeface="Calibri"/>
                <a:cs typeface="Calibri"/>
                <a:sym typeface="Calibri"/>
              </a:defRPr>
            </a:lvl2pPr>
            <a:lvl3pPr indent="0" lvl="2" marL="0" marR="0" rtl="0" algn="l">
              <a:spcBef>
                <a:spcPts val="0"/>
              </a:spcBef>
              <a:buNone/>
              <a:defRPr sz="1800">
                <a:solidFill>
                  <a:srgbClr val="3F3F3F"/>
                </a:solidFill>
                <a:latin typeface="Calibri"/>
                <a:ea typeface="Calibri"/>
                <a:cs typeface="Calibri"/>
                <a:sym typeface="Calibri"/>
              </a:defRPr>
            </a:lvl3pPr>
            <a:lvl4pPr indent="0" lvl="3" marL="0" marR="0" rtl="0" algn="l">
              <a:spcBef>
                <a:spcPts val="0"/>
              </a:spcBef>
              <a:buNone/>
              <a:defRPr sz="1800">
                <a:solidFill>
                  <a:srgbClr val="3F3F3F"/>
                </a:solidFill>
                <a:latin typeface="Calibri"/>
                <a:ea typeface="Calibri"/>
                <a:cs typeface="Calibri"/>
                <a:sym typeface="Calibri"/>
              </a:defRPr>
            </a:lvl4pPr>
            <a:lvl5pPr indent="0" lvl="4" marL="0" marR="0" rtl="0" algn="l">
              <a:spcBef>
                <a:spcPts val="0"/>
              </a:spcBef>
              <a:buNone/>
              <a:defRPr sz="1800">
                <a:solidFill>
                  <a:srgbClr val="3F3F3F"/>
                </a:solidFill>
                <a:latin typeface="Calibri"/>
                <a:ea typeface="Calibri"/>
                <a:cs typeface="Calibri"/>
                <a:sym typeface="Calibri"/>
              </a:defRPr>
            </a:lvl5pPr>
            <a:lvl6pPr indent="0" lvl="5" marL="0" marR="0" rtl="0" algn="l">
              <a:spcBef>
                <a:spcPts val="0"/>
              </a:spcBef>
              <a:buNone/>
              <a:defRPr sz="1800">
                <a:solidFill>
                  <a:srgbClr val="3F3F3F"/>
                </a:solidFill>
                <a:latin typeface="Calibri"/>
                <a:ea typeface="Calibri"/>
                <a:cs typeface="Calibri"/>
                <a:sym typeface="Calibri"/>
              </a:defRPr>
            </a:lvl6pPr>
            <a:lvl7pPr indent="0" lvl="6" marL="0" marR="0" rtl="0" algn="l">
              <a:spcBef>
                <a:spcPts val="0"/>
              </a:spcBef>
              <a:buNone/>
              <a:defRPr sz="1800">
                <a:solidFill>
                  <a:srgbClr val="3F3F3F"/>
                </a:solidFill>
                <a:latin typeface="Calibri"/>
                <a:ea typeface="Calibri"/>
                <a:cs typeface="Calibri"/>
                <a:sym typeface="Calibri"/>
              </a:defRPr>
            </a:lvl7pPr>
            <a:lvl8pPr indent="0" lvl="7" marL="0" marR="0" rtl="0" algn="l">
              <a:spcBef>
                <a:spcPts val="0"/>
              </a:spcBef>
              <a:buNone/>
              <a:defRPr sz="1800">
                <a:solidFill>
                  <a:srgbClr val="3F3F3F"/>
                </a:solidFill>
                <a:latin typeface="Calibri"/>
                <a:ea typeface="Calibri"/>
                <a:cs typeface="Calibri"/>
                <a:sym typeface="Calibri"/>
              </a:defRPr>
            </a:lvl8pPr>
            <a:lvl9pPr indent="0" lvl="8" marL="0" marR="0" rtl="0" algn="l">
              <a:spcBef>
                <a:spcPts val="0"/>
              </a:spcBef>
              <a:buNone/>
              <a:defRPr sz="1800">
                <a:solidFill>
                  <a:srgbClr val="3F3F3F"/>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
        <p:nvSpPr>
          <p:cNvPr id="108" name="Google Shape;108;p28"/>
          <p:cNvSpPr/>
          <p:nvPr/>
        </p:nvSpPr>
        <p:spPr>
          <a:xfrm>
            <a:off x="1078230" y="2003423"/>
            <a:ext cx="3576082" cy="1857378"/>
          </a:xfrm>
          <a:prstGeom prst="rect">
            <a:avLst/>
          </a:prstGeom>
          <a:solidFill>
            <a:srgbClr val="27304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09" name="Google Shape;109;p28"/>
          <p:cNvSpPr txBox="1"/>
          <p:nvPr>
            <p:ph type="title"/>
          </p:nvPr>
        </p:nvSpPr>
        <p:spPr>
          <a:xfrm>
            <a:off x="1092200" y="1885125"/>
            <a:ext cx="3314700" cy="2093975"/>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FFFFFF"/>
              </a:buClr>
              <a:buSzPts val="4400"/>
              <a:buFont typeface="Calibri"/>
              <a:buNone/>
              <a:defRPr b="1" sz="4400">
                <a:solidFill>
                  <a:srgbClr val="FFFFFF"/>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10" name="Google Shape;110;p28"/>
          <p:cNvSpPr/>
          <p:nvPr/>
        </p:nvSpPr>
        <p:spPr>
          <a:xfrm>
            <a:off x="1092200" y="993775"/>
            <a:ext cx="1036320" cy="936626"/>
          </a:xfrm>
          <a:prstGeom prst="rect">
            <a:avLst/>
          </a:prstGeom>
          <a:solidFill>
            <a:srgbClr val="CFD3E6">
              <a:alpha val="25882"/>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Content with Caption" showMasterSp="0">
  <p:cSld name="2_Content with Caption">
    <p:spTree>
      <p:nvGrpSpPr>
        <p:cNvPr id="111" name="Shape 111"/>
        <p:cNvGrpSpPr/>
        <p:nvPr/>
      </p:nvGrpSpPr>
      <p:grpSpPr>
        <a:xfrm>
          <a:off x="0" y="0"/>
          <a:ext cx="0" cy="0"/>
          <a:chOff x="0" y="0"/>
          <a:chExt cx="0" cy="0"/>
        </a:xfrm>
      </p:grpSpPr>
      <p:sp>
        <p:nvSpPr>
          <p:cNvPr id="112" name="Google Shape;112;p29"/>
          <p:cNvSpPr/>
          <p:nvPr>
            <p:ph idx="2" type="pic"/>
          </p:nvPr>
        </p:nvSpPr>
        <p:spPr>
          <a:xfrm>
            <a:off x="0" y="0"/>
            <a:ext cx="4654296" cy="5864225"/>
          </a:xfrm>
          <a:prstGeom prst="rect">
            <a:avLst/>
          </a:prstGeom>
          <a:noFill/>
          <a:ln>
            <a:noFill/>
          </a:ln>
        </p:spPr>
      </p:sp>
      <p:sp>
        <p:nvSpPr>
          <p:cNvPr id="113" name="Google Shape;113;p29"/>
          <p:cNvSpPr/>
          <p:nvPr/>
        </p:nvSpPr>
        <p:spPr>
          <a:xfrm>
            <a:off x="7448550" y="0"/>
            <a:ext cx="2857500" cy="6858000"/>
          </a:xfrm>
          <a:prstGeom prst="parallelogram">
            <a:avLst>
              <a:gd fmla="val 0" name="adj"/>
            </a:avLst>
          </a:prstGeom>
          <a:solidFill>
            <a:srgbClr val="F2F2F2">
              <a:alpha val="29803"/>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14" name="Google Shape;114;p29"/>
          <p:cNvSpPr txBox="1"/>
          <p:nvPr>
            <p:ph idx="1" type="body"/>
          </p:nvPr>
        </p:nvSpPr>
        <p:spPr>
          <a:xfrm>
            <a:off x="5458984" y="497808"/>
            <a:ext cx="5713841" cy="4868609"/>
          </a:xfrm>
          <a:prstGeom prst="rect">
            <a:avLst/>
          </a:prstGeom>
          <a:noFill/>
          <a:ln>
            <a:noFill/>
          </a:ln>
        </p:spPr>
        <p:txBody>
          <a:bodyPr anchorCtr="0" anchor="ctr" bIns="45700" lIns="0" spcFirstLastPara="1" rIns="0" wrap="square" tIns="45700">
            <a:normAutofit/>
          </a:bodyPr>
          <a:lstStyle>
            <a:lvl1pPr indent="-228600" lvl="0" marL="457200" algn="l">
              <a:lnSpc>
                <a:spcPct val="100000"/>
              </a:lnSpc>
              <a:spcBef>
                <a:spcPts val="1200"/>
              </a:spcBef>
              <a:spcAft>
                <a:spcPts val="0"/>
              </a:spcAft>
              <a:buSzPts val="1800"/>
              <a:buNone/>
              <a:defRPr/>
            </a:lvl1pPr>
            <a:lvl2pPr indent="-342900" lvl="1" marL="914400" algn="l">
              <a:lnSpc>
                <a:spcPct val="100000"/>
              </a:lnSpc>
              <a:spcBef>
                <a:spcPts val="200"/>
              </a:spcBef>
              <a:spcAft>
                <a:spcPts val="0"/>
              </a:spcAft>
              <a:buSzPts val="1800"/>
              <a:buChar char="▪"/>
              <a:defRPr/>
            </a:lvl2pPr>
            <a:lvl3pPr indent="-342900" lvl="2" marL="1371600" algn="l">
              <a:lnSpc>
                <a:spcPct val="100000"/>
              </a:lnSpc>
              <a:spcBef>
                <a:spcPts val="400"/>
              </a:spcBef>
              <a:spcAft>
                <a:spcPts val="0"/>
              </a:spcAft>
              <a:buSzPts val="1800"/>
              <a:buChar char="▪"/>
              <a:defRPr/>
            </a:lvl3pPr>
            <a:lvl4pPr indent="-342900" lvl="3" marL="1828800" algn="l">
              <a:lnSpc>
                <a:spcPct val="100000"/>
              </a:lnSpc>
              <a:spcBef>
                <a:spcPts val="400"/>
              </a:spcBef>
              <a:spcAft>
                <a:spcPts val="0"/>
              </a:spcAft>
              <a:buSzPts val="1800"/>
              <a:buChar char="▪"/>
              <a:defRPr/>
            </a:lvl4pPr>
            <a:lvl5pPr indent="-342900" lvl="4" marL="2286000" algn="l">
              <a:lnSpc>
                <a:spcPct val="100000"/>
              </a:lnSpc>
              <a:spcBef>
                <a:spcPts val="400"/>
              </a:spcBef>
              <a:spcAft>
                <a:spcPts val="0"/>
              </a:spcAft>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115" name="Google Shape;115;p29"/>
          <p:cNvSpPr txBox="1"/>
          <p:nvPr>
            <p:ph idx="10" type="dt"/>
          </p:nvPr>
        </p:nvSpPr>
        <p:spPr>
          <a:xfrm>
            <a:off x="6834126" y="6446838"/>
            <a:ext cx="258485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rgbClr val="3F3F3F"/>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16" name="Google Shape;116;p29"/>
          <p:cNvSpPr txBox="1"/>
          <p:nvPr>
            <p:ph idx="11" type="ftr"/>
          </p:nvPr>
        </p:nvSpPr>
        <p:spPr>
          <a:xfrm>
            <a:off x="1097279" y="6446838"/>
            <a:ext cx="4846321"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rgbClr val="3F3F3F"/>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17" name="Google Shape;117;p29"/>
          <p:cNvSpPr txBox="1"/>
          <p:nvPr>
            <p:ph idx="12" type="sldNum"/>
          </p:nvPr>
        </p:nvSpPr>
        <p:spPr>
          <a:xfrm>
            <a:off x="10375670" y="6446838"/>
            <a:ext cx="78001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rgbClr val="3F3F3F"/>
                </a:solidFill>
                <a:latin typeface="Calibri"/>
                <a:ea typeface="Calibri"/>
                <a:cs typeface="Calibri"/>
                <a:sym typeface="Calibri"/>
              </a:defRPr>
            </a:lvl1pPr>
            <a:lvl2pPr indent="0" lvl="1" marL="0" marR="0" rtl="0" algn="l">
              <a:spcBef>
                <a:spcPts val="0"/>
              </a:spcBef>
              <a:buNone/>
              <a:defRPr sz="1800">
                <a:solidFill>
                  <a:srgbClr val="3F3F3F"/>
                </a:solidFill>
                <a:latin typeface="Calibri"/>
                <a:ea typeface="Calibri"/>
                <a:cs typeface="Calibri"/>
                <a:sym typeface="Calibri"/>
              </a:defRPr>
            </a:lvl2pPr>
            <a:lvl3pPr indent="0" lvl="2" marL="0" marR="0" rtl="0" algn="l">
              <a:spcBef>
                <a:spcPts val="0"/>
              </a:spcBef>
              <a:buNone/>
              <a:defRPr sz="1800">
                <a:solidFill>
                  <a:srgbClr val="3F3F3F"/>
                </a:solidFill>
                <a:latin typeface="Calibri"/>
                <a:ea typeface="Calibri"/>
                <a:cs typeface="Calibri"/>
                <a:sym typeface="Calibri"/>
              </a:defRPr>
            </a:lvl3pPr>
            <a:lvl4pPr indent="0" lvl="3" marL="0" marR="0" rtl="0" algn="l">
              <a:spcBef>
                <a:spcPts val="0"/>
              </a:spcBef>
              <a:buNone/>
              <a:defRPr sz="1800">
                <a:solidFill>
                  <a:srgbClr val="3F3F3F"/>
                </a:solidFill>
                <a:latin typeface="Calibri"/>
                <a:ea typeface="Calibri"/>
                <a:cs typeface="Calibri"/>
                <a:sym typeface="Calibri"/>
              </a:defRPr>
            </a:lvl4pPr>
            <a:lvl5pPr indent="0" lvl="4" marL="0" marR="0" rtl="0" algn="l">
              <a:spcBef>
                <a:spcPts val="0"/>
              </a:spcBef>
              <a:buNone/>
              <a:defRPr sz="1800">
                <a:solidFill>
                  <a:srgbClr val="3F3F3F"/>
                </a:solidFill>
                <a:latin typeface="Calibri"/>
                <a:ea typeface="Calibri"/>
                <a:cs typeface="Calibri"/>
                <a:sym typeface="Calibri"/>
              </a:defRPr>
            </a:lvl5pPr>
            <a:lvl6pPr indent="0" lvl="5" marL="0" marR="0" rtl="0" algn="l">
              <a:spcBef>
                <a:spcPts val="0"/>
              </a:spcBef>
              <a:buNone/>
              <a:defRPr sz="1800">
                <a:solidFill>
                  <a:srgbClr val="3F3F3F"/>
                </a:solidFill>
                <a:latin typeface="Calibri"/>
                <a:ea typeface="Calibri"/>
                <a:cs typeface="Calibri"/>
                <a:sym typeface="Calibri"/>
              </a:defRPr>
            </a:lvl6pPr>
            <a:lvl7pPr indent="0" lvl="6" marL="0" marR="0" rtl="0" algn="l">
              <a:spcBef>
                <a:spcPts val="0"/>
              </a:spcBef>
              <a:buNone/>
              <a:defRPr sz="1800">
                <a:solidFill>
                  <a:srgbClr val="3F3F3F"/>
                </a:solidFill>
                <a:latin typeface="Calibri"/>
                <a:ea typeface="Calibri"/>
                <a:cs typeface="Calibri"/>
                <a:sym typeface="Calibri"/>
              </a:defRPr>
            </a:lvl7pPr>
            <a:lvl8pPr indent="0" lvl="7" marL="0" marR="0" rtl="0" algn="l">
              <a:spcBef>
                <a:spcPts val="0"/>
              </a:spcBef>
              <a:buNone/>
              <a:defRPr sz="1800">
                <a:solidFill>
                  <a:srgbClr val="3F3F3F"/>
                </a:solidFill>
                <a:latin typeface="Calibri"/>
                <a:ea typeface="Calibri"/>
                <a:cs typeface="Calibri"/>
                <a:sym typeface="Calibri"/>
              </a:defRPr>
            </a:lvl8pPr>
            <a:lvl9pPr indent="0" lvl="8" marL="0" marR="0" rtl="0" algn="l">
              <a:spcBef>
                <a:spcPts val="0"/>
              </a:spcBef>
              <a:buNone/>
              <a:defRPr sz="1800">
                <a:solidFill>
                  <a:srgbClr val="3F3F3F"/>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
        <p:nvSpPr>
          <p:cNvPr id="118" name="Google Shape;118;p29"/>
          <p:cNvSpPr txBox="1"/>
          <p:nvPr>
            <p:ph type="title"/>
          </p:nvPr>
        </p:nvSpPr>
        <p:spPr>
          <a:xfrm>
            <a:off x="1092200" y="1885125"/>
            <a:ext cx="3068833" cy="2093975"/>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FFFFFF"/>
              </a:buClr>
              <a:buSzPts val="4400"/>
              <a:buFont typeface="Calibri"/>
              <a:buNone/>
              <a:defRPr b="1" i="0" sz="4400">
                <a:solidFill>
                  <a:srgbClr val="FFFFFF"/>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6_Content with Caption" showMasterSp="0">
  <p:cSld name="6_Content with Caption">
    <p:spTree>
      <p:nvGrpSpPr>
        <p:cNvPr id="119" name="Shape 119"/>
        <p:cNvGrpSpPr/>
        <p:nvPr/>
      </p:nvGrpSpPr>
      <p:grpSpPr>
        <a:xfrm>
          <a:off x="0" y="0"/>
          <a:ext cx="0" cy="0"/>
          <a:chOff x="0" y="0"/>
          <a:chExt cx="0" cy="0"/>
        </a:xfrm>
      </p:grpSpPr>
      <p:sp>
        <p:nvSpPr>
          <p:cNvPr id="120" name="Google Shape;120;p30"/>
          <p:cNvSpPr/>
          <p:nvPr/>
        </p:nvSpPr>
        <p:spPr>
          <a:xfrm>
            <a:off x="7448550" y="0"/>
            <a:ext cx="2857500" cy="6858000"/>
          </a:xfrm>
          <a:prstGeom prst="parallelogram">
            <a:avLst>
              <a:gd fmla="val 0" name="adj"/>
            </a:avLst>
          </a:prstGeom>
          <a:solidFill>
            <a:srgbClr val="F2F2F2">
              <a:alpha val="29803"/>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21" name="Google Shape;121;p30"/>
          <p:cNvSpPr txBox="1"/>
          <p:nvPr>
            <p:ph type="title"/>
          </p:nvPr>
        </p:nvSpPr>
        <p:spPr>
          <a:xfrm>
            <a:off x="4984722" y="548355"/>
            <a:ext cx="6054846" cy="634336"/>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Clr>
                <a:srgbClr val="FFFFFF"/>
              </a:buClr>
              <a:buSzPts val="3600"/>
              <a:buFont typeface="Calibri"/>
              <a:buNone/>
              <a:defRPr b="1" i="0" sz="3600">
                <a:solidFill>
                  <a:srgbClr val="FFFFFF"/>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22" name="Google Shape;122;p30"/>
          <p:cNvSpPr txBox="1"/>
          <p:nvPr>
            <p:ph idx="1" type="body"/>
          </p:nvPr>
        </p:nvSpPr>
        <p:spPr>
          <a:xfrm>
            <a:off x="5100833" y="1611313"/>
            <a:ext cx="6072099" cy="3755104"/>
          </a:xfrm>
          <a:prstGeom prst="rect">
            <a:avLst/>
          </a:prstGeom>
          <a:noFill/>
          <a:ln>
            <a:noFill/>
          </a:ln>
        </p:spPr>
        <p:txBody>
          <a:bodyPr anchorCtr="0" anchor="t" bIns="45700" lIns="0" spcFirstLastPara="1" rIns="0" wrap="square" tIns="45700">
            <a:normAutofit/>
          </a:bodyPr>
          <a:lstStyle>
            <a:lvl1pPr indent="-228600" lvl="0" marL="457200" algn="l">
              <a:lnSpc>
                <a:spcPct val="100000"/>
              </a:lnSpc>
              <a:spcBef>
                <a:spcPts val="1200"/>
              </a:spcBef>
              <a:spcAft>
                <a:spcPts val="0"/>
              </a:spcAft>
              <a:buSzPts val="2400"/>
              <a:buNone/>
              <a:defRPr sz="2400"/>
            </a:lvl1pPr>
            <a:lvl2pPr indent="-355600" lvl="1" marL="914400" algn="l">
              <a:lnSpc>
                <a:spcPct val="100000"/>
              </a:lnSpc>
              <a:spcBef>
                <a:spcPts val="200"/>
              </a:spcBef>
              <a:spcAft>
                <a:spcPts val="0"/>
              </a:spcAft>
              <a:buSzPts val="2000"/>
              <a:buChar char="▪"/>
              <a:defRPr sz="2000"/>
            </a:lvl2pPr>
            <a:lvl3pPr indent="-330200" lvl="2" marL="1371600" algn="l">
              <a:lnSpc>
                <a:spcPct val="100000"/>
              </a:lnSpc>
              <a:spcBef>
                <a:spcPts val="400"/>
              </a:spcBef>
              <a:spcAft>
                <a:spcPts val="0"/>
              </a:spcAft>
              <a:buSzPts val="1600"/>
              <a:buChar char="▪"/>
              <a:defRPr sz="1600"/>
            </a:lvl3pPr>
            <a:lvl4pPr indent="-330200" lvl="3" marL="1828800" algn="l">
              <a:lnSpc>
                <a:spcPct val="100000"/>
              </a:lnSpc>
              <a:spcBef>
                <a:spcPts val="400"/>
              </a:spcBef>
              <a:spcAft>
                <a:spcPts val="0"/>
              </a:spcAft>
              <a:buSzPts val="1600"/>
              <a:buChar char="▪"/>
              <a:defRPr sz="1600"/>
            </a:lvl4pPr>
            <a:lvl5pPr indent="-330200" lvl="4" marL="2286000" algn="l">
              <a:lnSpc>
                <a:spcPct val="100000"/>
              </a:lnSpc>
              <a:spcBef>
                <a:spcPts val="400"/>
              </a:spcBef>
              <a:spcAft>
                <a:spcPts val="0"/>
              </a:spcAft>
              <a:buSzPts val="1600"/>
              <a:buChar char="▪"/>
              <a:defRPr sz="1600"/>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123" name="Google Shape;123;p30"/>
          <p:cNvSpPr txBox="1"/>
          <p:nvPr>
            <p:ph idx="10" type="dt"/>
          </p:nvPr>
        </p:nvSpPr>
        <p:spPr>
          <a:xfrm>
            <a:off x="6834126" y="6446838"/>
            <a:ext cx="258485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rgbClr val="3F3F3F"/>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24" name="Google Shape;124;p30"/>
          <p:cNvSpPr txBox="1"/>
          <p:nvPr>
            <p:ph idx="11" type="ftr"/>
          </p:nvPr>
        </p:nvSpPr>
        <p:spPr>
          <a:xfrm>
            <a:off x="1097279" y="6446838"/>
            <a:ext cx="4846321"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rgbClr val="3F3F3F"/>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25" name="Google Shape;125;p30"/>
          <p:cNvSpPr txBox="1"/>
          <p:nvPr>
            <p:ph idx="12" type="sldNum"/>
          </p:nvPr>
        </p:nvSpPr>
        <p:spPr>
          <a:xfrm>
            <a:off x="10375670" y="6446838"/>
            <a:ext cx="78001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rgbClr val="3F3F3F"/>
                </a:solidFill>
                <a:latin typeface="Calibri"/>
                <a:ea typeface="Calibri"/>
                <a:cs typeface="Calibri"/>
                <a:sym typeface="Calibri"/>
              </a:defRPr>
            </a:lvl1pPr>
            <a:lvl2pPr indent="0" lvl="1" marL="0" marR="0" rtl="0" algn="l">
              <a:spcBef>
                <a:spcPts val="0"/>
              </a:spcBef>
              <a:buNone/>
              <a:defRPr sz="1800">
                <a:solidFill>
                  <a:srgbClr val="3F3F3F"/>
                </a:solidFill>
                <a:latin typeface="Calibri"/>
                <a:ea typeface="Calibri"/>
                <a:cs typeface="Calibri"/>
                <a:sym typeface="Calibri"/>
              </a:defRPr>
            </a:lvl2pPr>
            <a:lvl3pPr indent="0" lvl="2" marL="0" marR="0" rtl="0" algn="l">
              <a:spcBef>
                <a:spcPts val="0"/>
              </a:spcBef>
              <a:buNone/>
              <a:defRPr sz="1800">
                <a:solidFill>
                  <a:srgbClr val="3F3F3F"/>
                </a:solidFill>
                <a:latin typeface="Calibri"/>
                <a:ea typeface="Calibri"/>
                <a:cs typeface="Calibri"/>
                <a:sym typeface="Calibri"/>
              </a:defRPr>
            </a:lvl3pPr>
            <a:lvl4pPr indent="0" lvl="3" marL="0" marR="0" rtl="0" algn="l">
              <a:spcBef>
                <a:spcPts val="0"/>
              </a:spcBef>
              <a:buNone/>
              <a:defRPr sz="1800">
                <a:solidFill>
                  <a:srgbClr val="3F3F3F"/>
                </a:solidFill>
                <a:latin typeface="Calibri"/>
                <a:ea typeface="Calibri"/>
                <a:cs typeface="Calibri"/>
                <a:sym typeface="Calibri"/>
              </a:defRPr>
            </a:lvl4pPr>
            <a:lvl5pPr indent="0" lvl="4" marL="0" marR="0" rtl="0" algn="l">
              <a:spcBef>
                <a:spcPts val="0"/>
              </a:spcBef>
              <a:buNone/>
              <a:defRPr sz="1800">
                <a:solidFill>
                  <a:srgbClr val="3F3F3F"/>
                </a:solidFill>
                <a:latin typeface="Calibri"/>
                <a:ea typeface="Calibri"/>
                <a:cs typeface="Calibri"/>
                <a:sym typeface="Calibri"/>
              </a:defRPr>
            </a:lvl5pPr>
            <a:lvl6pPr indent="0" lvl="5" marL="0" marR="0" rtl="0" algn="l">
              <a:spcBef>
                <a:spcPts val="0"/>
              </a:spcBef>
              <a:buNone/>
              <a:defRPr sz="1800">
                <a:solidFill>
                  <a:srgbClr val="3F3F3F"/>
                </a:solidFill>
                <a:latin typeface="Calibri"/>
                <a:ea typeface="Calibri"/>
                <a:cs typeface="Calibri"/>
                <a:sym typeface="Calibri"/>
              </a:defRPr>
            </a:lvl6pPr>
            <a:lvl7pPr indent="0" lvl="6" marL="0" marR="0" rtl="0" algn="l">
              <a:spcBef>
                <a:spcPts val="0"/>
              </a:spcBef>
              <a:buNone/>
              <a:defRPr sz="1800">
                <a:solidFill>
                  <a:srgbClr val="3F3F3F"/>
                </a:solidFill>
                <a:latin typeface="Calibri"/>
                <a:ea typeface="Calibri"/>
                <a:cs typeface="Calibri"/>
                <a:sym typeface="Calibri"/>
              </a:defRPr>
            </a:lvl7pPr>
            <a:lvl8pPr indent="0" lvl="7" marL="0" marR="0" rtl="0" algn="l">
              <a:spcBef>
                <a:spcPts val="0"/>
              </a:spcBef>
              <a:buNone/>
              <a:defRPr sz="1800">
                <a:solidFill>
                  <a:srgbClr val="3F3F3F"/>
                </a:solidFill>
                <a:latin typeface="Calibri"/>
                <a:ea typeface="Calibri"/>
                <a:cs typeface="Calibri"/>
                <a:sym typeface="Calibri"/>
              </a:defRPr>
            </a:lvl8pPr>
            <a:lvl9pPr indent="0" lvl="8" marL="0" marR="0" rtl="0" algn="l">
              <a:spcBef>
                <a:spcPts val="0"/>
              </a:spcBef>
              <a:buNone/>
              <a:defRPr sz="1800">
                <a:solidFill>
                  <a:srgbClr val="3F3F3F"/>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
        <p:nvSpPr>
          <p:cNvPr id="126" name="Google Shape;126;p30"/>
          <p:cNvSpPr/>
          <p:nvPr>
            <p:ph idx="2" type="pic"/>
          </p:nvPr>
        </p:nvSpPr>
        <p:spPr>
          <a:xfrm>
            <a:off x="0" y="0"/>
            <a:ext cx="4654296" cy="5864225"/>
          </a:xfrm>
          <a:prstGeom prst="rect">
            <a:avLst/>
          </a:prstGeom>
          <a:noFill/>
          <a:ln>
            <a:noFill/>
          </a:ln>
        </p:spPr>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7_Content with Caption" showMasterSp="0">
  <p:cSld name="7_Content with Caption">
    <p:spTree>
      <p:nvGrpSpPr>
        <p:cNvPr id="127" name="Shape 127"/>
        <p:cNvGrpSpPr/>
        <p:nvPr/>
      </p:nvGrpSpPr>
      <p:grpSpPr>
        <a:xfrm>
          <a:off x="0" y="0"/>
          <a:ext cx="0" cy="0"/>
          <a:chOff x="0" y="0"/>
          <a:chExt cx="0" cy="0"/>
        </a:xfrm>
      </p:grpSpPr>
      <p:sp>
        <p:nvSpPr>
          <p:cNvPr id="128" name="Google Shape;128;p31"/>
          <p:cNvSpPr/>
          <p:nvPr>
            <p:ph idx="2" type="pic"/>
          </p:nvPr>
        </p:nvSpPr>
        <p:spPr>
          <a:xfrm>
            <a:off x="0" y="0"/>
            <a:ext cx="12192000" cy="3541486"/>
          </a:xfrm>
          <a:prstGeom prst="rect">
            <a:avLst/>
          </a:prstGeom>
          <a:noFill/>
          <a:ln>
            <a:noFill/>
          </a:ln>
        </p:spPr>
      </p:sp>
      <p:sp>
        <p:nvSpPr>
          <p:cNvPr id="129" name="Google Shape;129;p31"/>
          <p:cNvSpPr/>
          <p:nvPr/>
        </p:nvSpPr>
        <p:spPr>
          <a:xfrm>
            <a:off x="7448550" y="0"/>
            <a:ext cx="2857500" cy="6858000"/>
          </a:xfrm>
          <a:prstGeom prst="parallelogram">
            <a:avLst>
              <a:gd fmla="val 0" name="adj"/>
            </a:avLst>
          </a:prstGeom>
          <a:solidFill>
            <a:srgbClr val="F2F2F2">
              <a:alpha val="29803"/>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30" name="Google Shape;130;p31"/>
          <p:cNvSpPr txBox="1"/>
          <p:nvPr>
            <p:ph type="title"/>
          </p:nvPr>
        </p:nvSpPr>
        <p:spPr>
          <a:xfrm>
            <a:off x="3068577" y="880375"/>
            <a:ext cx="6054846" cy="634336"/>
          </a:xfrm>
          <a:prstGeom prst="rect">
            <a:avLst/>
          </a:prstGeom>
          <a:noFill/>
          <a:ln>
            <a:noFill/>
          </a:ln>
        </p:spPr>
        <p:txBody>
          <a:bodyPr anchorCtr="0" anchor="ctr" bIns="45700" lIns="91425" spcFirstLastPara="1" rIns="91425" wrap="square" tIns="45700">
            <a:noAutofit/>
          </a:bodyPr>
          <a:lstStyle>
            <a:lvl1pPr lvl="0" algn="ctr">
              <a:lnSpc>
                <a:spcPct val="90000"/>
              </a:lnSpc>
              <a:spcBef>
                <a:spcPts val="0"/>
              </a:spcBef>
              <a:spcAft>
                <a:spcPts val="0"/>
              </a:spcAft>
              <a:buClr>
                <a:srgbClr val="3F3F3F"/>
              </a:buClr>
              <a:buSzPts val="3600"/>
              <a:buFont typeface="Calibri"/>
              <a:buNone/>
              <a:defRPr b="1" i="0" sz="3600">
                <a:solidFill>
                  <a:srgbClr val="3F3F3F"/>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1" name="Google Shape;131;p31"/>
          <p:cNvSpPr txBox="1"/>
          <p:nvPr>
            <p:ph idx="10" type="dt"/>
          </p:nvPr>
        </p:nvSpPr>
        <p:spPr>
          <a:xfrm>
            <a:off x="6834126" y="6446838"/>
            <a:ext cx="258485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rgbClr val="3F3F3F"/>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32" name="Google Shape;132;p31"/>
          <p:cNvSpPr txBox="1"/>
          <p:nvPr>
            <p:ph idx="11" type="ftr"/>
          </p:nvPr>
        </p:nvSpPr>
        <p:spPr>
          <a:xfrm>
            <a:off x="1097279" y="6446838"/>
            <a:ext cx="4846321"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rgbClr val="3F3F3F"/>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33" name="Google Shape;133;p31"/>
          <p:cNvSpPr txBox="1"/>
          <p:nvPr>
            <p:ph idx="12" type="sldNum"/>
          </p:nvPr>
        </p:nvSpPr>
        <p:spPr>
          <a:xfrm>
            <a:off x="10375670" y="6446838"/>
            <a:ext cx="78001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rgbClr val="3F3F3F"/>
                </a:solidFill>
                <a:latin typeface="Calibri"/>
                <a:ea typeface="Calibri"/>
                <a:cs typeface="Calibri"/>
                <a:sym typeface="Calibri"/>
              </a:defRPr>
            </a:lvl1pPr>
            <a:lvl2pPr indent="0" lvl="1" marL="0" marR="0" rtl="0" algn="l">
              <a:spcBef>
                <a:spcPts val="0"/>
              </a:spcBef>
              <a:buNone/>
              <a:defRPr sz="1800">
                <a:solidFill>
                  <a:srgbClr val="3F3F3F"/>
                </a:solidFill>
                <a:latin typeface="Calibri"/>
                <a:ea typeface="Calibri"/>
                <a:cs typeface="Calibri"/>
                <a:sym typeface="Calibri"/>
              </a:defRPr>
            </a:lvl2pPr>
            <a:lvl3pPr indent="0" lvl="2" marL="0" marR="0" rtl="0" algn="l">
              <a:spcBef>
                <a:spcPts val="0"/>
              </a:spcBef>
              <a:buNone/>
              <a:defRPr sz="1800">
                <a:solidFill>
                  <a:srgbClr val="3F3F3F"/>
                </a:solidFill>
                <a:latin typeface="Calibri"/>
                <a:ea typeface="Calibri"/>
                <a:cs typeface="Calibri"/>
                <a:sym typeface="Calibri"/>
              </a:defRPr>
            </a:lvl3pPr>
            <a:lvl4pPr indent="0" lvl="3" marL="0" marR="0" rtl="0" algn="l">
              <a:spcBef>
                <a:spcPts val="0"/>
              </a:spcBef>
              <a:buNone/>
              <a:defRPr sz="1800">
                <a:solidFill>
                  <a:srgbClr val="3F3F3F"/>
                </a:solidFill>
                <a:latin typeface="Calibri"/>
                <a:ea typeface="Calibri"/>
                <a:cs typeface="Calibri"/>
                <a:sym typeface="Calibri"/>
              </a:defRPr>
            </a:lvl4pPr>
            <a:lvl5pPr indent="0" lvl="4" marL="0" marR="0" rtl="0" algn="l">
              <a:spcBef>
                <a:spcPts val="0"/>
              </a:spcBef>
              <a:buNone/>
              <a:defRPr sz="1800">
                <a:solidFill>
                  <a:srgbClr val="3F3F3F"/>
                </a:solidFill>
                <a:latin typeface="Calibri"/>
                <a:ea typeface="Calibri"/>
                <a:cs typeface="Calibri"/>
                <a:sym typeface="Calibri"/>
              </a:defRPr>
            </a:lvl5pPr>
            <a:lvl6pPr indent="0" lvl="5" marL="0" marR="0" rtl="0" algn="l">
              <a:spcBef>
                <a:spcPts val="0"/>
              </a:spcBef>
              <a:buNone/>
              <a:defRPr sz="1800">
                <a:solidFill>
                  <a:srgbClr val="3F3F3F"/>
                </a:solidFill>
                <a:latin typeface="Calibri"/>
                <a:ea typeface="Calibri"/>
                <a:cs typeface="Calibri"/>
                <a:sym typeface="Calibri"/>
              </a:defRPr>
            </a:lvl6pPr>
            <a:lvl7pPr indent="0" lvl="6" marL="0" marR="0" rtl="0" algn="l">
              <a:spcBef>
                <a:spcPts val="0"/>
              </a:spcBef>
              <a:buNone/>
              <a:defRPr sz="1800">
                <a:solidFill>
                  <a:srgbClr val="3F3F3F"/>
                </a:solidFill>
                <a:latin typeface="Calibri"/>
                <a:ea typeface="Calibri"/>
                <a:cs typeface="Calibri"/>
                <a:sym typeface="Calibri"/>
              </a:defRPr>
            </a:lvl7pPr>
            <a:lvl8pPr indent="0" lvl="7" marL="0" marR="0" rtl="0" algn="l">
              <a:spcBef>
                <a:spcPts val="0"/>
              </a:spcBef>
              <a:buNone/>
              <a:defRPr sz="1800">
                <a:solidFill>
                  <a:srgbClr val="3F3F3F"/>
                </a:solidFill>
                <a:latin typeface="Calibri"/>
                <a:ea typeface="Calibri"/>
                <a:cs typeface="Calibri"/>
                <a:sym typeface="Calibri"/>
              </a:defRPr>
            </a:lvl8pPr>
            <a:lvl9pPr indent="0" lvl="8" marL="0" marR="0" rtl="0" algn="l">
              <a:spcBef>
                <a:spcPts val="0"/>
              </a:spcBef>
              <a:buNone/>
              <a:defRPr sz="1800">
                <a:solidFill>
                  <a:srgbClr val="3F3F3F"/>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
        <p:nvSpPr>
          <p:cNvPr id="134" name="Google Shape;134;p31"/>
          <p:cNvSpPr/>
          <p:nvPr/>
        </p:nvSpPr>
        <p:spPr>
          <a:xfrm>
            <a:off x="5577840" y="0"/>
            <a:ext cx="1036320" cy="68580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_Content with Caption" showMasterSp="0">
  <p:cSld name="3_Content with Caption">
    <p:spTree>
      <p:nvGrpSpPr>
        <p:cNvPr id="135" name="Shape 135"/>
        <p:cNvGrpSpPr/>
        <p:nvPr/>
      </p:nvGrpSpPr>
      <p:grpSpPr>
        <a:xfrm>
          <a:off x="0" y="0"/>
          <a:ext cx="0" cy="0"/>
          <a:chOff x="0" y="0"/>
          <a:chExt cx="0" cy="0"/>
        </a:xfrm>
      </p:grpSpPr>
      <p:sp>
        <p:nvSpPr>
          <p:cNvPr id="136" name="Google Shape;136;p32"/>
          <p:cNvSpPr/>
          <p:nvPr/>
        </p:nvSpPr>
        <p:spPr>
          <a:xfrm>
            <a:off x="7448550" y="0"/>
            <a:ext cx="2857500" cy="6858000"/>
          </a:xfrm>
          <a:prstGeom prst="parallelogram">
            <a:avLst>
              <a:gd fmla="val 0" name="adj"/>
            </a:avLst>
          </a:prstGeom>
          <a:solidFill>
            <a:srgbClr val="F2F2F2">
              <a:alpha val="29803"/>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37" name="Google Shape;137;p32"/>
          <p:cNvSpPr/>
          <p:nvPr/>
        </p:nvSpPr>
        <p:spPr>
          <a:xfrm>
            <a:off x="4654312" y="507333"/>
            <a:ext cx="7537688" cy="4849559"/>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38" name="Google Shape;138;p32"/>
          <p:cNvSpPr/>
          <p:nvPr/>
        </p:nvSpPr>
        <p:spPr>
          <a:xfrm>
            <a:off x="16" y="0"/>
            <a:ext cx="4654296" cy="5864225"/>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 name="Google Shape;139;p32"/>
          <p:cNvSpPr txBox="1"/>
          <p:nvPr>
            <p:ph type="title"/>
          </p:nvPr>
        </p:nvSpPr>
        <p:spPr>
          <a:xfrm>
            <a:off x="1092200" y="1885125"/>
            <a:ext cx="3068833" cy="2093975"/>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FFFFFF"/>
              </a:buClr>
              <a:buSzPts val="4400"/>
              <a:buFont typeface="Calibri"/>
              <a:buNone/>
              <a:defRPr b="1" i="0" sz="4400">
                <a:solidFill>
                  <a:srgbClr val="FFFFFF"/>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40" name="Google Shape;140;p32"/>
          <p:cNvSpPr txBox="1"/>
          <p:nvPr>
            <p:ph idx="1" type="body"/>
          </p:nvPr>
        </p:nvSpPr>
        <p:spPr>
          <a:xfrm>
            <a:off x="6473373" y="943430"/>
            <a:ext cx="4699452" cy="3977366"/>
          </a:xfrm>
          <a:prstGeom prst="rect">
            <a:avLst/>
          </a:prstGeom>
          <a:noFill/>
          <a:ln>
            <a:noFill/>
          </a:ln>
        </p:spPr>
        <p:txBody>
          <a:bodyPr anchorCtr="0" anchor="ctr" bIns="45700" lIns="0" spcFirstLastPara="1" rIns="0" wrap="square" tIns="45700">
            <a:normAutofit/>
          </a:bodyPr>
          <a:lstStyle>
            <a:lvl1pPr indent="-228600" lvl="0" marL="457200" algn="l">
              <a:lnSpc>
                <a:spcPct val="100000"/>
              </a:lnSpc>
              <a:spcBef>
                <a:spcPts val="1200"/>
              </a:spcBef>
              <a:spcAft>
                <a:spcPts val="0"/>
              </a:spcAft>
              <a:buSzPts val="2400"/>
              <a:buNone/>
              <a:defRPr sz="2400"/>
            </a:lvl1pPr>
            <a:lvl2pPr indent="-355600" lvl="1" marL="914400" algn="l">
              <a:lnSpc>
                <a:spcPct val="100000"/>
              </a:lnSpc>
              <a:spcBef>
                <a:spcPts val="200"/>
              </a:spcBef>
              <a:spcAft>
                <a:spcPts val="0"/>
              </a:spcAft>
              <a:buSzPts val="2000"/>
              <a:buChar char="▪"/>
              <a:defRPr sz="2000"/>
            </a:lvl2pPr>
            <a:lvl3pPr indent="-330200" lvl="2" marL="1371600" algn="l">
              <a:lnSpc>
                <a:spcPct val="100000"/>
              </a:lnSpc>
              <a:spcBef>
                <a:spcPts val="400"/>
              </a:spcBef>
              <a:spcAft>
                <a:spcPts val="0"/>
              </a:spcAft>
              <a:buSzPts val="1600"/>
              <a:buChar char="▪"/>
              <a:defRPr sz="1600"/>
            </a:lvl3pPr>
            <a:lvl4pPr indent="-330200" lvl="3" marL="1828800" algn="l">
              <a:lnSpc>
                <a:spcPct val="100000"/>
              </a:lnSpc>
              <a:spcBef>
                <a:spcPts val="400"/>
              </a:spcBef>
              <a:spcAft>
                <a:spcPts val="0"/>
              </a:spcAft>
              <a:buSzPts val="1600"/>
              <a:buChar char="▪"/>
              <a:defRPr sz="1600"/>
            </a:lvl4pPr>
            <a:lvl5pPr indent="-330200" lvl="4" marL="2286000" algn="l">
              <a:lnSpc>
                <a:spcPct val="100000"/>
              </a:lnSpc>
              <a:spcBef>
                <a:spcPts val="400"/>
              </a:spcBef>
              <a:spcAft>
                <a:spcPts val="0"/>
              </a:spcAft>
              <a:buSzPts val="1600"/>
              <a:buChar char="▪"/>
              <a:defRPr sz="1600"/>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141" name="Google Shape;141;p32"/>
          <p:cNvSpPr txBox="1"/>
          <p:nvPr>
            <p:ph idx="10" type="dt"/>
          </p:nvPr>
        </p:nvSpPr>
        <p:spPr>
          <a:xfrm>
            <a:off x="6834126" y="6446838"/>
            <a:ext cx="258485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rgbClr val="3F3F3F"/>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42" name="Google Shape;142;p32"/>
          <p:cNvSpPr txBox="1"/>
          <p:nvPr>
            <p:ph idx="11" type="ftr"/>
          </p:nvPr>
        </p:nvSpPr>
        <p:spPr>
          <a:xfrm>
            <a:off x="1097279" y="6446838"/>
            <a:ext cx="4846321"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rgbClr val="3F3F3F"/>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43" name="Google Shape;143;p32"/>
          <p:cNvSpPr txBox="1"/>
          <p:nvPr>
            <p:ph idx="12" type="sldNum"/>
          </p:nvPr>
        </p:nvSpPr>
        <p:spPr>
          <a:xfrm>
            <a:off x="10375670" y="6446838"/>
            <a:ext cx="78001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rgbClr val="3F3F3F"/>
                </a:solidFill>
                <a:latin typeface="Calibri"/>
                <a:ea typeface="Calibri"/>
                <a:cs typeface="Calibri"/>
                <a:sym typeface="Calibri"/>
              </a:defRPr>
            </a:lvl1pPr>
            <a:lvl2pPr indent="0" lvl="1" marL="0" marR="0" rtl="0" algn="l">
              <a:spcBef>
                <a:spcPts val="0"/>
              </a:spcBef>
              <a:buNone/>
              <a:defRPr sz="1800">
                <a:solidFill>
                  <a:srgbClr val="3F3F3F"/>
                </a:solidFill>
                <a:latin typeface="Calibri"/>
                <a:ea typeface="Calibri"/>
                <a:cs typeface="Calibri"/>
                <a:sym typeface="Calibri"/>
              </a:defRPr>
            </a:lvl2pPr>
            <a:lvl3pPr indent="0" lvl="2" marL="0" marR="0" rtl="0" algn="l">
              <a:spcBef>
                <a:spcPts val="0"/>
              </a:spcBef>
              <a:buNone/>
              <a:defRPr sz="1800">
                <a:solidFill>
                  <a:srgbClr val="3F3F3F"/>
                </a:solidFill>
                <a:latin typeface="Calibri"/>
                <a:ea typeface="Calibri"/>
                <a:cs typeface="Calibri"/>
                <a:sym typeface="Calibri"/>
              </a:defRPr>
            </a:lvl3pPr>
            <a:lvl4pPr indent="0" lvl="3" marL="0" marR="0" rtl="0" algn="l">
              <a:spcBef>
                <a:spcPts val="0"/>
              </a:spcBef>
              <a:buNone/>
              <a:defRPr sz="1800">
                <a:solidFill>
                  <a:srgbClr val="3F3F3F"/>
                </a:solidFill>
                <a:latin typeface="Calibri"/>
                <a:ea typeface="Calibri"/>
                <a:cs typeface="Calibri"/>
                <a:sym typeface="Calibri"/>
              </a:defRPr>
            </a:lvl4pPr>
            <a:lvl5pPr indent="0" lvl="4" marL="0" marR="0" rtl="0" algn="l">
              <a:spcBef>
                <a:spcPts val="0"/>
              </a:spcBef>
              <a:buNone/>
              <a:defRPr sz="1800">
                <a:solidFill>
                  <a:srgbClr val="3F3F3F"/>
                </a:solidFill>
                <a:latin typeface="Calibri"/>
                <a:ea typeface="Calibri"/>
                <a:cs typeface="Calibri"/>
                <a:sym typeface="Calibri"/>
              </a:defRPr>
            </a:lvl5pPr>
            <a:lvl6pPr indent="0" lvl="5" marL="0" marR="0" rtl="0" algn="l">
              <a:spcBef>
                <a:spcPts val="0"/>
              </a:spcBef>
              <a:buNone/>
              <a:defRPr sz="1800">
                <a:solidFill>
                  <a:srgbClr val="3F3F3F"/>
                </a:solidFill>
                <a:latin typeface="Calibri"/>
                <a:ea typeface="Calibri"/>
                <a:cs typeface="Calibri"/>
                <a:sym typeface="Calibri"/>
              </a:defRPr>
            </a:lvl6pPr>
            <a:lvl7pPr indent="0" lvl="6" marL="0" marR="0" rtl="0" algn="l">
              <a:spcBef>
                <a:spcPts val="0"/>
              </a:spcBef>
              <a:buNone/>
              <a:defRPr sz="1800">
                <a:solidFill>
                  <a:srgbClr val="3F3F3F"/>
                </a:solidFill>
                <a:latin typeface="Calibri"/>
                <a:ea typeface="Calibri"/>
                <a:cs typeface="Calibri"/>
                <a:sym typeface="Calibri"/>
              </a:defRPr>
            </a:lvl7pPr>
            <a:lvl8pPr indent="0" lvl="7" marL="0" marR="0" rtl="0" algn="l">
              <a:spcBef>
                <a:spcPts val="0"/>
              </a:spcBef>
              <a:buNone/>
              <a:defRPr sz="1800">
                <a:solidFill>
                  <a:srgbClr val="3F3F3F"/>
                </a:solidFill>
                <a:latin typeface="Calibri"/>
                <a:ea typeface="Calibri"/>
                <a:cs typeface="Calibri"/>
                <a:sym typeface="Calibri"/>
              </a:defRPr>
            </a:lvl8pPr>
            <a:lvl9pPr indent="0" lvl="8" marL="0" marR="0" rtl="0" algn="l">
              <a:spcBef>
                <a:spcPts val="0"/>
              </a:spcBef>
              <a:buNone/>
              <a:defRPr sz="1800">
                <a:solidFill>
                  <a:srgbClr val="3F3F3F"/>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
        <p:nvSpPr>
          <p:cNvPr id="144" name="Google Shape;144;p32"/>
          <p:cNvSpPr/>
          <p:nvPr/>
        </p:nvSpPr>
        <p:spPr>
          <a:xfrm>
            <a:off x="4370251" y="2322780"/>
            <a:ext cx="1348378" cy="1218664"/>
          </a:xfrm>
          <a:prstGeom prst="rect">
            <a:avLst/>
          </a:prstGeom>
          <a:solidFill>
            <a:srgbClr val="BECAD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_Content with Caption" showMasterSp="0">
  <p:cSld name="4_Content with Caption">
    <p:spTree>
      <p:nvGrpSpPr>
        <p:cNvPr id="145" name="Shape 145"/>
        <p:cNvGrpSpPr/>
        <p:nvPr/>
      </p:nvGrpSpPr>
      <p:grpSpPr>
        <a:xfrm>
          <a:off x="0" y="0"/>
          <a:ext cx="0" cy="0"/>
          <a:chOff x="0" y="0"/>
          <a:chExt cx="0" cy="0"/>
        </a:xfrm>
      </p:grpSpPr>
      <p:sp>
        <p:nvSpPr>
          <p:cNvPr id="146" name="Google Shape;146;p33"/>
          <p:cNvSpPr/>
          <p:nvPr/>
        </p:nvSpPr>
        <p:spPr>
          <a:xfrm>
            <a:off x="7448550" y="0"/>
            <a:ext cx="2857500" cy="6858000"/>
          </a:xfrm>
          <a:prstGeom prst="parallelogram">
            <a:avLst>
              <a:gd fmla="val 0" name="adj"/>
            </a:avLst>
          </a:prstGeom>
          <a:solidFill>
            <a:srgbClr val="F2F2F2">
              <a:alpha val="29803"/>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47" name="Google Shape;147;p33"/>
          <p:cNvSpPr/>
          <p:nvPr/>
        </p:nvSpPr>
        <p:spPr>
          <a:xfrm>
            <a:off x="4654312" y="507333"/>
            <a:ext cx="7537688" cy="4849559"/>
          </a:xfrm>
          <a:prstGeom prst="rect">
            <a:avLst/>
          </a:prstGeom>
          <a:solidFill>
            <a:srgbClr val="F2F2F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48" name="Google Shape;148;p33"/>
          <p:cNvSpPr/>
          <p:nvPr/>
        </p:nvSpPr>
        <p:spPr>
          <a:xfrm>
            <a:off x="16" y="0"/>
            <a:ext cx="4654296" cy="5864225"/>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 name="Google Shape;149;p33"/>
          <p:cNvSpPr txBox="1"/>
          <p:nvPr>
            <p:ph type="title"/>
          </p:nvPr>
        </p:nvSpPr>
        <p:spPr>
          <a:xfrm>
            <a:off x="1092200" y="1885125"/>
            <a:ext cx="3068833" cy="2093975"/>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FFFFFF"/>
              </a:buClr>
              <a:buSzPts val="4400"/>
              <a:buFont typeface="Calibri"/>
              <a:buNone/>
              <a:defRPr b="1" i="0" sz="4400">
                <a:solidFill>
                  <a:srgbClr val="FFFFFF"/>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50" name="Google Shape;150;p33"/>
          <p:cNvSpPr txBox="1"/>
          <p:nvPr>
            <p:ph idx="1" type="body"/>
          </p:nvPr>
        </p:nvSpPr>
        <p:spPr>
          <a:xfrm>
            <a:off x="6518529" y="943430"/>
            <a:ext cx="4654296" cy="3977366"/>
          </a:xfrm>
          <a:prstGeom prst="rect">
            <a:avLst/>
          </a:prstGeom>
          <a:noFill/>
          <a:ln>
            <a:noFill/>
          </a:ln>
        </p:spPr>
        <p:txBody>
          <a:bodyPr anchorCtr="0" anchor="ctr" bIns="45700" lIns="0" spcFirstLastPara="1" rIns="0" wrap="square" tIns="45700">
            <a:normAutofit/>
          </a:bodyPr>
          <a:lstStyle>
            <a:lvl1pPr indent="-228600" lvl="0" marL="457200" algn="l">
              <a:lnSpc>
                <a:spcPct val="100000"/>
              </a:lnSpc>
              <a:spcBef>
                <a:spcPts val="1200"/>
              </a:spcBef>
              <a:spcAft>
                <a:spcPts val="0"/>
              </a:spcAft>
              <a:buSzPts val="2400"/>
              <a:buNone/>
              <a:defRPr sz="2400"/>
            </a:lvl1pPr>
            <a:lvl2pPr indent="-355600" lvl="1" marL="914400" algn="l">
              <a:lnSpc>
                <a:spcPct val="100000"/>
              </a:lnSpc>
              <a:spcBef>
                <a:spcPts val="200"/>
              </a:spcBef>
              <a:spcAft>
                <a:spcPts val="0"/>
              </a:spcAft>
              <a:buSzPts val="2000"/>
              <a:buChar char="▪"/>
              <a:defRPr sz="2000"/>
            </a:lvl2pPr>
            <a:lvl3pPr indent="-330200" lvl="2" marL="1371600" algn="l">
              <a:lnSpc>
                <a:spcPct val="100000"/>
              </a:lnSpc>
              <a:spcBef>
                <a:spcPts val="400"/>
              </a:spcBef>
              <a:spcAft>
                <a:spcPts val="0"/>
              </a:spcAft>
              <a:buSzPts val="1600"/>
              <a:buChar char="▪"/>
              <a:defRPr sz="1600"/>
            </a:lvl3pPr>
            <a:lvl4pPr indent="-330200" lvl="3" marL="1828800" algn="l">
              <a:lnSpc>
                <a:spcPct val="100000"/>
              </a:lnSpc>
              <a:spcBef>
                <a:spcPts val="400"/>
              </a:spcBef>
              <a:spcAft>
                <a:spcPts val="0"/>
              </a:spcAft>
              <a:buSzPts val="1600"/>
              <a:buChar char="▪"/>
              <a:defRPr sz="1600"/>
            </a:lvl4pPr>
            <a:lvl5pPr indent="-330200" lvl="4" marL="2286000" algn="l">
              <a:lnSpc>
                <a:spcPct val="100000"/>
              </a:lnSpc>
              <a:spcBef>
                <a:spcPts val="400"/>
              </a:spcBef>
              <a:spcAft>
                <a:spcPts val="0"/>
              </a:spcAft>
              <a:buSzPts val="1600"/>
              <a:buChar char="▪"/>
              <a:defRPr sz="1600"/>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151" name="Google Shape;151;p33"/>
          <p:cNvSpPr txBox="1"/>
          <p:nvPr>
            <p:ph idx="10" type="dt"/>
          </p:nvPr>
        </p:nvSpPr>
        <p:spPr>
          <a:xfrm>
            <a:off x="6834126" y="6446838"/>
            <a:ext cx="258485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rgbClr val="3F3F3F"/>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52" name="Google Shape;152;p33"/>
          <p:cNvSpPr txBox="1"/>
          <p:nvPr>
            <p:ph idx="11" type="ftr"/>
          </p:nvPr>
        </p:nvSpPr>
        <p:spPr>
          <a:xfrm>
            <a:off x="1097279" y="6446838"/>
            <a:ext cx="4846321"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rgbClr val="3F3F3F"/>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53" name="Google Shape;153;p33"/>
          <p:cNvSpPr txBox="1"/>
          <p:nvPr>
            <p:ph idx="12" type="sldNum"/>
          </p:nvPr>
        </p:nvSpPr>
        <p:spPr>
          <a:xfrm>
            <a:off x="10375670" y="6446838"/>
            <a:ext cx="78001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rgbClr val="3F3F3F"/>
                </a:solidFill>
                <a:latin typeface="Calibri"/>
                <a:ea typeface="Calibri"/>
                <a:cs typeface="Calibri"/>
                <a:sym typeface="Calibri"/>
              </a:defRPr>
            </a:lvl1pPr>
            <a:lvl2pPr indent="0" lvl="1" marL="0" marR="0" rtl="0" algn="l">
              <a:spcBef>
                <a:spcPts val="0"/>
              </a:spcBef>
              <a:buNone/>
              <a:defRPr sz="1800">
                <a:solidFill>
                  <a:srgbClr val="3F3F3F"/>
                </a:solidFill>
                <a:latin typeface="Calibri"/>
                <a:ea typeface="Calibri"/>
                <a:cs typeface="Calibri"/>
                <a:sym typeface="Calibri"/>
              </a:defRPr>
            </a:lvl2pPr>
            <a:lvl3pPr indent="0" lvl="2" marL="0" marR="0" rtl="0" algn="l">
              <a:spcBef>
                <a:spcPts val="0"/>
              </a:spcBef>
              <a:buNone/>
              <a:defRPr sz="1800">
                <a:solidFill>
                  <a:srgbClr val="3F3F3F"/>
                </a:solidFill>
                <a:latin typeface="Calibri"/>
                <a:ea typeface="Calibri"/>
                <a:cs typeface="Calibri"/>
                <a:sym typeface="Calibri"/>
              </a:defRPr>
            </a:lvl3pPr>
            <a:lvl4pPr indent="0" lvl="3" marL="0" marR="0" rtl="0" algn="l">
              <a:spcBef>
                <a:spcPts val="0"/>
              </a:spcBef>
              <a:buNone/>
              <a:defRPr sz="1800">
                <a:solidFill>
                  <a:srgbClr val="3F3F3F"/>
                </a:solidFill>
                <a:latin typeface="Calibri"/>
                <a:ea typeface="Calibri"/>
                <a:cs typeface="Calibri"/>
                <a:sym typeface="Calibri"/>
              </a:defRPr>
            </a:lvl4pPr>
            <a:lvl5pPr indent="0" lvl="4" marL="0" marR="0" rtl="0" algn="l">
              <a:spcBef>
                <a:spcPts val="0"/>
              </a:spcBef>
              <a:buNone/>
              <a:defRPr sz="1800">
                <a:solidFill>
                  <a:srgbClr val="3F3F3F"/>
                </a:solidFill>
                <a:latin typeface="Calibri"/>
                <a:ea typeface="Calibri"/>
                <a:cs typeface="Calibri"/>
                <a:sym typeface="Calibri"/>
              </a:defRPr>
            </a:lvl5pPr>
            <a:lvl6pPr indent="0" lvl="5" marL="0" marR="0" rtl="0" algn="l">
              <a:spcBef>
                <a:spcPts val="0"/>
              </a:spcBef>
              <a:buNone/>
              <a:defRPr sz="1800">
                <a:solidFill>
                  <a:srgbClr val="3F3F3F"/>
                </a:solidFill>
                <a:latin typeface="Calibri"/>
                <a:ea typeface="Calibri"/>
                <a:cs typeface="Calibri"/>
                <a:sym typeface="Calibri"/>
              </a:defRPr>
            </a:lvl6pPr>
            <a:lvl7pPr indent="0" lvl="6" marL="0" marR="0" rtl="0" algn="l">
              <a:spcBef>
                <a:spcPts val="0"/>
              </a:spcBef>
              <a:buNone/>
              <a:defRPr sz="1800">
                <a:solidFill>
                  <a:srgbClr val="3F3F3F"/>
                </a:solidFill>
                <a:latin typeface="Calibri"/>
                <a:ea typeface="Calibri"/>
                <a:cs typeface="Calibri"/>
                <a:sym typeface="Calibri"/>
              </a:defRPr>
            </a:lvl7pPr>
            <a:lvl8pPr indent="0" lvl="7" marL="0" marR="0" rtl="0" algn="l">
              <a:spcBef>
                <a:spcPts val="0"/>
              </a:spcBef>
              <a:buNone/>
              <a:defRPr sz="1800">
                <a:solidFill>
                  <a:srgbClr val="3F3F3F"/>
                </a:solidFill>
                <a:latin typeface="Calibri"/>
                <a:ea typeface="Calibri"/>
                <a:cs typeface="Calibri"/>
                <a:sym typeface="Calibri"/>
              </a:defRPr>
            </a:lvl8pPr>
            <a:lvl9pPr indent="0" lvl="8" marL="0" marR="0" rtl="0" algn="l">
              <a:spcBef>
                <a:spcPts val="0"/>
              </a:spcBef>
              <a:buNone/>
              <a:defRPr sz="1800">
                <a:solidFill>
                  <a:srgbClr val="3F3F3F"/>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
        <p:nvSpPr>
          <p:cNvPr id="154" name="Google Shape;154;p33"/>
          <p:cNvSpPr/>
          <p:nvPr/>
        </p:nvSpPr>
        <p:spPr>
          <a:xfrm>
            <a:off x="4370251" y="2322780"/>
            <a:ext cx="1348378" cy="1218664"/>
          </a:xfrm>
          <a:prstGeom prst="rect">
            <a:avLst/>
          </a:prstGeom>
          <a:solidFill>
            <a:schemeClr val="dk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showMasterSp="0" type="picTx">
  <p:cSld name="PICTURE_WITH_CAPTION_TEXT">
    <p:spTree>
      <p:nvGrpSpPr>
        <p:cNvPr id="155" name="Shape 155"/>
        <p:cNvGrpSpPr/>
        <p:nvPr/>
      </p:nvGrpSpPr>
      <p:grpSpPr>
        <a:xfrm>
          <a:off x="0" y="0"/>
          <a:ext cx="0" cy="0"/>
          <a:chOff x="0" y="0"/>
          <a:chExt cx="0" cy="0"/>
        </a:xfrm>
      </p:grpSpPr>
      <p:sp>
        <p:nvSpPr>
          <p:cNvPr id="156" name="Google Shape;156;p34"/>
          <p:cNvSpPr/>
          <p:nvPr/>
        </p:nvSpPr>
        <p:spPr>
          <a:xfrm>
            <a:off x="0" y="4578350"/>
            <a:ext cx="12188825" cy="227965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 name="Google Shape;157;p34"/>
          <p:cNvSpPr/>
          <p:nvPr>
            <p:ph idx="2" type="pic"/>
          </p:nvPr>
        </p:nvSpPr>
        <p:spPr>
          <a:xfrm>
            <a:off x="15" y="0"/>
            <a:ext cx="12191985" cy="4578350"/>
          </a:xfrm>
          <a:prstGeom prst="rect">
            <a:avLst/>
          </a:prstGeom>
          <a:solidFill>
            <a:schemeClr val="lt1"/>
          </a:solidFill>
          <a:ln>
            <a:noFill/>
          </a:ln>
        </p:spPr>
      </p:sp>
      <p:sp>
        <p:nvSpPr>
          <p:cNvPr id="158" name="Google Shape;158;p34"/>
          <p:cNvSpPr txBox="1"/>
          <p:nvPr>
            <p:ph type="title"/>
          </p:nvPr>
        </p:nvSpPr>
        <p:spPr>
          <a:xfrm>
            <a:off x="1097279" y="4799362"/>
            <a:ext cx="10113645" cy="743682"/>
          </a:xfrm>
          <a:prstGeom prst="rect">
            <a:avLst/>
          </a:prstGeom>
          <a:noFill/>
          <a:ln>
            <a:noFill/>
          </a:ln>
        </p:spPr>
        <p:txBody>
          <a:bodyPr anchorCtr="0" anchor="b" bIns="0" lIns="91425" spcFirstLastPara="1" rIns="91425" wrap="square" tIns="0">
            <a:noAutofit/>
          </a:bodyPr>
          <a:lstStyle>
            <a:lvl1pPr lvl="0" algn="ctr">
              <a:lnSpc>
                <a:spcPct val="90000"/>
              </a:lnSpc>
              <a:spcBef>
                <a:spcPts val="0"/>
              </a:spcBef>
              <a:spcAft>
                <a:spcPts val="0"/>
              </a:spcAft>
              <a:buClr>
                <a:srgbClr val="FFFFFF"/>
              </a:buClr>
              <a:buSzPts val="4400"/>
              <a:buFont typeface="Calibri"/>
              <a:buNone/>
              <a:defRPr b="1" sz="4400">
                <a:solidFill>
                  <a:srgbClr val="FFFFFF"/>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59" name="Google Shape;159;p34"/>
          <p:cNvSpPr txBox="1"/>
          <p:nvPr>
            <p:ph idx="1" type="body"/>
          </p:nvPr>
        </p:nvSpPr>
        <p:spPr>
          <a:xfrm>
            <a:off x="1097279" y="5715000"/>
            <a:ext cx="10113264" cy="609600"/>
          </a:xfrm>
          <a:prstGeom prst="rect">
            <a:avLst/>
          </a:prstGeom>
          <a:noFill/>
          <a:ln>
            <a:noFill/>
          </a:ln>
        </p:spPr>
        <p:txBody>
          <a:bodyPr anchorCtr="0" anchor="t" bIns="0" lIns="91425" spcFirstLastPara="1" rIns="91425" wrap="square" tIns="0">
            <a:normAutofit/>
          </a:bodyPr>
          <a:lstStyle>
            <a:lvl1pPr indent="-228600" lvl="0" marL="457200" algn="l">
              <a:lnSpc>
                <a:spcPct val="100000"/>
              </a:lnSpc>
              <a:spcBef>
                <a:spcPts val="0"/>
              </a:spcBef>
              <a:spcAft>
                <a:spcPts val="0"/>
              </a:spcAft>
              <a:buSzPts val="1800"/>
              <a:buNone/>
              <a:defRPr sz="1800">
                <a:solidFill>
                  <a:srgbClr val="FFFFFF"/>
                </a:solidFill>
              </a:defRPr>
            </a:lvl1pPr>
            <a:lvl2pPr indent="-228600" lvl="1" marL="914400" algn="l">
              <a:lnSpc>
                <a:spcPct val="100000"/>
              </a:lnSpc>
              <a:spcBef>
                <a:spcPts val="600"/>
              </a:spcBef>
              <a:spcAft>
                <a:spcPts val="0"/>
              </a:spcAft>
              <a:buSzPts val="1200"/>
              <a:buNone/>
              <a:defRPr sz="1200"/>
            </a:lvl2pPr>
            <a:lvl3pPr indent="-228600" lvl="2" marL="1371600" algn="l">
              <a:lnSpc>
                <a:spcPct val="100000"/>
              </a:lnSpc>
              <a:spcBef>
                <a:spcPts val="400"/>
              </a:spcBef>
              <a:spcAft>
                <a:spcPts val="0"/>
              </a:spcAft>
              <a:buSzPts val="1000"/>
              <a:buNone/>
              <a:defRPr sz="1000"/>
            </a:lvl3pPr>
            <a:lvl4pPr indent="-228600" lvl="3" marL="1828800" algn="l">
              <a:lnSpc>
                <a:spcPct val="100000"/>
              </a:lnSpc>
              <a:spcBef>
                <a:spcPts val="400"/>
              </a:spcBef>
              <a:spcAft>
                <a:spcPts val="0"/>
              </a:spcAft>
              <a:buSzPts val="900"/>
              <a:buNone/>
              <a:defRPr sz="900"/>
            </a:lvl4pPr>
            <a:lvl5pPr indent="-228600" lvl="4" marL="2286000" algn="l">
              <a:lnSpc>
                <a:spcPct val="100000"/>
              </a:lnSpc>
              <a:spcBef>
                <a:spcPts val="400"/>
              </a:spcBef>
              <a:spcAft>
                <a:spcPts val="0"/>
              </a:spcAft>
              <a:buSzPts val="900"/>
              <a:buNone/>
              <a:defRPr sz="900"/>
            </a:lvl5pPr>
            <a:lvl6pPr indent="-228600" lvl="5" marL="2743200" algn="l">
              <a:lnSpc>
                <a:spcPct val="90000"/>
              </a:lnSpc>
              <a:spcBef>
                <a:spcPts val="400"/>
              </a:spcBef>
              <a:spcAft>
                <a:spcPts val="0"/>
              </a:spcAft>
              <a:buSzPts val="900"/>
              <a:buNone/>
              <a:defRPr sz="900"/>
            </a:lvl6pPr>
            <a:lvl7pPr indent="-228600" lvl="6" marL="3200400" algn="l">
              <a:lnSpc>
                <a:spcPct val="90000"/>
              </a:lnSpc>
              <a:spcBef>
                <a:spcPts val="400"/>
              </a:spcBef>
              <a:spcAft>
                <a:spcPts val="0"/>
              </a:spcAft>
              <a:buSzPts val="900"/>
              <a:buNone/>
              <a:defRPr sz="900"/>
            </a:lvl7pPr>
            <a:lvl8pPr indent="-228600" lvl="7" marL="3657600" algn="l">
              <a:lnSpc>
                <a:spcPct val="90000"/>
              </a:lnSpc>
              <a:spcBef>
                <a:spcPts val="400"/>
              </a:spcBef>
              <a:spcAft>
                <a:spcPts val="0"/>
              </a:spcAft>
              <a:buSzPts val="900"/>
              <a:buNone/>
              <a:defRPr sz="900"/>
            </a:lvl8pPr>
            <a:lvl9pPr indent="-228600" lvl="8" marL="4114800" algn="l">
              <a:lnSpc>
                <a:spcPct val="90000"/>
              </a:lnSpc>
              <a:spcBef>
                <a:spcPts val="400"/>
              </a:spcBef>
              <a:spcAft>
                <a:spcPts val="400"/>
              </a:spcAft>
              <a:buSzPts val="900"/>
              <a:buNone/>
              <a:defRPr sz="900"/>
            </a:lvl9pPr>
          </a:lstStyle>
          <a:p/>
        </p:txBody>
      </p:sp>
      <p:sp>
        <p:nvSpPr>
          <p:cNvPr id="160" name="Google Shape;160;p34"/>
          <p:cNvSpPr txBox="1"/>
          <p:nvPr>
            <p:ph idx="10" type="dt"/>
          </p:nvPr>
        </p:nvSpPr>
        <p:spPr>
          <a:xfrm>
            <a:off x="6834126" y="6446838"/>
            <a:ext cx="258485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lt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61" name="Google Shape;161;p34"/>
          <p:cNvSpPr txBox="1"/>
          <p:nvPr>
            <p:ph idx="11" type="ftr"/>
          </p:nvPr>
        </p:nvSpPr>
        <p:spPr>
          <a:xfrm>
            <a:off x="1097279" y="6446838"/>
            <a:ext cx="6818262"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lt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62" name="Google Shape;162;p34"/>
          <p:cNvSpPr txBox="1"/>
          <p:nvPr>
            <p:ph idx="12" type="sldNum"/>
          </p:nvPr>
        </p:nvSpPr>
        <p:spPr>
          <a:xfrm>
            <a:off x="10375670" y="6446838"/>
            <a:ext cx="78001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lt1"/>
                </a:solidFill>
                <a:latin typeface="Calibri"/>
                <a:ea typeface="Calibri"/>
                <a:cs typeface="Calibri"/>
                <a:sym typeface="Calibri"/>
              </a:defRPr>
            </a:lvl1pPr>
            <a:lvl2pPr indent="0" lvl="1" marL="0" marR="0" rtl="0" algn="l">
              <a:spcBef>
                <a:spcPts val="0"/>
              </a:spcBef>
              <a:buNone/>
              <a:defRPr sz="1800">
                <a:solidFill>
                  <a:schemeClr val="lt1"/>
                </a:solidFill>
                <a:latin typeface="Calibri"/>
                <a:ea typeface="Calibri"/>
                <a:cs typeface="Calibri"/>
                <a:sym typeface="Calibri"/>
              </a:defRPr>
            </a:lvl2pPr>
            <a:lvl3pPr indent="0" lvl="2" marL="0" marR="0" rtl="0" algn="l">
              <a:spcBef>
                <a:spcPts val="0"/>
              </a:spcBef>
              <a:buNone/>
              <a:defRPr sz="1800">
                <a:solidFill>
                  <a:schemeClr val="lt1"/>
                </a:solidFill>
                <a:latin typeface="Calibri"/>
                <a:ea typeface="Calibri"/>
                <a:cs typeface="Calibri"/>
                <a:sym typeface="Calibri"/>
              </a:defRPr>
            </a:lvl3pPr>
            <a:lvl4pPr indent="0" lvl="3" marL="0" marR="0" rtl="0" algn="l">
              <a:spcBef>
                <a:spcPts val="0"/>
              </a:spcBef>
              <a:buNone/>
              <a:defRPr sz="1800">
                <a:solidFill>
                  <a:schemeClr val="lt1"/>
                </a:solidFill>
                <a:latin typeface="Calibri"/>
                <a:ea typeface="Calibri"/>
                <a:cs typeface="Calibri"/>
                <a:sym typeface="Calibri"/>
              </a:defRPr>
            </a:lvl4pPr>
            <a:lvl5pPr indent="0" lvl="4" marL="0" marR="0" rtl="0" algn="l">
              <a:spcBef>
                <a:spcPts val="0"/>
              </a:spcBef>
              <a:buNone/>
              <a:defRPr sz="1800">
                <a:solidFill>
                  <a:schemeClr val="lt1"/>
                </a:solidFill>
                <a:latin typeface="Calibri"/>
                <a:ea typeface="Calibri"/>
                <a:cs typeface="Calibri"/>
                <a:sym typeface="Calibri"/>
              </a:defRPr>
            </a:lvl5pPr>
            <a:lvl6pPr indent="0" lvl="5" marL="0" marR="0" rtl="0" algn="l">
              <a:spcBef>
                <a:spcPts val="0"/>
              </a:spcBef>
              <a:buNone/>
              <a:defRPr sz="1800">
                <a:solidFill>
                  <a:schemeClr val="lt1"/>
                </a:solidFill>
                <a:latin typeface="Calibri"/>
                <a:ea typeface="Calibri"/>
                <a:cs typeface="Calibri"/>
                <a:sym typeface="Calibri"/>
              </a:defRPr>
            </a:lvl6pPr>
            <a:lvl7pPr indent="0" lvl="6" marL="0" marR="0" rtl="0" algn="l">
              <a:spcBef>
                <a:spcPts val="0"/>
              </a:spcBef>
              <a:buNone/>
              <a:defRPr sz="1800">
                <a:solidFill>
                  <a:schemeClr val="lt1"/>
                </a:solidFill>
                <a:latin typeface="Calibri"/>
                <a:ea typeface="Calibri"/>
                <a:cs typeface="Calibri"/>
                <a:sym typeface="Calibri"/>
              </a:defRPr>
            </a:lvl7pPr>
            <a:lvl8pPr indent="0" lvl="7" marL="0" marR="0" rtl="0" algn="l">
              <a:spcBef>
                <a:spcPts val="0"/>
              </a:spcBef>
              <a:buNone/>
              <a:defRPr sz="1800">
                <a:solidFill>
                  <a:schemeClr val="lt1"/>
                </a:solidFill>
                <a:latin typeface="Calibri"/>
                <a:ea typeface="Calibri"/>
                <a:cs typeface="Calibri"/>
                <a:sym typeface="Calibri"/>
              </a:defRPr>
            </a:lvl8pPr>
            <a:lvl9pPr indent="0" lvl="8" marL="0" marR="0" rtl="0" algn="l">
              <a:spcBef>
                <a:spcPts val="0"/>
              </a:spcBef>
              <a:buNone/>
              <a:defRPr sz="1800">
                <a:solidFill>
                  <a:schemeClr val="lt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
        <p:nvSpPr>
          <p:cNvPr id="163" name="Google Shape;163;p34"/>
          <p:cNvSpPr/>
          <p:nvPr/>
        </p:nvSpPr>
        <p:spPr>
          <a:xfrm>
            <a:off x="3536950" y="4535901"/>
            <a:ext cx="5118100" cy="125666"/>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64" name="Shape 164"/>
        <p:cNvGrpSpPr/>
        <p:nvPr/>
      </p:nvGrpSpPr>
      <p:grpSpPr>
        <a:xfrm>
          <a:off x="0" y="0"/>
          <a:ext cx="0" cy="0"/>
          <a:chOff x="0" y="0"/>
          <a:chExt cx="0" cy="0"/>
        </a:xfrm>
      </p:grpSpPr>
      <p:sp>
        <p:nvSpPr>
          <p:cNvPr id="165" name="Google Shape;165;p35"/>
          <p:cNvSpPr txBox="1"/>
          <p:nvPr>
            <p:ph type="title"/>
          </p:nvPr>
        </p:nvSpPr>
        <p:spPr>
          <a:xfrm>
            <a:off x="0" y="0"/>
            <a:ext cx="12192000" cy="1737361"/>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rgbClr val="3F3F3F"/>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66" name="Google Shape;166;p35"/>
          <p:cNvSpPr txBox="1"/>
          <p:nvPr>
            <p:ph idx="1" type="body"/>
          </p:nvPr>
        </p:nvSpPr>
        <p:spPr>
          <a:xfrm rot="5400000">
            <a:off x="3548743" y="-1715589"/>
            <a:ext cx="5024845" cy="12122331"/>
          </a:xfrm>
          <a:prstGeom prst="rect">
            <a:avLst/>
          </a:prstGeom>
          <a:noFill/>
          <a:ln>
            <a:noFill/>
          </a:ln>
        </p:spPr>
        <p:txBody>
          <a:bodyPr anchorCtr="0" anchor="t" bIns="0" lIns="45700" spcFirstLastPara="1" rIns="45700" wrap="square" tIns="0">
            <a:normAutofit/>
          </a:bodyPr>
          <a:lstStyle>
            <a:lvl1pPr indent="-228600" lvl="0" marL="457200" algn="l">
              <a:lnSpc>
                <a:spcPct val="100000"/>
              </a:lnSpc>
              <a:spcBef>
                <a:spcPts val="1200"/>
              </a:spcBef>
              <a:spcAft>
                <a:spcPts val="0"/>
              </a:spcAft>
              <a:buSzPts val="1800"/>
              <a:buNone/>
              <a:defRPr/>
            </a:lvl1pPr>
            <a:lvl2pPr indent="-342900" lvl="1" marL="914400" algn="l">
              <a:lnSpc>
                <a:spcPct val="100000"/>
              </a:lnSpc>
              <a:spcBef>
                <a:spcPts val="200"/>
              </a:spcBef>
              <a:spcAft>
                <a:spcPts val="0"/>
              </a:spcAft>
              <a:buSzPts val="1800"/>
              <a:buChar char="▪"/>
              <a:defRPr/>
            </a:lvl2pPr>
            <a:lvl3pPr indent="-342900" lvl="2" marL="1371600" algn="l">
              <a:lnSpc>
                <a:spcPct val="100000"/>
              </a:lnSpc>
              <a:spcBef>
                <a:spcPts val="400"/>
              </a:spcBef>
              <a:spcAft>
                <a:spcPts val="0"/>
              </a:spcAft>
              <a:buSzPts val="1800"/>
              <a:buChar char="▪"/>
              <a:defRPr/>
            </a:lvl3pPr>
            <a:lvl4pPr indent="-342900" lvl="3" marL="1828800" algn="l">
              <a:lnSpc>
                <a:spcPct val="100000"/>
              </a:lnSpc>
              <a:spcBef>
                <a:spcPts val="400"/>
              </a:spcBef>
              <a:spcAft>
                <a:spcPts val="0"/>
              </a:spcAft>
              <a:buSzPts val="1800"/>
              <a:buChar char="▪"/>
              <a:defRPr/>
            </a:lvl4pPr>
            <a:lvl5pPr indent="-342900" lvl="4" marL="2286000" algn="l">
              <a:lnSpc>
                <a:spcPct val="100000"/>
              </a:lnSpc>
              <a:spcBef>
                <a:spcPts val="400"/>
              </a:spcBef>
              <a:spcAft>
                <a:spcPts val="0"/>
              </a:spcAft>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167" name="Google Shape;167;p35"/>
          <p:cNvSpPr txBox="1"/>
          <p:nvPr>
            <p:ph idx="10" type="dt"/>
          </p:nvPr>
        </p:nvSpPr>
        <p:spPr>
          <a:xfrm>
            <a:off x="6834126" y="6446838"/>
            <a:ext cx="258485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68" name="Google Shape;168;p35"/>
          <p:cNvSpPr txBox="1"/>
          <p:nvPr>
            <p:ph idx="11" type="ftr"/>
          </p:nvPr>
        </p:nvSpPr>
        <p:spPr>
          <a:xfrm>
            <a:off x="1097279" y="6446838"/>
            <a:ext cx="4846321"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69" name="Google Shape;169;p35"/>
          <p:cNvSpPr txBox="1"/>
          <p:nvPr>
            <p:ph idx="12" type="sldNum"/>
          </p:nvPr>
        </p:nvSpPr>
        <p:spPr>
          <a:xfrm>
            <a:off x="10375670" y="6446838"/>
            <a:ext cx="78001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Calibri"/>
                <a:ea typeface="Calibri"/>
                <a:cs typeface="Calibri"/>
                <a:sym typeface="Calibri"/>
              </a:defRPr>
            </a:lvl1pPr>
            <a:lvl2pPr indent="0" lvl="1" marL="0" marR="0" rtl="0" algn="l">
              <a:spcBef>
                <a:spcPts val="0"/>
              </a:spcBef>
              <a:buNone/>
              <a:defRPr sz="1800">
                <a:solidFill>
                  <a:schemeClr val="dk1"/>
                </a:solidFill>
                <a:latin typeface="Calibri"/>
                <a:ea typeface="Calibri"/>
                <a:cs typeface="Calibri"/>
                <a:sym typeface="Calibri"/>
              </a:defRPr>
            </a:lvl2pPr>
            <a:lvl3pPr indent="0" lvl="2" marL="0" marR="0" rtl="0" algn="l">
              <a:spcBef>
                <a:spcPts val="0"/>
              </a:spcBef>
              <a:buNone/>
              <a:defRPr sz="1800">
                <a:solidFill>
                  <a:schemeClr val="dk1"/>
                </a:solidFill>
                <a:latin typeface="Calibri"/>
                <a:ea typeface="Calibri"/>
                <a:cs typeface="Calibri"/>
                <a:sym typeface="Calibri"/>
              </a:defRPr>
            </a:lvl3pPr>
            <a:lvl4pPr indent="0" lvl="3" marL="0" marR="0" rtl="0" algn="l">
              <a:spcBef>
                <a:spcPts val="0"/>
              </a:spcBef>
              <a:buNone/>
              <a:defRPr sz="1800">
                <a:solidFill>
                  <a:schemeClr val="dk1"/>
                </a:solidFill>
                <a:latin typeface="Calibri"/>
                <a:ea typeface="Calibri"/>
                <a:cs typeface="Calibri"/>
                <a:sym typeface="Calibri"/>
              </a:defRPr>
            </a:lvl4pPr>
            <a:lvl5pPr indent="0" lvl="4" marL="0" marR="0" rtl="0" algn="l">
              <a:spcBef>
                <a:spcPts val="0"/>
              </a:spcBef>
              <a:buNone/>
              <a:defRPr sz="1800">
                <a:solidFill>
                  <a:schemeClr val="dk1"/>
                </a:solidFill>
                <a:latin typeface="Calibri"/>
                <a:ea typeface="Calibri"/>
                <a:cs typeface="Calibri"/>
                <a:sym typeface="Calibri"/>
              </a:defRPr>
            </a:lvl5pPr>
            <a:lvl6pPr indent="0" lvl="5" marL="0" marR="0" rtl="0" algn="l">
              <a:spcBef>
                <a:spcPts val="0"/>
              </a:spcBef>
              <a:buNone/>
              <a:defRPr sz="1800">
                <a:solidFill>
                  <a:schemeClr val="dk1"/>
                </a:solidFill>
                <a:latin typeface="Calibri"/>
                <a:ea typeface="Calibri"/>
                <a:cs typeface="Calibri"/>
                <a:sym typeface="Calibri"/>
              </a:defRPr>
            </a:lvl6pPr>
            <a:lvl7pPr indent="0" lvl="6" marL="0" marR="0" rtl="0" algn="l">
              <a:spcBef>
                <a:spcPts val="0"/>
              </a:spcBef>
              <a:buNone/>
              <a:defRPr sz="1800">
                <a:solidFill>
                  <a:schemeClr val="dk1"/>
                </a:solidFill>
                <a:latin typeface="Calibri"/>
                <a:ea typeface="Calibri"/>
                <a:cs typeface="Calibri"/>
                <a:sym typeface="Calibri"/>
              </a:defRPr>
            </a:lvl7pPr>
            <a:lvl8pPr indent="0" lvl="7" marL="0" marR="0" rtl="0" algn="l">
              <a:spcBef>
                <a:spcPts val="0"/>
              </a:spcBef>
              <a:buNone/>
              <a:defRPr sz="1800">
                <a:solidFill>
                  <a:schemeClr val="dk1"/>
                </a:solidFill>
                <a:latin typeface="Calibri"/>
                <a:ea typeface="Calibri"/>
                <a:cs typeface="Calibri"/>
                <a:sym typeface="Calibri"/>
              </a:defRPr>
            </a:lvl8pPr>
            <a:lvl9pPr indent="0" lvl="8" marL="0" marR="0" rtl="0" algn="l">
              <a:spcBef>
                <a:spcPts val="0"/>
              </a:spcBef>
              <a:buNone/>
              <a:defRPr sz="1800">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showMasterSp="0" type="vertTitleAndTx">
  <p:cSld name="VERTICAL_TITLE_AND_VERTICAL_TEXT">
    <p:spTree>
      <p:nvGrpSpPr>
        <p:cNvPr id="170" name="Shape 170"/>
        <p:cNvGrpSpPr/>
        <p:nvPr/>
      </p:nvGrpSpPr>
      <p:grpSpPr>
        <a:xfrm>
          <a:off x="0" y="0"/>
          <a:ext cx="0" cy="0"/>
          <a:chOff x="0" y="0"/>
          <a:chExt cx="0" cy="0"/>
        </a:xfrm>
      </p:grpSpPr>
      <p:sp>
        <p:nvSpPr>
          <p:cNvPr id="171" name="Google Shape;171;p36"/>
          <p:cNvSpPr txBox="1"/>
          <p:nvPr>
            <p:ph type="title"/>
          </p:nvPr>
        </p:nvSpPr>
        <p:spPr>
          <a:xfrm rot="5400000">
            <a:off x="7683554" y="2387546"/>
            <a:ext cx="4530725" cy="2448033"/>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rgbClr val="3F3F3F"/>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2" name="Google Shape;172;p36"/>
          <p:cNvSpPr txBox="1"/>
          <p:nvPr>
            <p:ph idx="1" type="body"/>
          </p:nvPr>
        </p:nvSpPr>
        <p:spPr>
          <a:xfrm rot="5400000">
            <a:off x="2566989" y="-128588"/>
            <a:ext cx="4530723" cy="7480300"/>
          </a:xfrm>
          <a:prstGeom prst="rect">
            <a:avLst/>
          </a:prstGeom>
          <a:noFill/>
          <a:ln>
            <a:noFill/>
          </a:ln>
        </p:spPr>
        <p:txBody>
          <a:bodyPr anchorCtr="0" anchor="t" bIns="0" lIns="45700" spcFirstLastPara="1" rIns="45700" wrap="square" tIns="0">
            <a:normAutofit/>
          </a:bodyPr>
          <a:lstStyle>
            <a:lvl1pPr indent="-228600" lvl="0" marL="457200" algn="l">
              <a:lnSpc>
                <a:spcPct val="100000"/>
              </a:lnSpc>
              <a:spcBef>
                <a:spcPts val="1200"/>
              </a:spcBef>
              <a:spcAft>
                <a:spcPts val="0"/>
              </a:spcAft>
              <a:buSzPts val="1800"/>
              <a:buNone/>
              <a:defRPr/>
            </a:lvl1pPr>
            <a:lvl2pPr indent="-342900" lvl="1" marL="914400" algn="l">
              <a:lnSpc>
                <a:spcPct val="100000"/>
              </a:lnSpc>
              <a:spcBef>
                <a:spcPts val="200"/>
              </a:spcBef>
              <a:spcAft>
                <a:spcPts val="0"/>
              </a:spcAft>
              <a:buSzPts val="1800"/>
              <a:buChar char="▪"/>
              <a:defRPr/>
            </a:lvl2pPr>
            <a:lvl3pPr indent="-342900" lvl="2" marL="1371600" algn="l">
              <a:lnSpc>
                <a:spcPct val="100000"/>
              </a:lnSpc>
              <a:spcBef>
                <a:spcPts val="400"/>
              </a:spcBef>
              <a:spcAft>
                <a:spcPts val="0"/>
              </a:spcAft>
              <a:buSzPts val="1800"/>
              <a:buChar char="▪"/>
              <a:defRPr/>
            </a:lvl3pPr>
            <a:lvl4pPr indent="-342900" lvl="3" marL="1828800" algn="l">
              <a:lnSpc>
                <a:spcPct val="100000"/>
              </a:lnSpc>
              <a:spcBef>
                <a:spcPts val="400"/>
              </a:spcBef>
              <a:spcAft>
                <a:spcPts val="0"/>
              </a:spcAft>
              <a:buSzPts val="1800"/>
              <a:buChar char="▪"/>
              <a:defRPr/>
            </a:lvl4pPr>
            <a:lvl5pPr indent="-342900" lvl="4" marL="2286000" algn="l">
              <a:lnSpc>
                <a:spcPct val="100000"/>
              </a:lnSpc>
              <a:spcBef>
                <a:spcPts val="400"/>
              </a:spcBef>
              <a:spcAft>
                <a:spcPts val="0"/>
              </a:spcAft>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173" name="Google Shape;173;p36"/>
          <p:cNvSpPr txBox="1"/>
          <p:nvPr>
            <p:ph idx="10" type="dt"/>
          </p:nvPr>
        </p:nvSpPr>
        <p:spPr>
          <a:xfrm>
            <a:off x="6834126" y="6446838"/>
            <a:ext cx="258485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74" name="Google Shape;174;p36"/>
          <p:cNvSpPr txBox="1"/>
          <p:nvPr>
            <p:ph idx="11" type="ftr"/>
          </p:nvPr>
        </p:nvSpPr>
        <p:spPr>
          <a:xfrm>
            <a:off x="1097279" y="6446838"/>
            <a:ext cx="4846321"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75" name="Google Shape;175;p36"/>
          <p:cNvSpPr txBox="1"/>
          <p:nvPr>
            <p:ph idx="12" type="sldNum"/>
          </p:nvPr>
        </p:nvSpPr>
        <p:spPr>
          <a:xfrm>
            <a:off x="10375670" y="6446838"/>
            <a:ext cx="78001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Calibri"/>
                <a:ea typeface="Calibri"/>
                <a:cs typeface="Calibri"/>
                <a:sym typeface="Calibri"/>
              </a:defRPr>
            </a:lvl1pPr>
            <a:lvl2pPr indent="0" lvl="1" marL="0" marR="0" rtl="0" algn="l">
              <a:spcBef>
                <a:spcPts val="0"/>
              </a:spcBef>
              <a:buNone/>
              <a:defRPr sz="1800">
                <a:solidFill>
                  <a:schemeClr val="dk1"/>
                </a:solidFill>
                <a:latin typeface="Calibri"/>
                <a:ea typeface="Calibri"/>
                <a:cs typeface="Calibri"/>
                <a:sym typeface="Calibri"/>
              </a:defRPr>
            </a:lvl2pPr>
            <a:lvl3pPr indent="0" lvl="2" marL="0" marR="0" rtl="0" algn="l">
              <a:spcBef>
                <a:spcPts val="0"/>
              </a:spcBef>
              <a:buNone/>
              <a:defRPr sz="1800">
                <a:solidFill>
                  <a:schemeClr val="dk1"/>
                </a:solidFill>
                <a:latin typeface="Calibri"/>
                <a:ea typeface="Calibri"/>
                <a:cs typeface="Calibri"/>
                <a:sym typeface="Calibri"/>
              </a:defRPr>
            </a:lvl3pPr>
            <a:lvl4pPr indent="0" lvl="3" marL="0" marR="0" rtl="0" algn="l">
              <a:spcBef>
                <a:spcPts val="0"/>
              </a:spcBef>
              <a:buNone/>
              <a:defRPr sz="1800">
                <a:solidFill>
                  <a:schemeClr val="dk1"/>
                </a:solidFill>
                <a:latin typeface="Calibri"/>
                <a:ea typeface="Calibri"/>
                <a:cs typeface="Calibri"/>
                <a:sym typeface="Calibri"/>
              </a:defRPr>
            </a:lvl4pPr>
            <a:lvl5pPr indent="0" lvl="4" marL="0" marR="0" rtl="0" algn="l">
              <a:spcBef>
                <a:spcPts val="0"/>
              </a:spcBef>
              <a:buNone/>
              <a:defRPr sz="1800">
                <a:solidFill>
                  <a:schemeClr val="dk1"/>
                </a:solidFill>
                <a:latin typeface="Calibri"/>
                <a:ea typeface="Calibri"/>
                <a:cs typeface="Calibri"/>
                <a:sym typeface="Calibri"/>
              </a:defRPr>
            </a:lvl5pPr>
            <a:lvl6pPr indent="0" lvl="5" marL="0" marR="0" rtl="0" algn="l">
              <a:spcBef>
                <a:spcPts val="0"/>
              </a:spcBef>
              <a:buNone/>
              <a:defRPr sz="1800">
                <a:solidFill>
                  <a:schemeClr val="dk1"/>
                </a:solidFill>
                <a:latin typeface="Calibri"/>
                <a:ea typeface="Calibri"/>
                <a:cs typeface="Calibri"/>
                <a:sym typeface="Calibri"/>
              </a:defRPr>
            </a:lvl6pPr>
            <a:lvl7pPr indent="0" lvl="6" marL="0" marR="0" rtl="0" algn="l">
              <a:spcBef>
                <a:spcPts val="0"/>
              </a:spcBef>
              <a:buNone/>
              <a:defRPr sz="1800">
                <a:solidFill>
                  <a:schemeClr val="dk1"/>
                </a:solidFill>
                <a:latin typeface="Calibri"/>
                <a:ea typeface="Calibri"/>
                <a:cs typeface="Calibri"/>
                <a:sym typeface="Calibri"/>
              </a:defRPr>
            </a:lvl7pPr>
            <a:lvl8pPr indent="0" lvl="7" marL="0" marR="0" rtl="0" algn="l">
              <a:spcBef>
                <a:spcPts val="0"/>
              </a:spcBef>
              <a:buNone/>
              <a:defRPr sz="1800">
                <a:solidFill>
                  <a:schemeClr val="dk1"/>
                </a:solidFill>
                <a:latin typeface="Calibri"/>
                <a:ea typeface="Calibri"/>
                <a:cs typeface="Calibri"/>
                <a:sym typeface="Calibri"/>
              </a:defRPr>
            </a:lvl8pPr>
            <a:lvl9pPr indent="0" lvl="8" marL="0" marR="0" rtl="0" algn="l">
              <a:spcBef>
                <a:spcPts val="0"/>
              </a:spcBef>
              <a:buNone/>
              <a:defRPr sz="1800">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
        <p:nvSpPr>
          <p:cNvPr id="176" name="Google Shape;176;p36"/>
          <p:cNvSpPr/>
          <p:nvPr/>
        </p:nvSpPr>
        <p:spPr>
          <a:xfrm rot="-5400000">
            <a:off x="8871481" y="-146580"/>
            <a:ext cx="1036320" cy="1329481"/>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19.xml"/><Relationship Id="rId11" Type="http://schemas.openxmlformats.org/officeDocument/2006/relationships/slideLayout" Target="../slideLayouts/slideLayout10.xml"/><Relationship Id="rId22" Type="http://schemas.openxmlformats.org/officeDocument/2006/relationships/theme" Target="../theme/theme1.xml"/><Relationship Id="rId10" Type="http://schemas.openxmlformats.org/officeDocument/2006/relationships/slideLayout" Target="../slideLayouts/slideLayout9.xml"/><Relationship Id="rId21" Type="http://schemas.openxmlformats.org/officeDocument/2006/relationships/slideLayout" Target="../slideLayouts/slideLayout20.xml"/><Relationship Id="rId13" Type="http://schemas.openxmlformats.org/officeDocument/2006/relationships/slideLayout" Target="../slideLayouts/slideLayout12.xml"/><Relationship Id="rId12" Type="http://schemas.openxmlformats.org/officeDocument/2006/relationships/slideLayout" Target="../slideLayouts/slideLayout11.xml"/><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15" Type="http://schemas.openxmlformats.org/officeDocument/2006/relationships/slideLayout" Target="../slideLayouts/slideLayout14.xml"/><Relationship Id="rId14" Type="http://schemas.openxmlformats.org/officeDocument/2006/relationships/slideLayout" Target="../slideLayouts/slideLayout13.xml"/><Relationship Id="rId17" Type="http://schemas.openxmlformats.org/officeDocument/2006/relationships/slideLayout" Target="../slideLayouts/slideLayout16.xml"/><Relationship Id="rId16" Type="http://schemas.openxmlformats.org/officeDocument/2006/relationships/slideLayout" Target="../slideLayouts/slideLayout15.xml"/><Relationship Id="rId5" Type="http://schemas.openxmlformats.org/officeDocument/2006/relationships/slideLayout" Target="../slideLayouts/slideLayout4.xml"/><Relationship Id="rId19" Type="http://schemas.openxmlformats.org/officeDocument/2006/relationships/slideLayout" Target="../slideLayouts/slideLayout18.xml"/><Relationship Id="rId6" Type="http://schemas.openxmlformats.org/officeDocument/2006/relationships/slideLayout" Target="../slideLayouts/slideLayout5.xml"/><Relationship Id="rId18" Type="http://schemas.openxmlformats.org/officeDocument/2006/relationships/slideLayout" Target="../slideLayouts/slideLayout17.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6"/>
          <p:cNvSpPr/>
          <p:nvPr/>
        </p:nvSpPr>
        <p:spPr>
          <a:xfrm>
            <a:off x="4667250" y="0"/>
            <a:ext cx="2857500" cy="6858000"/>
          </a:xfrm>
          <a:prstGeom prst="parallelogram">
            <a:avLst>
              <a:gd fmla="val 0" name="adj"/>
            </a:avLst>
          </a:prstGeom>
          <a:solidFill>
            <a:srgbClr val="F2F2F2">
              <a:alpha val="29803"/>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1" name="Google Shape;11;p16"/>
          <p:cNvSpPr txBox="1"/>
          <p:nvPr>
            <p:ph type="title"/>
          </p:nvPr>
        </p:nvSpPr>
        <p:spPr>
          <a:xfrm>
            <a:off x="0" y="0"/>
            <a:ext cx="12192000" cy="1737361"/>
          </a:xfrm>
          <a:prstGeom prst="rect">
            <a:avLst/>
          </a:prstGeom>
          <a:noFill/>
          <a:ln>
            <a:noFill/>
          </a:ln>
        </p:spPr>
        <p:txBody>
          <a:bodyPr anchorCtr="0" anchor="b" bIns="45700" lIns="91425" spcFirstLastPara="1" rIns="91425" wrap="square" tIns="45700">
            <a:normAutofit/>
          </a:bodyPr>
          <a:lstStyle>
            <a:lvl1pPr lvl="0" marR="0" rtl="0" algn="l">
              <a:lnSpc>
                <a:spcPct val="90000"/>
              </a:lnSpc>
              <a:spcBef>
                <a:spcPts val="0"/>
              </a:spcBef>
              <a:spcAft>
                <a:spcPts val="0"/>
              </a:spcAft>
              <a:buClr>
                <a:srgbClr val="3F3F3F"/>
              </a:buClr>
              <a:buSzPts val="4800"/>
              <a:buFont typeface="Calibri"/>
              <a:buNone/>
              <a:defRPr b="1" i="0" sz="4800" u="none" cap="none" strike="noStrike">
                <a:solidFill>
                  <a:srgbClr val="3F3F3F"/>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2" name="Google Shape;12;p16"/>
          <p:cNvSpPr txBox="1"/>
          <p:nvPr>
            <p:ph idx="1" type="body"/>
          </p:nvPr>
        </p:nvSpPr>
        <p:spPr>
          <a:xfrm>
            <a:off x="0" y="1833154"/>
            <a:ext cx="12122331" cy="5024845"/>
          </a:xfrm>
          <a:prstGeom prst="rect">
            <a:avLst/>
          </a:prstGeom>
          <a:noFill/>
          <a:ln>
            <a:noFill/>
          </a:ln>
        </p:spPr>
        <p:txBody>
          <a:bodyPr anchorCtr="0" anchor="t" bIns="45700" lIns="0" spcFirstLastPara="1" rIns="0" wrap="square" tIns="45700">
            <a:normAutofit/>
          </a:bodyPr>
          <a:lstStyle>
            <a:lvl1pPr indent="-228600" lvl="0" marL="457200" marR="0" rtl="0" algn="l">
              <a:lnSpc>
                <a:spcPct val="100000"/>
              </a:lnSpc>
              <a:spcBef>
                <a:spcPts val="1200"/>
              </a:spcBef>
              <a:spcAft>
                <a:spcPts val="0"/>
              </a:spcAft>
              <a:buClr>
                <a:schemeClr val="accent1"/>
              </a:buClr>
              <a:buSzPts val="2000"/>
              <a:buFont typeface="Noto Sans Symbols"/>
              <a:buNone/>
              <a:defRPr b="0" i="0" sz="2000" u="none" cap="none" strike="noStrike">
                <a:solidFill>
                  <a:srgbClr val="3F3F3F"/>
                </a:solidFill>
                <a:latin typeface="Cambria"/>
                <a:ea typeface="Cambria"/>
                <a:cs typeface="Cambria"/>
                <a:sym typeface="Cambria"/>
              </a:defRPr>
            </a:lvl1pPr>
            <a:lvl2pPr indent="-342900" lvl="1" marL="914400" marR="0" rtl="0" algn="l">
              <a:lnSpc>
                <a:spcPct val="100000"/>
              </a:lnSpc>
              <a:spcBef>
                <a:spcPts val="200"/>
              </a:spcBef>
              <a:spcAft>
                <a:spcPts val="0"/>
              </a:spcAft>
              <a:buClr>
                <a:schemeClr val="accent1"/>
              </a:buClr>
              <a:buSzPts val="1800"/>
              <a:buFont typeface="Noto Sans Symbols"/>
              <a:buChar char="▪"/>
              <a:defRPr b="0" i="0" sz="1800" u="none" cap="none" strike="noStrike">
                <a:solidFill>
                  <a:srgbClr val="3F3F3F"/>
                </a:solidFill>
                <a:latin typeface="Calibri"/>
                <a:ea typeface="Calibri"/>
                <a:cs typeface="Calibri"/>
                <a:sym typeface="Calibri"/>
              </a:defRPr>
            </a:lvl2pPr>
            <a:lvl3pPr indent="-317500" lvl="2" marL="1371600" marR="0" rtl="0" algn="l">
              <a:lnSpc>
                <a:spcPct val="100000"/>
              </a:lnSpc>
              <a:spcBef>
                <a:spcPts val="400"/>
              </a:spcBef>
              <a:spcAft>
                <a:spcPts val="0"/>
              </a:spcAft>
              <a:buClr>
                <a:schemeClr val="accent1"/>
              </a:buClr>
              <a:buSzPts val="1400"/>
              <a:buFont typeface="Noto Sans Symbols"/>
              <a:buChar char="▪"/>
              <a:defRPr b="0" i="0" sz="1400" u="none" cap="none" strike="noStrike">
                <a:solidFill>
                  <a:srgbClr val="3F3F3F"/>
                </a:solidFill>
                <a:latin typeface="Calibri"/>
                <a:ea typeface="Calibri"/>
                <a:cs typeface="Calibri"/>
                <a:sym typeface="Calibri"/>
              </a:defRPr>
            </a:lvl3pPr>
            <a:lvl4pPr indent="-317500" lvl="3" marL="1828800" marR="0" rtl="0" algn="l">
              <a:lnSpc>
                <a:spcPct val="100000"/>
              </a:lnSpc>
              <a:spcBef>
                <a:spcPts val="400"/>
              </a:spcBef>
              <a:spcAft>
                <a:spcPts val="0"/>
              </a:spcAft>
              <a:buClr>
                <a:schemeClr val="accent1"/>
              </a:buClr>
              <a:buSzPts val="1400"/>
              <a:buFont typeface="Noto Sans Symbols"/>
              <a:buChar char="▪"/>
              <a:defRPr b="0" i="0" sz="1400" u="none" cap="none" strike="noStrike">
                <a:solidFill>
                  <a:srgbClr val="3F3F3F"/>
                </a:solidFill>
                <a:latin typeface="Calibri"/>
                <a:ea typeface="Calibri"/>
                <a:cs typeface="Calibri"/>
                <a:sym typeface="Calibri"/>
              </a:defRPr>
            </a:lvl4pPr>
            <a:lvl5pPr indent="-317500" lvl="4" marL="2286000" marR="0" rtl="0" algn="l">
              <a:lnSpc>
                <a:spcPct val="100000"/>
              </a:lnSpc>
              <a:spcBef>
                <a:spcPts val="400"/>
              </a:spcBef>
              <a:spcAft>
                <a:spcPts val="0"/>
              </a:spcAft>
              <a:buClr>
                <a:schemeClr val="accent1"/>
              </a:buClr>
              <a:buSzPts val="1400"/>
              <a:buFont typeface="Noto Sans Symbols"/>
              <a:buChar char="▪"/>
              <a:defRPr b="0" i="0" sz="1400" u="none" cap="none" strike="noStrike">
                <a:solidFill>
                  <a:srgbClr val="3F3F3F"/>
                </a:solidFill>
                <a:latin typeface="Calibri"/>
                <a:ea typeface="Calibri"/>
                <a:cs typeface="Calibri"/>
                <a:sym typeface="Calibri"/>
              </a:defRPr>
            </a:lvl5pPr>
            <a:lvl6pPr indent="-317500" lvl="5" marL="2743200" marR="0" rtl="0" algn="l">
              <a:lnSpc>
                <a:spcPct val="90000"/>
              </a:lnSpc>
              <a:spcBef>
                <a:spcPts val="400"/>
              </a:spcBef>
              <a:spcAft>
                <a:spcPts val="0"/>
              </a:spcAft>
              <a:buClr>
                <a:schemeClr val="accent1"/>
              </a:buClr>
              <a:buSzPts val="1400"/>
              <a:buFont typeface="Calibri"/>
              <a:buChar char="◦"/>
              <a:defRPr b="0" i="0" sz="1400" u="none" cap="none" strike="noStrike">
                <a:solidFill>
                  <a:srgbClr val="3F3F3F"/>
                </a:solidFill>
                <a:latin typeface="Calibri"/>
                <a:ea typeface="Calibri"/>
                <a:cs typeface="Calibri"/>
                <a:sym typeface="Calibri"/>
              </a:defRPr>
            </a:lvl6pPr>
            <a:lvl7pPr indent="-317500" lvl="6" marL="3200400" marR="0" rtl="0" algn="l">
              <a:lnSpc>
                <a:spcPct val="90000"/>
              </a:lnSpc>
              <a:spcBef>
                <a:spcPts val="400"/>
              </a:spcBef>
              <a:spcAft>
                <a:spcPts val="0"/>
              </a:spcAft>
              <a:buClr>
                <a:schemeClr val="accent1"/>
              </a:buClr>
              <a:buSzPts val="1400"/>
              <a:buFont typeface="Calibri"/>
              <a:buChar char="◦"/>
              <a:defRPr b="0" i="0" sz="1400" u="none" cap="none" strike="noStrike">
                <a:solidFill>
                  <a:srgbClr val="3F3F3F"/>
                </a:solidFill>
                <a:latin typeface="Calibri"/>
                <a:ea typeface="Calibri"/>
                <a:cs typeface="Calibri"/>
                <a:sym typeface="Calibri"/>
              </a:defRPr>
            </a:lvl7pPr>
            <a:lvl8pPr indent="-317500" lvl="7" marL="3657600" marR="0" rtl="0" algn="l">
              <a:lnSpc>
                <a:spcPct val="90000"/>
              </a:lnSpc>
              <a:spcBef>
                <a:spcPts val="400"/>
              </a:spcBef>
              <a:spcAft>
                <a:spcPts val="0"/>
              </a:spcAft>
              <a:buClr>
                <a:schemeClr val="accent1"/>
              </a:buClr>
              <a:buSzPts val="1400"/>
              <a:buFont typeface="Calibri"/>
              <a:buChar char="◦"/>
              <a:defRPr b="0" i="0" sz="1400" u="none" cap="none" strike="noStrike">
                <a:solidFill>
                  <a:srgbClr val="3F3F3F"/>
                </a:solidFill>
                <a:latin typeface="Calibri"/>
                <a:ea typeface="Calibri"/>
                <a:cs typeface="Calibri"/>
                <a:sym typeface="Calibri"/>
              </a:defRPr>
            </a:lvl8pPr>
            <a:lvl9pPr indent="-317500" lvl="8" marL="4114800" marR="0" rtl="0" algn="l">
              <a:lnSpc>
                <a:spcPct val="90000"/>
              </a:lnSpc>
              <a:spcBef>
                <a:spcPts val="400"/>
              </a:spcBef>
              <a:spcAft>
                <a:spcPts val="400"/>
              </a:spcAft>
              <a:buClr>
                <a:schemeClr val="accent1"/>
              </a:buClr>
              <a:buSzPts val="1400"/>
              <a:buFont typeface="Calibri"/>
              <a:buChar char="◦"/>
              <a:defRPr b="0" i="0" sz="1400" u="none" cap="none" strike="noStrike">
                <a:solidFill>
                  <a:srgbClr val="3F3F3F"/>
                </a:solidFill>
                <a:latin typeface="Calibri"/>
                <a:ea typeface="Calibri"/>
                <a:cs typeface="Calibri"/>
                <a:sym typeface="Calibri"/>
              </a:defRPr>
            </a:lvl9pPr>
          </a:lstStyle>
          <a:p/>
        </p:txBody>
      </p:sp>
      <p:pic>
        <p:nvPicPr>
          <p:cNvPr id="13" name="Google Shape;13;p16"/>
          <p:cNvPicPr preferRelativeResize="0"/>
          <p:nvPr/>
        </p:nvPicPr>
        <p:blipFill rotWithShape="1">
          <a:blip r:embed="rId1">
            <a:alphaModFix/>
          </a:blip>
          <a:srcRect b="0" l="0" r="0" t="0"/>
          <a:stretch/>
        </p:blipFill>
        <p:spPr>
          <a:xfrm>
            <a:off x="104503" y="-95794"/>
            <a:ext cx="12087497" cy="1833155"/>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 name="Shape 181"/>
        <p:cNvGrpSpPr/>
        <p:nvPr/>
      </p:nvGrpSpPr>
      <p:grpSpPr>
        <a:xfrm>
          <a:off x="0" y="0"/>
          <a:ext cx="0" cy="0"/>
          <a:chOff x="0" y="0"/>
          <a:chExt cx="0" cy="0"/>
        </a:xfrm>
      </p:grpSpPr>
      <p:sp>
        <p:nvSpPr>
          <p:cNvPr id="182" name="Google Shape;182;p1"/>
          <p:cNvSpPr txBox="1"/>
          <p:nvPr>
            <p:ph type="ctrTitle"/>
          </p:nvPr>
        </p:nvSpPr>
        <p:spPr>
          <a:xfrm>
            <a:off x="6629399" y="696686"/>
            <a:ext cx="5144589" cy="3289780"/>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rgbClr val="FF0000"/>
              </a:buClr>
              <a:buSzPts val="6000"/>
              <a:buFont typeface="Calibri"/>
              <a:buNone/>
            </a:pPr>
            <a:r>
              <a:rPr lang="en-US">
                <a:solidFill>
                  <a:srgbClr val="FF0000"/>
                </a:solidFill>
              </a:rPr>
              <a:t>PROBABILITY</a:t>
            </a:r>
            <a:endParaRPr>
              <a:solidFill>
                <a:srgbClr val="FF0000"/>
              </a:solidFill>
            </a:endParaRPr>
          </a:p>
        </p:txBody>
      </p:sp>
      <p:sp>
        <p:nvSpPr>
          <p:cNvPr id="183" name="Google Shape;183;p1"/>
          <p:cNvSpPr txBox="1"/>
          <p:nvPr>
            <p:ph idx="1" type="subTitle"/>
          </p:nvPr>
        </p:nvSpPr>
        <p:spPr>
          <a:xfrm>
            <a:off x="6632171" y="4508500"/>
            <a:ext cx="4526280" cy="1279652"/>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0"/>
              </a:spcBef>
              <a:spcAft>
                <a:spcPts val="0"/>
              </a:spcAft>
              <a:buSzPts val="2400"/>
              <a:buNone/>
            </a:pPr>
            <a:r>
              <a:rPr lang="en-US">
                <a:latin typeface="Calibri"/>
                <a:ea typeface="Calibri"/>
                <a:cs typeface="Calibri"/>
                <a:sym typeface="Calibri"/>
              </a:rPr>
              <a:t>VIGNESH M</a:t>
            </a:r>
            <a:endParaRPr>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p4"/>
          <p:cNvSpPr txBox="1"/>
          <p:nvPr>
            <p:ph type="title"/>
          </p:nvPr>
        </p:nvSpPr>
        <p:spPr>
          <a:xfrm>
            <a:off x="0" y="0"/>
            <a:ext cx="12192000" cy="1737361"/>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rgbClr val="3F3F3F"/>
              </a:buClr>
              <a:buSzPts val="4800"/>
              <a:buFont typeface="Calibri"/>
              <a:buNone/>
            </a:pPr>
            <a:r>
              <a:t/>
            </a:r>
            <a:endParaRPr/>
          </a:p>
        </p:txBody>
      </p:sp>
      <p:sp>
        <p:nvSpPr>
          <p:cNvPr id="189" name="Google Shape;189;p4"/>
          <p:cNvSpPr txBox="1"/>
          <p:nvPr>
            <p:ph idx="1" type="body"/>
          </p:nvPr>
        </p:nvSpPr>
        <p:spPr>
          <a:xfrm>
            <a:off x="0" y="1833154"/>
            <a:ext cx="12122331" cy="5024845"/>
          </a:xfrm>
          <a:prstGeom prst="rect">
            <a:avLst/>
          </a:prstGeom>
          <a:noFill/>
          <a:ln>
            <a:noFill/>
          </a:ln>
        </p:spPr>
        <p:txBody>
          <a:bodyPr anchorCtr="0" anchor="t" bIns="45700" lIns="0" spcFirstLastPara="1" rIns="0" wrap="square" tIns="45700">
            <a:normAutofit/>
          </a:bodyPr>
          <a:lstStyle/>
          <a:p>
            <a:pPr indent="0" lvl="0" marL="0" rtl="0" algn="l">
              <a:lnSpc>
                <a:spcPct val="100000"/>
              </a:lnSpc>
              <a:spcBef>
                <a:spcPts val="1400"/>
              </a:spcBef>
              <a:spcAft>
                <a:spcPts val="0"/>
              </a:spcAft>
              <a:buSzPts val="2000"/>
              <a:buNone/>
            </a:pPr>
            <a:r>
              <a:rPr lang="en-US"/>
              <a:t>1.A card is drawn from a well-shuffled deck of 52 cards. What is the probability that it is a queen ?</a:t>
            </a:r>
            <a:endParaRPr/>
          </a:p>
          <a:p>
            <a:pPr indent="0" lvl="0" marL="0" rtl="0" algn="l">
              <a:lnSpc>
                <a:spcPct val="100000"/>
              </a:lnSpc>
              <a:spcBef>
                <a:spcPts val="1400"/>
              </a:spcBef>
              <a:spcAft>
                <a:spcPts val="0"/>
              </a:spcAft>
              <a:buSzPts val="2000"/>
              <a:buNone/>
            </a:pPr>
            <a:r>
              <a:rPr lang="en-US"/>
              <a:t>(a) 1/52  (b) 1/13  (c) 1/4  (d) ⅛</a:t>
            </a:r>
            <a:endParaRPr/>
          </a:p>
          <a:p>
            <a:pPr indent="0" lvl="0" marL="0" rtl="0" algn="l">
              <a:lnSpc>
                <a:spcPct val="100000"/>
              </a:lnSpc>
              <a:spcBef>
                <a:spcPts val="1400"/>
              </a:spcBef>
              <a:spcAft>
                <a:spcPts val="0"/>
              </a:spcAft>
              <a:buSzPts val="2000"/>
              <a:buNone/>
            </a:pPr>
            <a:r>
              <a:rPr lang="en-US"/>
              <a:t>2.</a:t>
            </a:r>
            <a:r>
              <a:rPr lang="en-US"/>
              <a:t>A card is drawn from a well-shuffled deck of 52 cards. What is the probability that it is a face cards ?</a:t>
            </a:r>
            <a:endParaRPr/>
          </a:p>
          <a:p>
            <a:pPr indent="0" lvl="0" marL="0" rtl="0" algn="l">
              <a:spcBef>
                <a:spcPts val="0"/>
              </a:spcBef>
              <a:spcAft>
                <a:spcPts val="0"/>
              </a:spcAft>
              <a:buSzPts val="2000"/>
              <a:buNone/>
            </a:pPr>
            <a:r>
              <a:t/>
            </a:r>
            <a:endParaRPr/>
          </a:p>
          <a:p>
            <a:pPr indent="0" lvl="0" marL="0" rtl="0" algn="l">
              <a:spcBef>
                <a:spcPts val="0"/>
              </a:spcBef>
              <a:spcAft>
                <a:spcPts val="0"/>
              </a:spcAft>
              <a:buClr>
                <a:schemeClr val="dk1"/>
              </a:buClr>
              <a:buSzPts val="2000"/>
              <a:buFont typeface="Arial"/>
              <a:buNone/>
            </a:pPr>
            <a:r>
              <a:rPr lang="en-US"/>
              <a:t>3</a:t>
            </a:r>
            <a:r>
              <a:rPr lang="en-US"/>
              <a:t>.From a well-shuffled pack of 52 cards, a card is drawn at random. Find the probability of its being a king or a queen(a) 2/13(b) 1/5(c) 1/10(d) 2/7 </a:t>
            </a:r>
            <a:endParaRPr/>
          </a:p>
          <a:p>
            <a:pPr indent="0" lvl="0" marL="0" rtl="0" algn="l">
              <a:spcBef>
                <a:spcPts val="1400"/>
              </a:spcBef>
              <a:spcAft>
                <a:spcPts val="0"/>
              </a:spcAft>
              <a:buSzPts val="2000"/>
              <a:buNone/>
            </a:pPr>
            <a:r>
              <a:t/>
            </a:r>
            <a:endParaRPr/>
          </a:p>
          <a:p>
            <a:pPr indent="0" lvl="0" marL="0" rtl="0" algn="l">
              <a:spcBef>
                <a:spcPts val="1400"/>
              </a:spcBef>
              <a:spcAft>
                <a:spcPts val="0"/>
              </a:spcAft>
              <a:buClr>
                <a:schemeClr val="dk1"/>
              </a:buClr>
              <a:buSzPts val="2000"/>
              <a:buFont typeface="Arial"/>
              <a:buNone/>
            </a:pPr>
            <a:r>
              <a:rPr lang="en-US"/>
              <a:t> 4.The probability of getting a king and a queen  When two cards are drawn from a pack of 52 cards is: (a) 8/663 (b) 19/66  (c) 4/663 (d) 37/66</a:t>
            </a:r>
            <a:endParaRPr/>
          </a:p>
          <a:p>
            <a:pPr indent="0" lvl="0" marL="0" rtl="0" algn="l">
              <a:lnSpc>
                <a:spcPct val="100000"/>
              </a:lnSpc>
              <a:spcBef>
                <a:spcPts val="1400"/>
              </a:spcBef>
              <a:spcAft>
                <a:spcPts val="0"/>
              </a:spcAft>
              <a:buSzPts val="2000"/>
              <a:buNone/>
            </a:pPr>
            <a:r>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3" name="Shape 193"/>
        <p:cNvGrpSpPr/>
        <p:nvPr/>
      </p:nvGrpSpPr>
      <p:grpSpPr>
        <a:xfrm>
          <a:off x="0" y="0"/>
          <a:ext cx="0" cy="0"/>
          <a:chOff x="0" y="0"/>
          <a:chExt cx="0" cy="0"/>
        </a:xfrm>
      </p:grpSpPr>
      <p:sp>
        <p:nvSpPr>
          <p:cNvPr id="194" name="Google Shape;194;p9"/>
          <p:cNvSpPr txBox="1"/>
          <p:nvPr>
            <p:ph type="title"/>
          </p:nvPr>
        </p:nvSpPr>
        <p:spPr>
          <a:xfrm>
            <a:off x="0" y="0"/>
            <a:ext cx="12192000" cy="1737361"/>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rgbClr val="3F3F3F"/>
              </a:buClr>
              <a:buSzPts val="4800"/>
              <a:buFont typeface="Calibri"/>
              <a:buNone/>
            </a:pPr>
            <a:r>
              <a:t/>
            </a:r>
            <a:endParaRPr/>
          </a:p>
        </p:txBody>
      </p:sp>
      <p:sp>
        <p:nvSpPr>
          <p:cNvPr id="195" name="Google Shape;195;p9"/>
          <p:cNvSpPr txBox="1"/>
          <p:nvPr>
            <p:ph idx="1" type="body"/>
          </p:nvPr>
        </p:nvSpPr>
        <p:spPr>
          <a:xfrm>
            <a:off x="0" y="1833154"/>
            <a:ext cx="12122331" cy="5024845"/>
          </a:xfrm>
          <a:prstGeom prst="rect">
            <a:avLst/>
          </a:prstGeom>
          <a:noFill/>
          <a:ln>
            <a:noFill/>
          </a:ln>
        </p:spPr>
        <p:txBody>
          <a:bodyPr anchorCtr="0" anchor="t" bIns="45700" lIns="0" spcFirstLastPara="1" rIns="0" wrap="square" tIns="45700">
            <a:normAutofit/>
          </a:bodyPr>
          <a:lstStyle/>
          <a:p>
            <a:pPr indent="0" lvl="0" marL="0" rtl="0" algn="l">
              <a:lnSpc>
                <a:spcPct val="100000"/>
              </a:lnSpc>
              <a:spcBef>
                <a:spcPts val="0"/>
              </a:spcBef>
              <a:spcAft>
                <a:spcPts val="0"/>
              </a:spcAft>
              <a:buSzPts val="2000"/>
              <a:buNone/>
            </a:pPr>
            <a:r>
              <a:rPr lang="en-US"/>
              <a:t>5. Out of 5 girls and 3 boys, 4 children are to be Selected for a quiz contest. What is the probability that all are girls?</a:t>
            </a:r>
            <a:endParaRPr/>
          </a:p>
          <a:p>
            <a:pPr indent="0" lvl="0" marL="0" rtl="0" algn="l">
              <a:lnSpc>
                <a:spcPct val="100000"/>
              </a:lnSpc>
              <a:spcBef>
                <a:spcPts val="1400"/>
              </a:spcBef>
              <a:spcAft>
                <a:spcPts val="0"/>
              </a:spcAft>
              <a:buSzPts val="2000"/>
              <a:buNone/>
            </a:pPr>
            <a:r>
              <a:rPr lang="en-US"/>
              <a:t>(a) 1/14 (b) 1/7 (c) 5/17 (d) 2/17   </a:t>
            </a:r>
            <a:endParaRPr/>
          </a:p>
          <a:p>
            <a:pPr indent="0" lvl="0" marL="0" rtl="0" algn="l">
              <a:lnSpc>
                <a:spcPct val="100000"/>
              </a:lnSpc>
              <a:spcBef>
                <a:spcPts val="1400"/>
              </a:spcBef>
              <a:spcAft>
                <a:spcPts val="0"/>
              </a:spcAft>
              <a:buSzPts val="2000"/>
              <a:buNone/>
            </a:pPr>
            <a:r>
              <a:t/>
            </a:r>
            <a:endParaRPr/>
          </a:p>
          <a:p>
            <a:pPr indent="0" lvl="0" marL="0" rtl="0" algn="l">
              <a:lnSpc>
                <a:spcPct val="100000"/>
              </a:lnSpc>
              <a:spcBef>
                <a:spcPts val="1400"/>
              </a:spcBef>
              <a:spcAft>
                <a:spcPts val="0"/>
              </a:spcAft>
              <a:buSzPts val="2000"/>
              <a:buNone/>
            </a:pPr>
            <a:r>
              <a:rPr lang="en-US"/>
              <a:t>6. A box contains 3 red and 4 green marbles. If three marbles are picked at random. What is the probability that two are green and one is red ? </a:t>
            </a:r>
            <a:endParaRPr/>
          </a:p>
          <a:p>
            <a:pPr indent="0" lvl="0" marL="0" rtl="0" algn="l">
              <a:lnSpc>
                <a:spcPct val="100000"/>
              </a:lnSpc>
              <a:spcBef>
                <a:spcPts val="1400"/>
              </a:spcBef>
              <a:spcAft>
                <a:spcPts val="0"/>
              </a:spcAft>
              <a:buSzPts val="2000"/>
              <a:buNone/>
            </a:pPr>
            <a:r>
              <a:rPr lang="en-US"/>
              <a:t>(a) 18/35 (b) 4/21 (c) 3/7  (d)5/14</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9" name="Shape 199"/>
        <p:cNvGrpSpPr/>
        <p:nvPr/>
      </p:nvGrpSpPr>
      <p:grpSpPr>
        <a:xfrm>
          <a:off x="0" y="0"/>
          <a:ext cx="0" cy="0"/>
          <a:chOff x="0" y="0"/>
          <a:chExt cx="0" cy="0"/>
        </a:xfrm>
      </p:grpSpPr>
      <p:sp>
        <p:nvSpPr>
          <p:cNvPr id="200" name="Google Shape;200;p7"/>
          <p:cNvSpPr txBox="1"/>
          <p:nvPr>
            <p:ph type="title"/>
          </p:nvPr>
        </p:nvSpPr>
        <p:spPr>
          <a:xfrm>
            <a:off x="0" y="0"/>
            <a:ext cx="12192000" cy="1737361"/>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rgbClr val="3F3F3F"/>
              </a:buClr>
              <a:buSzPts val="4800"/>
              <a:buFont typeface="Calibri"/>
              <a:buNone/>
            </a:pPr>
            <a:r>
              <a:t/>
            </a:r>
            <a:endParaRPr/>
          </a:p>
        </p:txBody>
      </p:sp>
      <p:sp>
        <p:nvSpPr>
          <p:cNvPr id="201" name="Google Shape;201;p7"/>
          <p:cNvSpPr txBox="1"/>
          <p:nvPr>
            <p:ph idx="1" type="body"/>
          </p:nvPr>
        </p:nvSpPr>
        <p:spPr>
          <a:xfrm>
            <a:off x="0" y="1833154"/>
            <a:ext cx="12122331" cy="5024845"/>
          </a:xfrm>
          <a:prstGeom prst="rect">
            <a:avLst/>
          </a:prstGeom>
          <a:noFill/>
          <a:ln>
            <a:noFill/>
          </a:ln>
        </p:spPr>
        <p:txBody>
          <a:bodyPr anchorCtr="0" anchor="t" bIns="45700" lIns="0" spcFirstLastPara="1" rIns="0" wrap="square" tIns="45700">
            <a:normAutofit/>
          </a:bodyPr>
          <a:lstStyle/>
          <a:p>
            <a:pPr indent="0" lvl="0" marL="0" rtl="0" algn="l">
              <a:spcBef>
                <a:spcPts val="0"/>
              </a:spcBef>
              <a:spcAft>
                <a:spcPts val="0"/>
              </a:spcAft>
              <a:buClr>
                <a:schemeClr val="dk1"/>
              </a:buClr>
              <a:buSzPts val="2000"/>
              <a:buFont typeface="Arial"/>
              <a:buNone/>
            </a:pPr>
            <a:r>
              <a:rPr lang="en-US"/>
              <a:t>6. A bag contains 3 blue, 2 green and 5 red balls. If four balls are picked at random, what is the probability that two are green and two are blue?  </a:t>
            </a:r>
            <a:endParaRPr/>
          </a:p>
          <a:p>
            <a:pPr indent="0" lvl="0" marL="0" rtl="0" algn="l">
              <a:spcBef>
                <a:spcPts val="1400"/>
              </a:spcBef>
              <a:spcAft>
                <a:spcPts val="0"/>
              </a:spcAft>
              <a:buClr>
                <a:schemeClr val="dk1"/>
              </a:buClr>
              <a:buSzPts val="2000"/>
              <a:buFont typeface="Arial"/>
              <a:buNone/>
            </a:pPr>
            <a:r>
              <a:rPr lang="en-US"/>
              <a:t>(a) 1/18 (b) 1/70 (c) 3/5 (d) 1/2  </a:t>
            </a:r>
            <a:endParaRPr/>
          </a:p>
          <a:p>
            <a:pPr indent="0" lvl="0" marL="0" rtl="0" algn="l">
              <a:spcBef>
                <a:spcPts val="1400"/>
              </a:spcBef>
              <a:spcAft>
                <a:spcPts val="0"/>
              </a:spcAft>
              <a:buClr>
                <a:schemeClr val="dk1"/>
              </a:buClr>
              <a:buSzPts val="2000"/>
              <a:buFont typeface="Arial"/>
              <a:buNone/>
            </a:pPr>
            <a:r>
              <a:t/>
            </a:r>
            <a:endParaRPr/>
          </a:p>
          <a:p>
            <a:pPr indent="0" lvl="0" marL="0" rtl="0" algn="l">
              <a:spcBef>
                <a:spcPts val="1400"/>
              </a:spcBef>
              <a:spcAft>
                <a:spcPts val="0"/>
              </a:spcAft>
              <a:buClr>
                <a:schemeClr val="dk1"/>
              </a:buClr>
              <a:buSzPts val="2000"/>
              <a:buFont typeface="Arial"/>
              <a:buNone/>
            </a:pPr>
            <a:r>
              <a:rPr lang="en-US"/>
              <a:t>7. A  bag contains 13 white and 7 black balls. Two balls are drawn at random.  What is the probability that they are of the same colour?  </a:t>
            </a:r>
            <a:endParaRPr/>
          </a:p>
          <a:p>
            <a:pPr indent="0" lvl="0" marL="0" rtl="0" algn="l">
              <a:spcBef>
                <a:spcPts val="1400"/>
              </a:spcBef>
              <a:spcAft>
                <a:spcPts val="0"/>
              </a:spcAft>
              <a:buClr>
                <a:schemeClr val="dk1"/>
              </a:buClr>
              <a:buSzPts val="2000"/>
              <a:buFont typeface="Arial"/>
              <a:buNone/>
            </a:pPr>
            <a:r>
              <a:rPr lang="en-US"/>
              <a:t>(a) 21/190(b) 41/190  (c) 59/190  (d) 99/190 </a:t>
            </a:r>
            <a:endParaRPr/>
          </a:p>
          <a:p>
            <a:pPr indent="0" lvl="0" marL="0" rtl="0" algn="l">
              <a:spcBef>
                <a:spcPts val="1400"/>
              </a:spcBef>
              <a:spcAft>
                <a:spcPts val="0"/>
              </a:spcAft>
              <a:buSzPts val="2000"/>
              <a:buNone/>
            </a:pPr>
            <a:r>
              <a:t/>
            </a:r>
            <a:endParaRPr/>
          </a:p>
          <a:p>
            <a:pPr indent="0" lvl="0" marL="0" rtl="0" algn="l">
              <a:spcBef>
                <a:spcPts val="1400"/>
              </a:spcBef>
              <a:spcAft>
                <a:spcPts val="0"/>
              </a:spcAft>
              <a:buClr>
                <a:schemeClr val="dk1"/>
              </a:buClr>
              <a:buSzPts val="2000"/>
              <a:buFont typeface="Arial"/>
              <a:buNone/>
            </a:pPr>
            <a:r>
              <a:rPr lang="en-US"/>
              <a:t>8.There are 6 red balls and 4 yellow balls in a bag. Two balls are simultaneously drawn at random. What is the probability that both the balls are of same colour?  </a:t>
            </a:r>
            <a:endParaRPr/>
          </a:p>
          <a:p>
            <a:pPr indent="0" lvl="0" marL="0" rtl="0" algn="l">
              <a:spcBef>
                <a:spcPts val="1400"/>
              </a:spcBef>
              <a:spcAft>
                <a:spcPts val="0"/>
              </a:spcAft>
              <a:buClr>
                <a:schemeClr val="dk1"/>
              </a:buClr>
              <a:buSzPts val="2000"/>
              <a:buFont typeface="Arial"/>
              <a:buNone/>
            </a:pPr>
            <a:r>
              <a:rPr lang="en-US"/>
              <a:t>(a) 7/15  (b) 5/12 (c) 7/11 (d) 7/8</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5" name="Shape 205"/>
        <p:cNvGrpSpPr/>
        <p:nvPr/>
      </p:nvGrpSpPr>
      <p:grpSpPr>
        <a:xfrm>
          <a:off x="0" y="0"/>
          <a:ext cx="0" cy="0"/>
          <a:chOff x="0" y="0"/>
          <a:chExt cx="0" cy="0"/>
        </a:xfrm>
      </p:grpSpPr>
      <p:sp>
        <p:nvSpPr>
          <p:cNvPr id="206" name="Google Shape;206;p10"/>
          <p:cNvSpPr txBox="1"/>
          <p:nvPr>
            <p:ph type="title"/>
          </p:nvPr>
        </p:nvSpPr>
        <p:spPr>
          <a:xfrm>
            <a:off x="0" y="0"/>
            <a:ext cx="12192000" cy="1737361"/>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rgbClr val="3F3F3F"/>
              </a:buClr>
              <a:buSzPts val="4800"/>
              <a:buFont typeface="Calibri"/>
              <a:buNone/>
            </a:pPr>
            <a:r>
              <a:t/>
            </a:r>
            <a:endParaRPr/>
          </a:p>
        </p:txBody>
      </p:sp>
      <p:sp>
        <p:nvSpPr>
          <p:cNvPr id="207" name="Google Shape;207;p10"/>
          <p:cNvSpPr txBox="1"/>
          <p:nvPr>
            <p:ph idx="1" type="body"/>
          </p:nvPr>
        </p:nvSpPr>
        <p:spPr>
          <a:xfrm>
            <a:off x="0" y="1833154"/>
            <a:ext cx="12122331" cy="5024845"/>
          </a:xfrm>
          <a:prstGeom prst="rect">
            <a:avLst/>
          </a:prstGeom>
          <a:noFill/>
          <a:ln>
            <a:noFill/>
          </a:ln>
        </p:spPr>
        <p:txBody>
          <a:bodyPr anchorCtr="0" anchor="t" bIns="45700" lIns="0" spcFirstLastPara="1" rIns="0" wrap="square" tIns="45700">
            <a:normAutofit lnSpcReduction="10000"/>
          </a:bodyPr>
          <a:lstStyle/>
          <a:p>
            <a:pPr indent="0" lvl="0" marL="0" rtl="0" algn="l">
              <a:spcBef>
                <a:spcPts val="0"/>
              </a:spcBef>
              <a:spcAft>
                <a:spcPts val="0"/>
              </a:spcAft>
              <a:buClr>
                <a:schemeClr val="dk1"/>
              </a:buClr>
              <a:buSzPts val="2000"/>
              <a:buFont typeface="Arial"/>
              <a:buNone/>
            </a:pPr>
            <a:r>
              <a:rPr lang="en-US"/>
              <a:t>A bag contains 4 red balls, 6 blue balls and 8 Pink bails. One ball is drawn at random and replace with 3 pink balls. A probability that the first ball drawn was either red or blue in colour and the second ball drawn was pink in colour? </a:t>
            </a:r>
            <a:endParaRPr/>
          </a:p>
          <a:p>
            <a:pPr indent="0" lvl="0" marL="0" rtl="0" algn="l">
              <a:spcBef>
                <a:spcPts val="1400"/>
              </a:spcBef>
              <a:spcAft>
                <a:spcPts val="0"/>
              </a:spcAft>
              <a:buClr>
                <a:schemeClr val="dk1"/>
              </a:buClr>
              <a:buSzPts val="2000"/>
              <a:buFont typeface="Arial"/>
              <a:buNone/>
            </a:pPr>
            <a:r>
              <a:rPr lang="en-US"/>
              <a:t>(a) 12/21      (b) 13/17     (c) 11/36     (d) 11/18  </a:t>
            </a:r>
            <a:endParaRPr/>
          </a:p>
          <a:p>
            <a:pPr indent="0" lvl="0" marL="0" rtl="0" algn="l">
              <a:spcBef>
                <a:spcPts val="1400"/>
              </a:spcBef>
              <a:spcAft>
                <a:spcPts val="0"/>
              </a:spcAft>
              <a:buClr>
                <a:schemeClr val="dk1"/>
              </a:buClr>
              <a:buSzPts val="2000"/>
              <a:buFont typeface="Arial"/>
              <a:buNone/>
            </a:pPr>
            <a:r>
              <a:t/>
            </a:r>
            <a:endParaRPr/>
          </a:p>
          <a:p>
            <a:pPr indent="0" lvl="0" marL="0" rtl="0" algn="l">
              <a:spcBef>
                <a:spcPts val="1400"/>
              </a:spcBef>
              <a:spcAft>
                <a:spcPts val="0"/>
              </a:spcAft>
              <a:buClr>
                <a:schemeClr val="dk1"/>
              </a:buClr>
              <a:buSzPts val="2000"/>
              <a:buFont typeface="Arial"/>
              <a:buNone/>
            </a:pPr>
            <a:r>
              <a:rPr lang="en-US"/>
              <a:t>A bag there are 3 magenta balls, 5 green balls and 7 blue balls, 2 balls are drawn on by one without replacement. If the first balls comes out to be of magenta colour, then 8 more magenta coloured balls are added to bag. Find the probability that both the balls drawn are of magenta colour. </a:t>
            </a:r>
            <a:endParaRPr/>
          </a:p>
          <a:p>
            <a:pPr indent="0" lvl="0" marL="0" rtl="0" algn="l">
              <a:spcBef>
                <a:spcPts val="1400"/>
              </a:spcBef>
              <a:spcAft>
                <a:spcPts val="0"/>
              </a:spcAft>
              <a:buClr>
                <a:schemeClr val="dk1"/>
              </a:buClr>
              <a:buSzPts val="2000"/>
              <a:buFont typeface="Arial"/>
              <a:buNone/>
            </a:pPr>
            <a:r>
              <a:rPr lang="en-US"/>
              <a:t>(a) 1/35 (b) 2/11 (c) 1/11 (d) 2/23 </a:t>
            </a:r>
            <a:endParaRPr/>
          </a:p>
          <a:p>
            <a:pPr indent="0" lvl="0" marL="0" rtl="0" algn="l">
              <a:lnSpc>
                <a:spcPct val="100000"/>
              </a:lnSpc>
              <a:spcBef>
                <a:spcPts val="1400"/>
              </a:spcBef>
              <a:spcAft>
                <a:spcPts val="0"/>
              </a:spcAft>
              <a:buSzPts val="2000"/>
              <a:buNone/>
            </a:pPr>
            <a:r>
              <a:t/>
            </a:r>
            <a:endParaRPr/>
          </a:p>
          <a:p>
            <a:pPr indent="0" lvl="0" marL="0" rtl="0" algn="l">
              <a:lnSpc>
                <a:spcPct val="100000"/>
              </a:lnSpc>
              <a:spcBef>
                <a:spcPts val="1400"/>
              </a:spcBef>
              <a:spcAft>
                <a:spcPts val="0"/>
              </a:spcAft>
              <a:buSzPts val="2000"/>
              <a:buNone/>
            </a:pPr>
            <a:r>
              <a:rPr lang="en-US"/>
              <a:t>A bag contains 5 red balls, 7 yellow balls and 3 pink balls. If the two balls are drawn at random from the bag, one after another, what is the probability that the first ball is red and the second ball is yellow? 4</a:t>
            </a:r>
            <a:endParaRPr/>
          </a:p>
          <a:p>
            <a:pPr indent="0" lvl="0" marL="0" rtl="0" algn="l">
              <a:lnSpc>
                <a:spcPct val="100000"/>
              </a:lnSpc>
              <a:spcBef>
                <a:spcPts val="1400"/>
              </a:spcBef>
              <a:spcAft>
                <a:spcPts val="0"/>
              </a:spcAft>
              <a:buSzPts val="2000"/>
              <a:buNone/>
            </a:pPr>
            <a:r>
              <a:rPr lang="en-US"/>
              <a:t>(a) 5/12 (b) 3/8  (c) 1/4 (d) 1/6</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1" name="Shape 211"/>
        <p:cNvGrpSpPr/>
        <p:nvPr/>
      </p:nvGrpSpPr>
      <p:grpSpPr>
        <a:xfrm>
          <a:off x="0" y="0"/>
          <a:ext cx="0" cy="0"/>
          <a:chOff x="0" y="0"/>
          <a:chExt cx="0" cy="0"/>
        </a:xfrm>
      </p:grpSpPr>
      <p:sp>
        <p:nvSpPr>
          <p:cNvPr id="212" name="Google Shape;212;p11"/>
          <p:cNvSpPr txBox="1"/>
          <p:nvPr>
            <p:ph type="title"/>
          </p:nvPr>
        </p:nvSpPr>
        <p:spPr>
          <a:xfrm>
            <a:off x="0" y="0"/>
            <a:ext cx="12192000" cy="1737361"/>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rgbClr val="3F3F3F"/>
              </a:buClr>
              <a:buSzPts val="4800"/>
              <a:buFont typeface="Calibri"/>
              <a:buNone/>
            </a:pPr>
            <a:r>
              <a:t/>
            </a:r>
            <a:endParaRPr/>
          </a:p>
        </p:txBody>
      </p:sp>
      <p:sp>
        <p:nvSpPr>
          <p:cNvPr id="213" name="Google Shape;213;p11"/>
          <p:cNvSpPr txBox="1"/>
          <p:nvPr>
            <p:ph idx="1" type="body"/>
          </p:nvPr>
        </p:nvSpPr>
        <p:spPr>
          <a:xfrm>
            <a:off x="0" y="1833154"/>
            <a:ext cx="12122331" cy="5024845"/>
          </a:xfrm>
          <a:prstGeom prst="rect">
            <a:avLst/>
          </a:prstGeom>
          <a:noFill/>
          <a:ln>
            <a:noFill/>
          </a:ln>
        </p:spPr>
        <p:txBody>
          <a:bodyPr anchorCtr="0" anchor="t" bIns="45700" lIns="0" spcFirstLastPara="1" rIns="0" wrap="square" tIns="45700">
            <a:normAutofit/>
          </a:bodyPr>
          <a:lstStyle/>
          <a:p>
            <a:pPr indent="0" lvl="0" marL="0" rtl="0" algn="l">
              <a:lnSpc>
                <a:spcPct val="100000"/>
              </a:lnSpc>
              <a:spcBef>
                <a:spcPts val="0"/>
              </a:spcBef>
              <a:spcAft>
                <a:spcPts val="0"/>
              </a:spcAft>
              <a:buSzPts val="2000"/>
              <a:buNone/>
            </a:pPr>
            <a:r>
              <a:rPr lang="en-US"/>
              <a:t>12.A bag contains 4 red balls, 6 blue balls and 8 Pink bails. One ball is drawn at random and replace with 3 pink balls. A probability that the first ball drawn was either red or blue in colour and the second ball drawn was pink in colour? </a:t>
            </a:r>
            <a:endParaRPr/>
          </a:p>
          <a:p>
            <a:pPr indent="0" lvl="0" marL="0" rtl="0" algn="l">
              <a:lnSpc>
                <a:spcPct val="100000"/>
              </a:lnSpc>
              <a:spcBef>
                <a:spcPts val="1400"/>
              </a:spcBef>
              <a:spcAft>
                <a:spcPts val="0"/>
              </a:spcAft>
              <a:buSzPts val="2000"/>
              <a:buNone/>
            </a:pPr>
            <a:r>
              <a:rPr lang="en-US"/>
              <a:t>(a) 12/21      (b) 13/17     (c) 11/36     (d) 11/18  </a:t>
            </a:r>
            <a:endParaRPr/>
          </a:p>
          <a:p>
            <a:pPr indent="0" lvl="0" marL="0" rtl="0" algn="l">
              <a:lnSpc>
                <a:spcPct val="100000"/>
              </a:lnSpc>
              <a:spcBef>
                <a:spcPts val="1400"/>
              </a:spcBef>
              <a:spcAft>
                <a:spcPts val="0"/>
              </a:spcAft>
              <a:buSzPts val="2000"/>
              <a:buNone/>
            </a:pPr>
            <a:r>
              <a:t/>
            </a:r>
            <a:endParaRPr/>
          </a:p>
          <a:p>
            <a:pPr indent="0" lvl="0" marL="0" rtl="0" algn="l">
              <a:lnSpc>
                <a:spcPct val="100000"/>
              </a:lnSpc>
              <a:spcBef>
                <a:spcPts val="1400"/>
              </a:spcBef>
              <a:spcAft>
                <a:spcPts val="0"/>
              </a:spcAft>
              <a:buSzPts val="2000"/>
              <a:buNone/>
            </a:pPr>
            <a:r>
              <a:rPr lang="en-US"/>
              <a:t>13. A bag there are 3 magenta balls, 5 green balls and 7 blue balls, 2 balls are drawn on by one without replacement. If the first balls comes out to be of magenta colour, then 8 more magenta coloured balls are added to bag. Find the probability that both the balls drawn are of magenta colour. </a:t>
            </a:r>
            <a:endParaRPr/>
          </a:p>
          <a:p>
            <a:pPr indent="0" lvl="0" marL="0" rtl="0" algn="l">
              <a:lnSpc>
                <a:spcPct val="100000"/>
              </a:lnSpc>
              <a:spcBef>
                <a:spcPts val="1400"/>
              </a:spcBef>
              <a:spcAft>
                <a:spcPts val="0"/>
              </a:spcAft>
              <a:buSzPts val="2000"/>
              <a:buNone/>
            </a:pPr>
            <a:r>
              <a:rPr lang="en-US"/>
              <a:t>(a) 1/35 (b) 2/11 (c) 1/11 (d) 2/23 </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 name="Shape 217"/>
        <p:cNvGrpSpPr/>
        <p:nvPr/>
      </p:nvGrpSpPr>
      <p:grpSpPr>
        <a:xfrm>
          <a:off x="0" y="0"/>
          <a:ext cx="0" cy="0"/>
          <a:chOff x="0" y="0"/>
          <a:chExt cx="0" cy="0"/>
        </a:xfrm>
      </p:grpSpPr>
      <p:sp>
        <p:nvSpPr>
          <p:cNvPr id="218" name="Google Shape;218;p2"/>
          <p:cNvSpPr txBox="1"/>
          <p:nvPr>
            <p:ph type="title"/>
          </p:nvPr>
        </p:nvSpPr>
        <p:spPr>
          <a:xfrm>
            <a:off x="0" y="0"/>
            <a:ext cx="12192000" cy="1737361"/>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rgbClr val="3F3F3F"/>
              </a:buClr>
              <a:buSzPts val="4800"/>
              <a:buFont typeface="Calibri"/>
              <a:buNone/>
            </a:pPr>
            <a:r>
              <a:t/>
            </a:r>
            <a:endParaRPr/>
          </a:p>
        </p:txBody>
      </p:sp>
      <p:sp>
        <p:nvSpPr>
          <p:cNvPr id="219" name="Google Shape;219;p2"/>
          <p:cNvSpPr txBox="1"/>
          <p:nvPr>
            <p:ph idx="1" type="body"/>
          </p:nvPr>
        </p:nvSpPr>
        <p:spPr>
          <a:xfrm>
            <a:off x="0" y="1833154"/>
            <a:ext cx="12122331" cy="5024845"/>
          </a:xfrm>
          <a:prstGeom prst="rect">
            <a:avLst/>
          </a:prstGeom>
          <a:noFill/>
          <a:ln>
            <a:noFill/>
          </a:ln>
        </p:spPr>
        <p:txBody>
          <a:bodyPr anchorCtr="0" anchor="t" bIns="45700" lIns="0" spcFirstLastPara="1" rIns="0" wrap="square" tIns="45700">
            <a:normAutofit fontScale="92500" lnSpcReduction="20000"/>
          </a:bodyPr>
          <a:lstStyle/>
          <a:p>
            <a:pPr indent="0" lvl="0" marL="0" rtl="0" algn="l">
              <a:lnSpc>
                <a:spcPct val="100000"/>
              </a:lnSpc>
              <a:spcBef>
                <a:spcPts val="0"/>
              </a:spcBef>
              <a:spcAft>
                <a:spcPts val="0"/>
              </a:spcAft>
              <a:buSzPct val="100000"/>
              <a:buNone/>
            </a:pPr>
            <a:r>
              <a:rPr lang="en-US"/>
              <a:t>14.If four dice are thrown together, then what is the probability that the sum of the numbers appearing on them is 25? </a:t>
            </a:r>
            <a:endParaRPr/>
          </a:p>
          <a:p>
            <a:pPr indent="-447675" lvl="0" marL="457200" rtl="0" algn="l">
              <a:lnSpc>
                <a:spcPct val="100000"/>
              </a:lnSpc>
              <a:spcBef>
                <a:spcPts val="1400"/>
              </a:spcBef>
              <a:spcAft>
                <a:spcPts val="0"/>
              </a:spcAft>
              <a:buSzPct val="100000"/>
              <a:buAutoNum type="alphaLcParenBoth"/>
            </a:pPr>
            <a:r>
              <a:rPr lang="en-US"/>
              <a:t>0 (b) 1/2  (c) 1 (d) 1/1296 </a:t>
            </a:r>
            <a:endParaRPr/>
          </a:p>
          <a:p>
            <a:pPr indent="-330200" lvl="0" marL="457200" rtl="0" algn="l">
              <a:lnSpc>
                <a:spcPct val="100000"/>
              </a:lnSpc>
              <a:spcBef>
                <a:spcPts val="1400"/>
              </a:spcBef>
              <a:spcAft>
                <a:spcPts val="0"/>
              </a:spcAft>
              <a:buSzPct val="100000"/>
              <a:buNone/>
            </a:pPr>
            <a:r>
              <a:t/>
            </a:r>
            <a:endParaRPr/>
          </a:p>
          <a:p>
            <a:pPr indent="0" lvl="0" marL="0" rtl="0" algn="l">
              <a:lnSpc>
                <a:spcPct val="100000"/>
              </a:lnSpc>
              <a:spcBef>
                <a:spcPts val="1400"/>
              </a:spcBef>
              <a:spcAft>
                <a:spcPts val="0"/>
              </a:spcAft>
              <a:buSzPct val="100000"/>
              <a:buNone/>
            </a:pPr>
            <a:r>
              <a:rPr lang="en-US"/>
              <a:t>15. A die is tossed twice. What is the probability of getting a sum of 10?  </a:t>
            </a:r>
            <a:endParaRPr/>
          </a:p>
          <a:p>
            <a:pPr indent="0" lvl="0" marL="0" rtl="0" algn="l">
              <a:lnSpc>
                <a:spcPct val="100000"/>
              </a:lnSpc>
              <a:spcBef>
                <a:spcPts val="1400"/>
              </a:spcBef>
              <a:spcAft>
                <a:spcPts val="0"/>
              </a:spcAft>
              <a:buSzPct val="100000"/>
              <a:buNone/>
            </a:pPr>
            <a:r>
              <a:rPr lang="en-US"/>
              <a:t>(a) 1/18  (b) 1/6  (c) 1/12  (d) 5/12</a:t>
            </a:r>
            <a:endParaRPr/>
          </a:p>
          <a:p>
            <a:pPr indent="0" lvl="0" marL="0" rtl="0" algn="l">
              <a:lnSpc>
                <a:spcPct val="100000"/>
              </a:lnSpc>
              <a:spcBef>
                <a:spcPts val="1400"/>
              </a:spcBef>
              <a:spcAft>
                <a:spcPts val="0"/>
              </a:spcAft>
              <a:buSzPct val="100000"/>
              <a:buNone/>
            </a:pPr>
            <a:r>
              <a:t/>
            </a:r>
            <a:endParaRPr/>
          </a:p>
          <a:p>
            <a:pPr indent="0" lvl="0" marL="0" rtl="0" algn="l">
              <a:lnSpc>
                <a:spcPct val="100000"/>
              </a:lnSpc>
              <a:spcBef>
                <a:spcPts val="1400"/>
              </a:spcBef>
              <a:spcAft>
                <a:spcPts val="0"/>
              </a:spcAft>
              <a:buSzPct val="100000"/>
              <a:buNone/>
            </a:pPr>
            <a:r>
              <a:rPr lang="en-US"/>
              <a:t> </a:t>
            </a:r>
            <a:r>
              <a:rPr lang="en-US"/>
              <a:t>16.If two dice are thrown, then what is the probability that the sum on the two faces is greater than or equal to 4? (a) 13/18 (b) 5/6 (c) 11/12 (d) 35/36 </a:t>
            </a:r>
            <a:endParaRPr/>
          </a:p>
          <a:p>
            <a:pPr indent="0" lvl="0" marL="0" rtl="0" algn="l">
              <a:spcBef>
                <a:spcPts val="1400"/>
              </a:spcBef>
              <a:spcAft>
                <a:spcPts val="0"/>
              </a:spcAft>
              <a:buClr>
                <a:schemeClr val="dk1"/>
              </a:buClr>
              <a:buSzPct val="100000"/>
              <a:buFont typeface="Arial"/>
              <a:buNone/>
            </a:pPr>
            <a:r>
              <a:t/>
            </a:r>
            <a:endParaRPr/>
          </a:p>
          <a:p>
            <a:pPr indent="0" lvl="0" marL="0" rtl="0" algn="l">
              <a:spcBef>
                <a:spcPts val="1400"/>
              </a:spcBef>
              <a:spcAft>
                <a:spcPts val="0"/>
              </a:spcAft>
              <a:buClr>
                <a:schemeClr val="dk1"/>
              </a:buClr>
              <a:buSzPct val="100000"/>
              <a:buFont typeface="Arial"/>
              <a:buNone/>
            </a:pPr>
            <a:r>
              <a:t/>
            </a:r>
            <a:endParaRPr/>
          </a:p>
          <a:p>
            <a:pPr indent="0" lvl="0" marL="0" rtl="0" algn="l">
              <a:spcBef>
                <a:spcPts val="0"/>
              </a:spcBef>
              <a:spcAft>
                <a:spcPts val="0"/>
              </a:spcAft>
              <a:buClr>
                <a:schemeClr val="dk1"/>
              </a:buClr>
              <a:buSzPct val="100000"/>
              <a:buFont typeface="Arial"/>
              <a:buNone/>
            </a:pPr>
            <a:r>
              <a:rPr lang="en-US"/>
              <a:t>17. A coin is tossed three times. What is  the probability of getting head and tail alternately?  </a:t>
            </a:r>
            <a:endParaRPr/>
          </a:p>
          <a:p>
            <a:pPr indent="0" lvl="0" marL="0" rtl="0" algn="l">
              <a:spcBef>
                <a:spcPts val="1400"/>
              </a:spcBef>
              <a:spcAft>
                <a:spcPts val="0"/>
              </a:spcAft>
              <a:buClr>
                <a:schemeClr val="dk1"/>
              </a:buClr>
              <a:buSzPct val="100000"/>
              <a:buFont typeface="Arial"/>
              <a:buNone/>
            </a:pPr>
            <a:r>
              <a:rPr lang="en-US"/>
              <a:t>(a) 1/8 (b) 1/4  (c) 1/2  (d) 3/4 </a:t>
            </a:r>
            <a:endParaRPr/>
          </a:p>
          <a:p>
            <a:pPr indent="0" lvl="0" marL="0" rtl="0" algn="l">
              <a:lnSpc>
                <a:spcPct val="100000"/>
              </a:lnSpc>
              <a:spcBef>
                <a:spcPts val="1400"/>
              </a:spcBef>
              <a:spcAft>
                <a:spcPts val="0"/>
              </a:spcAft>
              <a:buSzPct val="100000"/>
              <a:buNone/>
            </a:pPr>
            <a:r>
              <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3" name="Shape 223"/>
        <p:cNvGrpSpPr/>
        <p:nvPr/>
      </p:nvGrpSpPr>
      <p:grpSpPr>
        <a:xfrm>
          <a:off x="0" y="0"/>
          <a:ext cx="0" cy="0"/>
          <a:chOff x="0" y="0"/>
          <a:chExt cx="0" cy="0"/>
        </a:xfrm>
      </p:grpSpPr>
      <p:sp>
        <p:nvSpPr>
          <p:cNvPr id="224" name="Google Shape;224;p3"/>
          <p:cNvSpPr txBox="1"/>
          <p:nvPr>
            <p:ph type="title"/>
          </p:nvPr>
        </p:nvSpPr>
        <p:spPr>
          <a:xfrm>
            <a:off x="0" y="0"/>
            <a:ext cx="12192000" cy="1737361"/>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rgbClr val="3F3F3F"/>
              </a:buClr>
              <a:buSzPts val="4800"/>
              <a:buFont typeface="Calibri"/>
              <a:buNone/>
            </a:pPr>
            <a:r>
              <a:t/>
            </a:r>
            <a:endParaRPr/>
          </a:p>
        </p:txBody>
      </p:sp>
      <p:sp>
        <p:nvSpPr>
          <p:cNvPr id="225" name="Google Shape;225;p3"/>
          <p:cNvSpPr txBox="1"/>
          <p:nvPr>
            <p:ph idx="1" type="body"/>
          </p:nvPr>
        </p:nvSpPr>
        <p:spPr>
          <a:xfrm>
            <a:off x="0" y="1833154"/>
            <a:ext cx="12122331" cy="5024845"/>
          </a:xfrm>
          <a:prstGeom prst="rect">
            <a:avLst/>
          </a:prstGeom>
          <a:noFill/>
          <a:ln>
            <a:noFill/>
          </a:ln>
        </p:spPr>
        <p:txBody>
          <a:bodyPr anchorCtr="0" anchor="t" bIns="45700" lIns="0" spcFirstLastPara="1" rIns="0" wrap="square" tIns="45700">
            <a:normAutofit/>
          </a:bodyPr>
          <a:lstStyle/>
          <a:p>
            <a:pPr indent="0" lvl="0" marL="0" rtl="0" algn="l">
              <a:lnSpc>
                <a:spcPct val="100000"/>
              </a:lnSpc>
              <a:spcBef>
                <a:spcPts val="0"/>
              </a:spcBef>
              <a:spcAft>
                <a:spcPts val="0"/>
              </a:spcAft>
              <a:buSzPts val="2000"/>
              <a:buNone/>
            </a:pPr>
            <a:r>
              <a:rPr lang="en-US"/>
              <a:t>16.If two dice are thrown, then what is the probability that the sum on the two faces is greater than or equal to 4? (a) 13/18 (b) 5/6 (c) 11/12 (d) 35/36 </a:t>
            </a:r>
            <a:endParaRPr/>
          </a:p>
          <a:p>
            <a:pPr indent="0" lvl="0" marL="0" rtl="0" algn="l">
              <a:lnSpc>
                <a:spcPct val="100000"/>
              </a:lnSpc>
              <a:spcBef>
                <a:spcPts val="1400"/>
              </a:spcBef>
              <a:spcAft>
                <a:spcPts val="0"/>
              </a:spcAft>
              <a:buSzPts val="2000"/>
              <a:buNone/>
            </a:pPr>
            <a:r>
              <a:t/>
            </a:r>
            <a:endParaRPr/>
          </a:p>
          <a:p>
            <a:pPr indent="0" lvl="0" marL="0" rtl="0" algn="l">
              <a:lnSpc>
                <a:spcPct val="100000"/>
              </a:lnSpc>
              <a:spcBef>
                <a:spcPts val="1400"/>
              </a:spcBef>
              <a:spcAft>
                <a:spcPts val="0"/>
              </a:spcAft>
              <a:buSzPts val="2000"/>
              <a:buNone/>
            </a:pPr>
            <a:r>
              <a:t/>
            </a:r>
            <a:endParaRPr/>
          </a:p>
          <a:p>
            <a:pPr indent="0" lvl="0" marL="0" rtl="0" algn="l">
              <a:spcBef>
                <a:spcPts val="0"/>
              </a:spcBef>
              <a:spcAft>
                <a:spcPts val="0"/>
              </a:spcAft>
              <a:buClr>
                <a:schemeClr val="dk1"/>
              </a:buClr>
              <a:buSzPts val="2000"/>
              <a:buFont typeface="Arial"/>
              <a:buNone/>
            </a:pPr>
            <a:r>
              <a:rPr lang="en-US"/>
              <a:t>17</a:t>
            </a:r>
            <a:r>
              <a:rPr lang="en-US"/>
              <a:t>. A coin is tossed three times. What is  the probability of getting head and tail alternately?  </a:t>
            </a:r>
            <a:endParaRPr/>
          </a:p>
          <a:p>
            <a:pPr indent="0" lvl="0" marL="0" rtl="0" algn="l">
              <a:spcBef>
                <a:spcPts val="1400"/>
              </a:spcBef>
              <a:spcAft>
                <a:spcPts val="0"/>
              </a:spcAft>
              <a:buClr>
                <a:schemeClr val="dk1"/>
              </a:buClr>
              <a:buSzPts val="2000"/>
              <a:buFont typeface="Arial"/>
              <a:buNone/>
            </a:pPr>
            <a:r>
              <a:rPr lang="en-US"/>
              <a:t>(a) 1/8 (b) 1/4  (c) 1/2  (d) 3/4 </a:t>
            </a:r>
            <a:endParaRPr/>
          </a:p>
          <a:p>
            <a:pPr indent="0" lvl="0" marL="0" rtl="0" algn="l">
              <a:spcBef>
                <a:spcPts val="1400"/>
              </a:spcBef>
              <a:spcAft>
                <a:spcPts val="0"/>
              </a:spcAft>
              <a:buClr>
                <a:schemeClr val="dk1"/>
              </a:buClr>
              <a:buSzPts val="2000"/>
              <a:buFont typeface="Arial"/>
              <a:buNone/>
            </a:pPr>
            <a:r>
              <a:t/>
            </a:r>
            <a:endParaRPr/>
          </a:p>
          <a:p>
            <a:pPr indent="0" lvl="0" marL="0" rtl="0" algn="l">
              <a:lnSpc>
                <a:spcPct val="100000"/>
              </a:lnSpc>
              <a:spcBef>
                <a:spcPts val="1400"/>
              </a:spcBef>
              <a:spcAft>
                <a:spcPts val="0"/>
              </a:spcAft>
              <a:buSzPts val="2000"/>
              <a:buNone/>
            </a:pPr>
            <a:r>
              <a:t/>
            </a:r>
            <a:endParaRPr/>
          </a:p>
          <a:p>
            <a:pPr indent="0" lvl="0" marL="0" rtl="0" algn="l">
              <a:lnSpc>
                <a:spcPct val="100000"/>
              </a:lnSpc>
              <a:spcBef>
                <a:spcPts val="1400"/>
              </a:spcBef>
              <a:spcAft>
                <a:spcPts val="0"/>
              </a:spcAft>
              <a:buSzPts val="2000"/>
              <a:buNone/>
            </a:pPr>
            <a:r>
              <a:rPr lang="en-US"/>
              <a:t>18. What is the probability that a leap year selected at random will contain 53 Monday?  (a) 2/5 (b) 2/7 (c) 1/7 (d) 5/7</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9" name="Shape 229"/>
        <p:cNvGrpSpPr/>
        <p:nvPr/>
      </p:nvGrpSpPr>
      <p:grpSpPr>
        <a:xfrm>
          <a:off x="0" y="0"/>
          <a:ext cx="0" cy="0"/>
          <a:chOff x="0" y="0"/>
          <a:chExt cx="0" cy="0"/>
        </a:xfrm>
      </p:grpSpPr>
      <p:sp>
        <p:nvSpPr>
          <p:cNvPr id="230" name="Google Shape;230;p12"/>
          <p:cNvSpPr txBox="1"/>
          <p:nvPr>
            <p:ph type="title"/>
          </p:nvPr>
        </p:nvSpPr>
        <p:spPr>
          <a:xfrm>
            <a:off x="0" y="0"/>
            <a:ext cx="12192000" cy="1737361"/>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rgbClr val="3F3F3F"/>
              </a:buClr>
              <a:buSzPts val="4800"/>
              <a:buFont typeface="Calibri"/>
              <a:buNone/>
            </a:pPr>
            <a:r>
              <a:t/>
            </a:r>
            <a:endParaRPr/>
          </a:p>
        </p:txBody>
      </p:sp>
      <p:sp>
        <p:nvSpPr>
          <p:cNvPr id="231" name="Google Shape;231;p12"/>
          <p:cNvSpPr txBox="1"/>
          <p:nvPr>
            <p:ph idx="1" type="body"/>
          </p:nvPr>
        </p:nvSpPr>
        <p:spPr>
          <a:xfrm>
            <a:off x="0" y="1833154"/>
            <a:ext cx="12122331" cy="5024845"/>
          </a:xfrm>
          <a:prstGeom prst="rect">
            <a:avLst/>
          </a:prstGeom>
          <a:noFill/>
          <a:ln>
            <a:noFill/>
          </a:ln>
        </p:spPr>
        <p:txBody>
          <a:bodyPr anchorCtr="0" anchor="t" bIns="45700" lIns="0" spcFirstLastPara="1" rIns="0" wrap="square" tIns="45700">
            <a:normAutofit/>
          </a:bodyPr>
          <a:lstStyle/>
          <a:p>
            <a:pPr indent="0" lvl="0" marL="0" rtl="0" algn="l">
              <a:lnSpc>
                <a:spcPct val="100000"/>
              </a:lnSpc>
              <a:spcBef>
                <a:spcPts val="0"/>
              </a:spcBef>
              <a:spcAft>
                <a:spcPts val="0"/>
              </a:spcAft>
              <a:buSzPts val="2000"/>
              <a:buNone/>
            </a:pPr>
            <a:r>
              <a:rPr lang="en-US"/>
              <a:t>21. In a bag, there are 6 red balls and 9 green balls. Two balls are drawn at random, What is the probability that at least one of the balls drawn is red?  (a) 29/35  (b) 7/15  (c) 23/35  (d) 2/5  </a:t>
            </a:r>
            <a:endParaRPr/>
          </a:p>
          <a:p>
            <a:pPr indent="0" lvl="0" marL="0" rtl="0" algn="l">
              <a:lnSpc>
                <a:spcPct val="100000"/>
              </a:lnSpc>
              <a:spcBef>
                <a:spcPts val="1400"/>
              </a:spcBef>
              <a:spcAft>
                <a:spcPts val="0"/>
              </a:spcAft>
              <a:buSzPts val="2000"/>
              <a:buNone/>
            </a:pPr>
            <a:r>
              <a:t/>
            </a:r>
            <a:endParaRPr/>
          </a:p>
          <a:p>
            <a:pPr indent="0" lvl="0" marL="0" rtl="0" algn="l">
              <a:lnSpc>
                <a:spcPct val="100000"/>
              </a:lnSpc>
              <a:spcBef>
                <a:spcPts val="1400"/>
              </a:spcBef>
              <a:spcAft>
                <a:spcPts val="0"/>
              </a:spcAft>
              <a:buSzPts val="2000"/>
              <a:buNone/>
            </a:pPr>
            <a:r>
              <a:t/>
            </a:r>
            <a:endParaRPr/>
          </a:p>
          <a:p>
            <a:pPr indent="0" lvl="0" marL="0" rtl="0" algn="l">
              <a:lnSpc>
                <a:spcPct val="100000"/>
              </a:lnSpc>
              <a:spcBef>
                <a:spcPts val="1400"/>
              </a:spcBef>
              <a:spcAft>
                <a:spcPts val="0"/>
              </a:spcAft>
              <a:buSzPts val="2000"/>
              <a:buNone/>
            </a:pPr>
            <a:r>
              <a:t/>
            </a:r>
            <a:endParaRPr/>
          </a:p>
          <a:p>
            <a:pPr indent="0" lvl="0" marL="0" rtl="0" algn="l">
              <a:lnSpc>
                <a:spcPct val="100000"/>
              </a:lnSpc>
              <a:spcBef>
                <a:spcPts val="1400"/>
              </a:spcBef>
              <a:spcAft>
                <a:spcPts val="0"/>
              </a:spcAft>
              <a:buSzPts val="2000"/>
              <a:buNone/>
            </a:pPr>
            <a:r>
              <a:rPr lang="en-US"/>
              <a:t>22. Two balls are selected from a box containing 2 blue and 7 red balls. What is the probability that atleast one ball is blue?  (a) 2/9 (b) 7/9  (c) 5/12 (d) 7/12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5" name="Shape 235"/>
        <p:cNvGrpSpPr/>
        <p:nvPr/>
      </p:nvGrpSpPr>
      <p:grpSpPr>
        <a:xfrm>
          <a:off x="0" y="0"/>
          <a:ext cx="0" cy="0"/>
          <a:chOff x="0" y="0"/>
          <a:chExt cx="0" cy="0"/>
        </a:xfrm>
      </p:grpSpPr>
      <p:sp>
        <p:nvSpPr>
          <p:cNvPr id="236" name="Google Shape;236;p13"/>
          <p:cNvSpPr txBox="1"/>
          <p:nvPr>
            <p:ph type="title"/>
          </p:nvPr>
        </p:nvSpPr>
        <p:spPr>
          <a:xfrm>
            <a:off x="0" y="0"/>
            <a:ext cx="12192000" cy="1737361"/>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rgbClr val="3F3F3F"/>
              </a:buClr>
              <a:buSzPts val="4800"/>
              <a:buFont typeface="Calibri"/>
              <a:buNone/>
            </a:pPr>
            <a:r>
              <a:t/>
            </a:r>
            <a:endParaRPr/>
          </a:p>
        </p:txBody>
      </p:sp>
      <p:sp>
        <p:nvSpPr>
          <p:cNvPr id="237" name="Google Shape;237;p13"/>
          <p:cNvSpPr txBox="1"/>
          <p:nvPr>
            <p:ph idx="1" type="body"/>
          </p:nvPr>
        </p:nvSpPr>
        <p:spPr>
          <a:xfrm>
            <a:off x="0" y="1833154"/>
            <a:ext cx="12122331" cy="5024845"/>
          </a:xfrm>
          <a:prstGeom prst="rect">
            <a:avLst/>
          </a:prstGeom>
          <a:noFill/>
          <a:ln>
            <a:noFill/>
          </a:ln>
        </p:spPr>
        <p:txBody>
          <a:bodyPr anchorCtr="0" anchor="t" bIns="45700" lIns="0" spcFirstLastPara="1" rIns="0" wrap="square" tIns="45700">
            <a:normAutofit/>
          </a:bodyPr>
          <a:lstStyle/>
          <a:p>
            <a:pPr indent="0" lvl="0" marL="0" rtl="0" algn="l">
              <a:lnSpc>
                <a:spcPct val="100000"/>
              </a:lnSpc>
              <a:spcBef>
                <a:spcPts val="0"/>
              </a:spcBef>
              <a:spcAft>
                <a:spcPts val="0"/>
              </a:spcAft>
              <a:buSzPts val="2000"/>
              <a:buNone/>
            </a:pPr>
            <a:r>
              <a:rPr lang="en-US"/>
              <a:t>23. A bag contains 4green, 5 blue, 2 red and 3 yellow marbles. If three marbles are drawn at random what is the probability that  at least one is yellow? </a:t>
            </a:r>
            <a:endParaRPr/>
          </a:p>
          <a:p>
            <a:pPr indent="0" lvl="0" marL="0" rtl="0" algn="l">
              <a:lnSpc>
                <a:spcPct val="100000"/>
              </a:lnSpc>
              <a:spcBef>
                <a:spcPts val="1400"/>
              </a:spcBef>
              <a:spcAft>
                <a:spcPts val="0"/>
              </a:spcAft>
              <a:buSzPts val="2000"/>
              <a:buNone/>
            </a:pPr>
            <a:r>
              <a:rPr lang="en-US"/>
              <a:t>(a) 135/324  (b) 1/5 (c) 199/ 346  (d) 199/364  (e) 3/4  </a:t>
            </a:r>
            <a:endParaRPr/>
          </a:p>
          <a:p>
            <a:pPr indent="0" lvl="0" marL="0" rtl="0" algn="l">
              <a:lnSpc>
                <a:spcPct val="100000"/>
              </a:lnSpc>
              <a:spcBef>
                <a:spcPts val="1400"/>
              </a:spcBef>
              <a:spcAft>
                <a:spcPts val="0"/>
              </a:spcAft>
              <a:buSzPts val="2000"/>
              <a:buNone/>
            </a:pPr>
            <a:r>
              <a:t/>
            </a:r>
            <a:endParaRPr/>
          </a:p>
          <a:p>
            <a:pPr indent="0" lvl="0" marL="0" rtl="0" algn="l">
              <a:lnSpc>
                <a:spcPct val="100000"/>
              </a:lnSpc>
              <a:spcBef>
                <a:spcPts val="1400"/>
              </a:spcBef>
              <a:spcAft>
                <a:spcPts val="0"/>
              </a:spcAft>
              <a:buSzPts val="2000"/>
              <a:buNone/>
            </a:pPr>
            <a:r>
              <a:t/>
            </a:r>
            <a:endParaRPr/>
          </a:p>
          <a:p>
            <a:pPr indent="0" lvl="0" marL="0" rtl="0" algn="l">
              <a:lnSpc>
                <a:spcPct val="100000"/>
              </a:lnSpc>
              <a:spcBef>
                <a:spcPts val="1400"/>
              </a:spcBef>
              <a:spcAft>
                <a:spcPts val="0"/>
              </a:spcAft>
              <a:buSzPts val="2000"/>
              <a:buNone/>
            </a:pPr>
            <a:r>
              <a:rPr lang="en-US"/>
              <a:t>24. A can solve 80% of the problems given in an exam and B can solve 70%. What is  the probability that at least one of them will solve a problem selected at random from the exam? </a:t>
            </a:r>
            <a:endParaRPr/>
          </a:p>
          <a:p>
            <a:pPr indent="0" lvl="0" marL="0" rtl="0" algn="l">
              <a:lnSpc>
                <a:spcPct val="100000"/>
              </a:lnSpc>
              <a:spcBef>
                <a:spcPts val="1400"/>
              </a:spcBef>
              <a:spcAft>
                <a:spcPts val="0"/>
              </a:spcAft>
              <a:buSzPts val="2000"/>
              <a:buNone/>
            </a:pPr>
            <a:r>
              <a:rPr lang="en-US"/>
              <a:t>(a) 94/100 (b) 45/100 (c) 73/100 (d) 86/100 </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1" name="Shape 241"/>
        <p:cNvGrpSpPr/>
        <p:nvPr/>
      </p:nvGrpSpPr>
      <p:grpSpPr>
        <a:xfrm>
          <a:off x="0" y="0"/>
          <a:ext cx="0" cy="0"/>
          <a:chOff x="0" y="0"/>
          <a:chExt cx="0" cy="0"/>
        </a:xfrm>
      </p:grpSpPr>
      <p:sp>
        <p:nvSpPr>
          <p:cNvPr id="242" name="Google Shape;242;p14"/>
          <p:cNvSpPr txBox="1"/>
          <p:nvPr>
            <p:ph type="title"/>
          </p:nvPr>
        </p:nvSpPr>
        <p:spPr>
          <a:xfrm>
            <a:off x="0" y="0"/>
            <a:ext cx="12192000" cy="1737361"/>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rgbClr val="3F3F3F"/>
              </a:buClr>
              <a:buSzPts val="4800"/>
              <a:buFont typeface="Calibri"/>
              <a:buNone/>
            </a:pPr>
            <a:r>
              <a:t/>
            </a:r>
            <a:endParaRPr/>
          </a:p>
        </p:txBody>
      </p:sp>
      <p:sp>
        <p:nvSpPr>
          <p:cNvPr id="243" name="Google Shape;243;p14"/>
          <p:cNvSpPr txBox="1"/>
          <p:nvPr>
            <p:ph idx="1" type="body"/>
          </p:nvPr>
        </p:nvSpPr>
        <p:spPr>
          <a:xfrm>
            <a:off x="0" y="1833154"/>
            <a:ext cx="12122331" cy="5024845"/>
          </a:xfrm>
          <a:prstGeom prst="rect">
            <a:avLst/>
          </a:prstGeom>
          <a:noFill/>
          <a:ln>
            <a:noFill/>
          </a:ln>
        </p:spPr>
        <p:txBody>
          <a:bodyPr anchorCtr="0" anchor="t" bIns="45700" lIns="0" spcFirstLastPara="1" rIns="0" wrap="square" tIns="45700">
            <a:normAutofit/>
          </a:bodyPr>
          <a:lstStyle/>
          <a:p>
            <a:pPr indent="0" lvl="0" marL="0" rtl="0" algn="l">
              <a:lnSpc>
                <a:spcPct val="100000"/>
              </a:lnSpc>
              <a:spcBef>
                <a:spcPts val="0"/>
              </a:spcBef>
              <a:spcAft>
                <a:spcPts val="0"/>
              </a:spcAft>
              <a:buSzPts val="2000"/>
              <a:buNone/>
            </a:pPr>
            <a:r>
              <a:rPr lang="en-US"/>
              <a:t>25. A box contains 49 tickets numbered 1 to 49. ‘One ticket drawn, at randomly, find -the  probability that number on the ticket is either, divisible by 3 or is a perfect square? </a:t>
            </a:r>
            <a:endParaRPr/>
          </a:p>
          <a:p>
            <a:pPr indent="0" lvl="0" marL="0" rtl="0" algn="l">
              <a:lnSpc>
                <a:spcPct val="100000"/>
              </a:lnSpc>
              <a:spcBef>
                <a:spcPts val="1400"/>
              </a:spcBef>
              <a:spcAft>
                <a:spcPts val="0"/>
              </a:spcAft>
              <a:buSzPts val="2000"/>
              <a:buNone/>
            </a:pPr>
            <a:r>
              <a:rPr lang="en-US"/>
              <a:t>(a) 21/49 (b) 2/3 (c) 1/4 (d) 3/5  </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7" name="Shape 247"/>
        <p:cNvGrpSpPr/>
        <p:nvPr/>
      </p:nvGrpSpPr>
      <p:grpSpPr>
        <a:xfrm>
          <a:off x="0" y="0"/>
          <a:ext cx="0" cy="0"/>
          <a:chOff x="0" y="0"/>
          <a:chExt cx="0" cy="0"/>
        </a:xfrm>
      </p:grpSpPr>
      <p:sp>
        <p:nvSpPr>
          <p:cNvPr id="248" name="Google Shape;248;p15"/>
          <p:cNvSpPr txBox="1"/>
          <p:nvPr>
            <p:ph type="title"/>
          </p:nvPr>
        </p:nvSpPr>
        <p:spPr>
          <a:xfrm>
            <a:off x="0" y="0"/>
            <a:ext cx="12192000" cy="1737361"/>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rgbClr val="3F3F3F"/>
              </a:buClr>
              <a:buSzPts val="4800"/>
              <a:buFont typeface="Calibri"/>
              <a:buNone/>
            </a:pPr>
            <a:r>
              <a:t/>
            </a:r>
            <a:endParaRPr/>
          </a:p>
        </p:txBody>
      </p:sp>
      <p:sp>
        <p:nvSpPr>
          <p:cNvPr id="249" name="Google Shape;249;p15"/>
          <p:cNvSpPr txBox="1"/>
          <p:nvPr>
            <p:ph idx="1" type="body"/>
          </p:nvPr>
        </p:nvSpPr>
        <p:spPr>
          <a:xfrm>
            <a:off x="0" y="1833154"/>
            <a:ext cx="12122331" cy="5024845"/>
          </a:xfrm>
          <a:prstGeom prst="rect">
            <a:avLst/>
          </a:prstGeom>
          <a:noFill/>
          <a:ln>
            <a:noFill/>
          </a:ln>
        </p:spPr>
        <p:txBody>
          <a:bodyPr anchorCtr="0" anchor="t" bIns="45700" lIns="0" spcFirstLastPara="1" rIns="0" wrap="square" tIns="45700">
            <a:normAutofit/>
          </a:bodyPr>
          <a:lstStyle/>
          <a:p>
            <a:pPr indent="0" lvl="0" marL="0" rtl="0" algn="l">
              <a:lnSpc>
                <a:spcPct val="100000"/>
              </a:lnSpc>
              <a:spcBef>
                <a:spcPts val="0"/>
              </a:spcBef>
              <a:spcAft>
                <a:spcPts val="0"/>
              </a:spcAft>
              <a:buSzPts val="2000"/>
              <a:buNone/>
            </a:pPr>
            <a:r>
              <a:t/>
            </a:r>
            <a:endParaRPr/>
          </a:p>
          <a:p>
            <a:pPr indent="0" lvl="0" marL="0" rtl="0" algn="l">
              <a:lnSpc>
                <a:spcPct val="100000"/>
              </a:lnSpc>
              <a:spcBef>
                <a:spcPts val="1400"/>
              </a:spcBef>
              <a:spcAft>
                <a:spcPts val="0"/>
              </a:spcAft>
              <a:buSzPts val="2000"/>
              <a:buNone/>
            </a:pPr>
            <a:r>
              <a:t/>
            </a:r>
            <a:endParaRPr/>
          </a:p>
          <a:p>
            <a:pPr indent="0" lvl="0" marL="0" rtl="0" algn="l">
              <a:lnSpc>
                <a:spcPct val="100000"/>
              </a:lnSpc>
              <a:spcBef>
                <a:spcPts val="1400"/>
              </a:spcBef>
              <a:spcAft>
                <a:spcPts val="0"/>
              </a:spcAft>
              <a:buSzPts val="2000"/>
              <a:buNone/>
            </a:pPr>
            <a:r>
              <a:t/>
            </a:r>
            <a:endParaRPr/>
          </a:p>
          <a:p>
            <a:pPr indent="0" lvl="0" marL="0" rtl="0" algn="l">
              <a:lnSpc>
                <a:spcPct val="100000"/>
              </a:lnSpc>
              <a:spcBef>
                <a:spcPts val="1400"/>
              </a:spcBef>
              <a:spcAft>
                <a:spcPts val="0"/>
              </a:spcAft>
              <a:buSzPts val="2000"/>
              <a:buNone/>
            </a:pPr>
            <a:r>
              <a:t/>
            </a:r>
            <a:endParaRPr/>
          </a:p>
          <a:p>
            <a:pPr indent="0" lvl="0" marL="0" rtl="0" algn="l">
              <a:lnSpc>
                <a:spcPct val="100000"/>
              </a:lnSpc>
              <a:spcBef>
                <a:spcPts val="1400"/>
              </a:spcBef>
              <a:spcAft>
                <a:spcPts val="0"/>
              </a:spcAft>
              <a:buSzPts val="2000"/>
              <a:buNone/>
            </a:pPr>
            <a:r>
              <a:rPr lang="en-US"/>
              <a:t>                                                                                       </a:t>
            </a:r>
            <a:r>
              <a:rPr lang="en-US" sz="3600"/>
              <a:t>THANK YOU</a:t>
            </a:r>
            <a:endParaRPr sz="3600"/>
          </a:p>
        </p:txBody>
      </p:sp>
    </p:spTree>
  </p:cSld>
  <p:clrMapOvr>
    <a:masterClrMapping/>
  </p:clrMapOvr>
</p:sld>
</file>

<file path=ppt/theme/theme1.xml><?xml version="1.0" encoding="utf-8"?>
<a:theme xmlns:a="http://schemas.openxmlformats.org/drawingml/2006/main" xmlns:r="http://schemas.openxmlformats.org/officeDocument/2006/relationships" name="Q spider">
  <a:themeElements>
    <a:clrScheme name="Retrospect">
      <a:dk1>
        <a:srgbClr val="000000"/>
      </a:dk1>
      <a:lt1>
        <a:srgbClr val="FFFFFF"/>
      </a:lt1>
      <a:dk2>
        <a:srgbClr val="344068"/>
      </a:dk2>
      <a:lt2>
        <a:srgbClr val="D9E0E6"/>
      </a:lt2>
      <a:accent1>
        <a:srgbClr val="1CADE4"/>
      </a:accent1>
      <a:accent2>
        <a:srgbClr val="2683C6"/>
      </a:accent2>
      <a:accent3>
        <a:srgbClr val="28C4CC"/>
      </a:accent3>
      <a:accent4>
        <a:srgbClr val="42BA97"/>
      </a:accent4>
      <a:accent5>
        <a:srgbClr val="3E8853"/>
      </a:accent5>
      <a:accent6>
        <a:srgbClr val="62A39F"/>
      </a:accent6>
      <a:hlink>
        <a:srgbClr val="6EAC1C"/>
      </a:hlink>
      <a:folHlink>
        <a:srgbClr val="B26B0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2022-04-07T04:00:00Z</dcterms:creat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ICV">
    <vt:lpwstr>5255CC8FF37C443CB602C401452C0C5F</vt:lpwstr>
  </property>
  <property fmtid="{D5CDD505-2E9C-101B-9397-08002B2CF9AE}" pid="4" name="KSOProductBuildVer">
    <vt:lpwstr>1033-11.2.0.11042</vt:lpwstr>
  </property>
</Properties>
</file>