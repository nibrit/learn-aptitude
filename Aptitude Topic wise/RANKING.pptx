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6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iPm03T6cf2l0ZxAqbC4+o4eCpk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45eb6fb84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145eb6fb84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145eb6fb849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showMasterSp="0">
  <p:cSld name="1_Title Slid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9"/>
          <p:cNvSpPr/>
          <p:nvPr/>
        </p:nvSpPr>
        <p:spPr>
          <a:xfrm>
            <a:off x="7972121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9"/>
          <p:cNvSpPr/>
          <p:nvPr/>
        </p:nvSpPr>
        <p:spPr>
          <a:xfrm>
            <a:off x="6394450" y="0"/>
            <a:ext cx="153926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9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9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0" name="Google Shape;20;p9"/>
          <p:cNvSpPr/>
          <p:nvPr>
            <p:ph idx="2" type="pic"/>
          </p:nvPr>
        </p:nvSpPr>
        <p:spPr>
          <a:xfrm>
            <a:off x="0" y="0"/>
            <a:ext cx="63119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1" name="Google Shape;21;p9"/>
          <p:cNvSpPr txBox="1"/>
          <p:nvPr>
            <p:ph type="ctrTitle"/>
          </p:nvPr>
        </p:nvSpPr>
        <p:spPr>
          <a:xfrm>
            <a:off x="6629400" y="758952"/>
            <a:ext cx="4526280" cy="3227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b="1" sz="6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" type="subTitle"/>
          </p:nvPr>
        </p:nvSpPr>
        <p:spPr>
          <a:xfrm>
            <a:off x="6632171" y="4508500"/>
            <a:ext cx="4526280" cy="127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" name="Google Shape;23;p9"/>
          <p:cNvSpPr/>
          <p:nvPr/>
        </p:nvSpPr>
        <p:spPr>
          <a:xfrm>
            <a:off x="6311900" y="0"/>
            <a:ext cx="15392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10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10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1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11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11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11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5" name="Google Shape;35;p11"/>
          <p:cNvSpPr txBox="1"/>
          <p:nvPr>
            <p:ph idx="1" type="subTitle"/>
          </p:nvPr>
        </p:nvSpPr>
        <p:spPr>
          <a:xfrm>
            <a:off x="1212850" y="4508500"/>
            <a:ext cx="5118100" cy="127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" name="Google Shape;36;p11"/>
          <p:cNvSpPr txBox="1"/>
          <p:nvPr>
            <p:ph type="ctrTitle"/>
          </p:nvPr>
        </p:nvSpPr>
        <p:spPr>
          <a:xfrm>
            <a:off x="1212850" y="2057400"/>
            <a:ext cx="5118100" cy="1929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  <a:defRPr b="1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Section Header">
    <p:bg>
      <p:bgPr>
        <a:solidFill>
          <a:schemeClr val="lt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2"/>
          <p:cNvSpPr/>
          <p:nvPr/>
        </p:nvSpPr>
        <p:spPr>
          <a:xfrm>
            <a:off x="7972121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2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12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12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2" name="Google Shape;42;p12"/>
          <p:cNvSpPr/>
          <p:nvPr>
            <p:ph idx="2" type="pic"/>
          </p:nvPr>
        </p:nvSpPr>
        <p:spPr>
          <a:xfrm>
            <a:off x="0" y="0"/>
            <a:ext cx="63119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2"/>
          <p:cNvSpPr/>
          <p:nvPr/>
        </p:nvSpPr>
        <p:spPr>
          <a:xfrm>
            <a:off x="2451099" y="3568700"/>
            <a:ext cx="8721725" cy="2308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2"/>
          <p:cNvSpPr txBox="1"/>
          <p:nvPr>
            <p:ph type="title"/>
          </p:nvPr>
        </p:nvSpPr>
        <p:spPr>
          <a:xfrm>
            <a:off x="2641599" y="3746500"/>
            <a:ext cx="8331202" cy="13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b="1" sz="4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2"/>
          <p:cNvSpPr txBox="1"/>
          <p:nvPr>
            <p:ph idx="1" type="body"/>
          </p:nvPr>
        </p:nvSpPr>
        <p:spPr>
          <a:xfrm>
            <a:off x="2641600" y="5219700"/>
            <a:ext cx="8331201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12"/>
          <p:cNvSpPr/>
          <p:nvPr/>
        </p:nvSpPr>
        <p:spPr>
          <a:xfrm>
            <a:off x="3752850" y="3469101"/>
            <a:ext cx="511810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 showMasterSp="0">
  <p:cSld name="1_Section Header"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13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1" name="Google Shape;51;p13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13"/>
          <p:cNvSpPr/>
          <p:nvPr/>
        </p:nvSpPr>
        <p:spPr>
          <a:xfrm>
            <a:off x="1735138" y="3568700"/>
            <a:ext cx="8721725" cy="2308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3"/>
          <p:cNvSpPr txBox="1"/>
          <p:nvPr>
            <p:ph type="title"/>
          </p:nvPr>
        </p:nvSpPr>
        <p:spPr>
          <a:xfrm>
            <a:off x="1930399" y="3746500"/>
            <a:ext cx="8331202" cy="13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b="1" sz="4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1930400" y="5219700"/>
            <a:ext cx="8331201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5" name="Google Shape;55;p13"/>
          <p:cNvSpPr/>
          <p:nvPr/>
        </p:nvSpPr>
        <p:spPr>
          <a:xfrm>
            <a:off x="3536950" y="3469101"/>
            <a:ext cx="511810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1097280" y="2120900"/>
            <a:ext cx="4639736" cy="3748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2" type="body"/>
          </p:nvPr>
        </p:nvSpPr>
        <p:spPr>
          <a:xfrm>
            <a:off x="6515944" y="2120900"/>
            <a:ext cx="4639736" cy="374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1097280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6" name="Google Shape;66;p15"/>
          <p:cNvSpPr txBox="1"/>
          <p:nvPr>
            <p:ph idx="2" type="body"/>
          </p:nvPr>
        </p:nvSpPr>
        <p:spPr>
          <a:xfrm>
            <a:off x="1186731" y="2958274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3" type="body"/>
          </p:nvPr>
        </p:nvSpPr>
        <p:spPr>
          <a:xfrm>
            <a:off x="6515944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8" name="Google Shape;68;p15"/>
          <p:cNvSpPr txBox="1"/>
          <p:nvPr>
            <p:ph idx="4" type="body"/>
          </p:nvPr>
        </p:nvSpPr>
        <p:spPr>
          <a:xfrm>
            <a:off x="6605395" y="2958273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15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/>
          <p:nvPr/>
        </p:nvSpPr>
        <p:spPr>
          <a:xfrm>
            <a:off x="46672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7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7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8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8"/>
          <p:cNvSpPr txBox="1"/>
          <p:nvPr>
            <p:ph type="title"/>
          </p:nvPr>
        </p:nvSpPr>
        <p:spPr>
          <a:xfrm>
            <a:off x="1092200" y="786383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5458984" y="812800"/>
            <a:ext cx="5713841" cy="4868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1092200" y="3043050"/>
            <a:ext cx="3068832" cy="2638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5" name="Google Shape;85;p18"/>
          <p:cNvSpPr/>
          <p:nvPr/>
        </p:nvSpPr>
        <p:spPr>
          <a:xfrm>
            <a:off x="0" y="1397000"/>
            <a:ext cx="1036320" cy="13294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8"/>
          <p:cNvSpPr/>
          <p:nvPr/>
        </p:nvSpPr>
        <p:spPr>
          <a:xfrm>
            <a:off x="5458983" y="624142"/>
            <a:ext cx="571384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90" name="Google Shape;90;p18"/>
          <p:cNvCxnSpPr/>
          <p:nvPr/>
        </p:nvCxnSpPr>
        <p:spPr>
          <a:xfrm rot="10800000">
            <a:off x="1092200" y="6446838"/>
            <a:ext cx="1643438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" name="Google Shape;91;p18"/>
          <p:cNvCxnSpPr/>
          <p:nvPr/>
        </p:nvCxnSpPr>
        <p:spPr>
          <a:xfrm rot="10800000">
            <a:off x="8420100" y="6429376"/>
            <a:ext cx="1000462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" name="Google Shape;92;p18"/>
          <p:cNvCxnSpPr/>
          <p:nvPr/>
        </p:nvCxnSpPr>
        <p:spPr>
          <a:xfrm rot="10800000">
            <a:off x="10765675" y="6446838"/>
            <a:ext cx="407258" cy="635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6" name="Google Shape;96;p19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19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19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 with Caption" showMasterSp="0">
  <p:cSld name="1_Content with Ca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0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5458984" y="497808"/>
            <a:ext cx="5713841" cy="4868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03" name="Google Shape;103;p20"/>
          <p:cNvSpPr/>
          <p:nvPr/>
        </p:nvSpPr>
        <p:spPr>
          <a:xfrm>
            <a:off x="0" y="2003424"/>
            <a:ext cx="1036320" cy="18573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0"/>
          <p:cNvSpPr/>
          <p:nvPr/>
        </p:nvSpPr>
        <p:spPr>
          <a:xfrm>
            <a:off x="5458983" y="377398"/>
            <a:ext cx="571384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0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" name="Google Shape;106;p20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" name="Google Shape;107;p20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08" name="Google Shape;108;p20"/>
          <p:cNvSpPr/>
          <p:nvPr/>
        </p:nvSpPr>
        <p:spPr>
          <a:xfrm>
            <a:off x="1078230" y="2003423"/>
            <a:ext cx="3576082" cy="1857378"/>
          </a:xfrm>
          <a:prstGeom prst="rect">
            <a:avLst/>
          </a:prstGeom>
          <a:solidFill>
            <a:srgbClr val="2730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0"/>
          <p:cNvSpPr txBox="1"/>
          <p:nvPr>
            <p:ph type="title"/>
          </p:nvPr>
        </p:nvSpPr>
        <p:spPr>
          <a:xfrm>
            <a:off x="1092200" y="1885125"/>
            <a:ext cx="3314700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0"/>
          <p:cNvSpPr/>
          <p:nvPr/>
        </p:nvSpPr>
        <p:spPr>
          <a:xfrm>
            <a:off x="1092200" y="993775"/>
            <a:ext cx="1036320" cy="936626"/>
          </a:xfrm>
          <a:prstGeom prst="rect">
            <a:avLst/>
          </a:prstGeom>
          <a:solidFill>
            <a:srgbClr val="CFD3E6">
              <a:alpha val="2588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ontent with Caption" showMasterSp="0">
  <p:cSld name="2_Content with Captio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/>
          <p:nvPr>
            <p:ph idx="2" type="pic"/>
          </p:nvPr>
        </p:nvSpPr>
        <p:spPr>
          <a:xfrm>
            <a:off x="0" y="0"/>
            <a:ext cx="4654296" cy="5864225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21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5458984" y="497808"/>
            <a:ext cx="5713841" cy="4868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6" name="Google Shape;116;p21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18" name="Google Shape;118;p21"/>
          <p:cNvSpPr txBox="1"/>
          <p:nvPr>
            <p:ph type="title"/>
          </p:nvPr>
        </p:nvSpPr>
        <p:spPr>
          <a:xfrm>
            <a:off x="1092200" y="1885125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i="0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ontent with Caption" showMasterSp="0">
  <p:cSld name="6_Content with Caption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2"/>
          <p:cNvSpPr txBox="1"/>
          <p:nvPr>
            <p:ph type="title"/>
          </p:nvPr>
        </p:nvSpPr>
        <p:spPr>
          <a:xfrm>
            <a:off x="4984722" y="548355"/>
            <a:ext cx="6054846" cy="634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1" i="0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5100833" y="1611313"/>
            <a:ext cx="6072099" cy="375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23" name="Google Shape;123;p22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" name="Google Shape;124;p22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5" name="Google Shape;125;p22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26" name="Google Shape;126;p22"/>
          <p:cNvSpPr/>
          <p:nvPr>
            <p:ph idx="2" type="pic"/>
          </p:nvPr>
        </p:nvSpPr>
        <p:spPr>
          <a:xfrm>
            <a:off x="0" y="0"/>
            <a:ext cx="4654296" cy="586422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ontent with Caption" showMasterSp="0">
  <p:cSld name="7_Content with Ca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/>
          <p:nvPr>
            <p:ph idx="2" type="pic"/>
          </p:nvPr>
        </p:nvSpPr>
        <p:spPr>
          <a:xfrm>
            <a:off x="0" y="0"/>
            <a:ext cx="12192000" cy="3541486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3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3"/>
          <p:cNvSpPr txBox="1"/>
          <p:nvPr>
            <p:ph type="title"/>
          </p:nvPr>
        </p:nvSpPr>
        <p:spPr>
          <a:xfrm>
            <a:off x="3068577" y="880375"/>
            <a:ext cx="6054846" cy="634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  <a:defRPr b="1" i="0" sz="3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3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2" name="Google Shape;132;p23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3" name="Google Shape;133;p23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34" name="Google Shape;134;p23"/>
          <p:cNvSpPr/>
          <p:nvPr/>
        </p:nvSpPr>
        <p:spPr>
          <a:xfrm>
            <a:off x="5577840" y="0"/>
            <a:ext cx="103632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ontent with Caption" showMasterSp="0">
  <p:cSld name="3_Content with Caption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4"/>
          <p:cNvSpPr/>
          <p:nvPr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4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4"/>
          <p:cNvSpPr txBox="1"/>
          <p:nvPr>
            <p:ph type="title"/>
          </p:nvPr>
        </p:nvSpPr>
        <p:spPr>
          <a:xfrm>
            <a:off x="1092200" y="1885125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i="0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6473373" y="943430"/>
            <a:ext cx="4699452" cy="3977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41" name="Google Shape;141;p24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" name="Google Shape;142;p24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3" name="Google Shape;143;p24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44" name="Google Shape;144;p24"/>
          <p:cNvSpPr/>
          <p:nvPr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rgbClr val="BECA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ontent with Caption" showMasterSp="0">
  <p:cSld name="4_Content with Caption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5"/>
          <p:cNvSpPr/>
          <p:nvPr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5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5"/>
          <p:cNvSpPr txBox="1"/>
          <p:nvPr>
            <p:ph type="title"/>
          </p:nvPr>
        </p:nvSpPr>
        <p:spPr>
          <a:xfrm>
            <a:off x="1092200" y="1885125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i="0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5"/>
          <p:cNvSpPr txBox="1"/>
          <p:nvPr>
            <p:ph idx="1" type="body"/>
          </p:nvPr>
        </p:nvSpPr>
        <p:spPr>
          <a:xfrm>
            <a:off x="6518529" y="943430"/>
            <a:ext cx="4654296" cy="3977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51" name="Google Shape;151;p25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2" name="Google Shape;152;p25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3" name="Google Shape;153;p25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4" name="Google Shape;154;p25"/>
          <p:cNvSpPr/>
          <p:nvPr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6"/>
          <p:cNvSpPr/>
          <p:nvPr>
            <p:ph idx="2" type="pic"/>
          </p:nvPr>
        </p:nvSpPr>
        <p:spPr>
          <a:xfrm>
            <a:off x="15" y="0"/>
            <a:ext cx="12191985" cy="45783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8" name="Google Shape;158;p26"/>
          <p:cNvSpPr txBox="1"/>
          <p:nvPr>
            <p:ph type="title"/>
          </p:nvPr>
        </p:nvSpPr>
        <p:spPr>
          <a:xfrm>
            <a:off x="1097279" y="4799362"/>
            <a:ext cx="10113645" cy="74368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sz="44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6"/>
          <p:cNvSpPr txBox="1"/>
          <p:nvPr>
            <p:ph idx="1" type="body"/>
          </p:nvPr>
        </p:nvSpPr>
        <p:spPr>
          <a:xfrm>
            <a:off x="1097279" y="5715000"/>
            <a:ext cx="10113264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60" name="Google Shape;160;p26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" name="Google Shape;161;p26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2" name="Google Shape;162;p26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63" name="Google Shape;163;p26"/>
          <p:cNvSpPr/>
          <p:nvPr/>
        </p:nvSpPr>
        <p:spPr>
          <a:xfrm>
            <a:off x="3536950" y="4535901"/>
            <a:ext cx="5118100" cy="1256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27"/>
          <p:cNvSpPr txBox="1"/>
          <p:nvPr>
            <p:ph idx="1" type="body"/>
          </p:nvPr>
        </p:nvSpPr>
        <p:spPr>
          <a:xfrm rot="5400000">
            <a:off x="3548743" y="-1715589"/>
            <a:ext cx="5024845" cy="12122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67" name="Google Shape;167;p27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8" name="Google Shape;168;p27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9" name="Google Shape;169;p27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 txBox="1"/>
          <p:nvPr>
            <p:ph type="title"/>
          </p:nvPr>
        </p:nvSpPr>
        <p:spPr>
          <a:xfrm rot="5400000">
            <a:off x="7683554" y="2387546"/>
            <a:ext cx="4530725" cy="24480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8"/>
          <p:cNvSpPr txBox="1"/>
          <p:nvPr>
            <p:ph idx="1" type="body"/>
          </p:nvPr>
        </p:nvSpPr>
        <p:spPr>
          <a:xfrm rot="5400000">
            <a:off x="2566989" y="-128588"/>
            <a:ext cx="4530723" cy="7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73" name="Google Shape;173;p28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4" name="Google Shape;174;p28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5" name="Google Shape;175;p28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76" name="Google Shape;176;p28"/>
          <p:cNvSpPr/>
          <p:nvPr/>
        </p:nvSpPr>
        <p:spPr>
          <a:xfrm rot="-5400000">
            <a:off x="8871481" y="-146580"/>
            <a:ext cx="1036320" cy="13294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3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6" name="Google Shape;186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2" name="Google Shape;192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3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8" name="Google Shape;198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3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4" name="Google Shape;204;p3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5" name="Google Shape;205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3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11" name="Google Shape;211;p3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2" name="Google Shape;212;p3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13" name="Google Shape;213;p3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4" name="Google Shape;214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3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29" name="Google Shape;229;p3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30" name="Google Shape;230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3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3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37" name="Google Shape;237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3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3" name="Google Shape;243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4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9" name="Google Shape;249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/>
          <p:nvPr/>
        </p:nvSpPr>
        <p:spPr>
          <a:xfrm>
            <a:off x="46672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8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1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8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3" name="Google Shape;13;p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4503" y="-95794"/>
            <a:ext cx="12087497" cy="183315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0" name="Google Shape;180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1" name="Google Shape;181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2" name="Google Shape;182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"/>
          <p:cNvSpPr txBox="1"/>
          <p:nvPr>
            <p:ph type="ctrTitle"/>
          </p:nvPr>
        </p:nvSpPr>
        <p:spPr>
          <a:xfrm>
            <a:off x="6629399" y="696686"/>
            <a:ext cx="5144589" cy="32897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Font typeface="Calibri"/>
              <a:buNone/>
            </a:pPr>
            <a:r>
              <a:rPr lang="en-IN">
                <a:solidFill>
                  <a:srgbClr val="FF0000"/>
                </a:solidFill>
              </a:rPr>
              <a:t>RANKING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58" name="Google Shape;258;p1"/>
          <p:cNvSpPr txBox="1"/>
          <p:nvPr>
            <p:ph idx="1" type="subTitle"/>
          </p:nvPr>
        </p:nvSpPr>
        <p:spPr>
          <a:xfrm>
            <a:off x="6632171" y="4508500"/>
            <a:ext cx="4526280" cy="127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IN">
                <a:latin typeface="Calibri"/>
                <a:ea typeface="Calibri"/>
                <a:cs typeface="Calibri"/>
                <a:sym typeface="Calibri"/>
              </a:rPr>
              <a:t>VIGNESH M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64" name="Google Shape;264;p2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IN"/>
              <a:t>A number of students are standing in a row facing north is such a way that a particular student is  nineteenth from both the ends. So find the number of students in the  class.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/>
              <a:t>a) 36  b) 37   c) 38   d) 39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/>
              <a:t>In a row of 50 students, A is  fourteenth from the left end and B Is tenth from the right end. How  many students are there in between A and C if C is eight to the left of B?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/>
              <a:t>?a) 14    b) 16 c) 18  d) 20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0" name="Google Shape;270;p3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IN"/>
              <a:t>In a class of 45 students, Veena is placed at 31th position from the bottom and luffy is 4 places above Veena. If nami is 5 places above luffy, then what is the rank of nami in the class?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/>
              <a:t>A) 3  B) 5     C) 6     D) 7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/>
              <a:t>In a class of 20 students, Shreya is 5 from the top and Annie is 7 ranks below Shreya. Find Annie’s rank from bottom.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6" name="Google Shape;276;p4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IN"/>
              <a:t>In a row of 30 children, Mahesh is 12th from the left end. Rakesh a friend of Mahesh is 3 to the left of Mahesh. Find the position of rakesh from the left end.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/>
              <a:t>a) 8th     b) 9th    c) 10th    d) 5th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/>
              <a:t>In a queue, P is seventeenth from the front while Q is nineteenth form the last. If R is twenty forth from the front and is exactly in the middle of P and Q. Then find the number of people in the queue.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82" name="Google Shape;282;p5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IN"/>
              <a:t>In a group of 6 students P, Q, R, S,   T and U each one having different height. P is taller than T but not as tall as U. Q and U are not the tallest and also R is the shortest. Who is the tallest among them?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/>
              <a:t>a) P    b) S    c) Q   d) U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45eb6fb849_0_0"/>
          <p:cNvSpPr txBox="1"/>
          <p:nvPr>
            <p:ph type="title"/>
          </p:nvPr>
        </p:nvSpPr>
        <p:spPr>
          <a:xfrm>
            <a:off x="0" y="0"/>
            <a:ext cx="12192000" cy="1737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145eb6fb849_0_0"/>
          <p:cNvSpPr txBox="1"/>
          <p:nvPr>
            <p:ph idx="1" type="body"/>
          </p:nvPr>
        </p:nvSpPr>
        <p:spPr>
          <a:xfrm>
            <a:off x="0" y="1833154"/>
            <a:ext cx="12122400" cy="50247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 fontScale="70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/>
              <a:t>4 K % R T 3 E P # A 7 B D I A @ 2 8 V U © H J 5 f 1 % 6 M 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/>
              <a:t>1. How many such consonants are there in the above arrangement each of which is immediately preceded by a number but not   immediately followed by a letter?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/>
              <a:t>(a) One (b) Two (c) Three (d) Four (e) More than four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/>
              <a:t>2. Which of the following is the third to the left  of the tenth from the left end in the above arrangement?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/>
              <a:t>a) E (b) 9 (C) B (d) P (e) None of these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/>
              <a:t>3. Four of the following Five are alike in a certain way based on their positions in the above arrangement and so from a group. Which is the one that does not belong to that group? 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/>
              <a:t>a) 2VA (b)JF© (c) 165 (d) TP% (e) H5U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/>
              <a:t>4. How many such symbols are there in the above arrangement, each of which is. immediately followed by a letter but not Immediately preceded by a consonant?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/>
              <a:t>(a) Five (b) Four (c) Three (d) Two (e)One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/>
              <a:t>5.Which of the following is seventh to the right of the fourteenth from the right end in the  above arrangement?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/>
              <a:t>(a) 7 (b) 5 (c)J (d) F (e) None of these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6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95" name="Google Shape;295;p6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IN"/>
              <a:t>Which of the following Venn- diagram correctly illustrates the relation ship among the classes 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/>
              <a:t>1.Tennis fans, Cricket players, Students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/>
              <a:t>2.Man, Vegetables and Cow?                          ு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/>
              <a:t>3.Bus, Car and Brake?                                 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/>
              <a:t>4.Men, Father and Doctor?                  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/>
              <a:t>5.Men, Son and Father?                               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/>
              <a:t>6.Men, Women and Doctor?                   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7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01" name="Google Shape;301;p7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IN"/>
              <a:t>                                                                                       </a:t>
            </a:r>
            <a:r>
              <a:rPr lang="en-IN" sz="3600"/>
              <a:t>THANK YOU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Q spider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2022-04-07T04:00:00Z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09208EACF447490FBAF183A774E33245</vt:lpwstr>
  </property>
  <property fmtid="{D5CDD505-2E9C-101B-9397-08002B2CF9AE}" pid="4" name="KSOProductBuildVer">
    <vt:lpwstr>1033-11.2.0.11191</vt:lpwstr>
  </property>
</Properties>
</file>