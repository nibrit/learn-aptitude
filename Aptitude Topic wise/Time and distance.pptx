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aURfAwiYHo1QZFSTEZvP3nl29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8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8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28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8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30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30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31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1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1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1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3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32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2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2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32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3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34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34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3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3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7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37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37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7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3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37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37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37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3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3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3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9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9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9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39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9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3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3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39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9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9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0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4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0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4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4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4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40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1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1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1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4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4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4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41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2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4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2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4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4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42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3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3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3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3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3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4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4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4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43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4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4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4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4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4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4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44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5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5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45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5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4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4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4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45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6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4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4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4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7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7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4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4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4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47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Time Speed Distance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3" name="Google Shape;183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9" name="Google Shape;189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1.A car running at a speed of 40 km/hr .What is the distance covered by car in 4 hours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2. A bike has to cover 6000 km in 50 hours what is speed of bike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3.A bus travels at a speed of 80 km/hr for 2 hours . 70 km/hr for next 3 hours and maintain 110 km/hr for  next 4 hours what is the total distance covered by bus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4. A train has to cover 800 km in 10  hours. train initial speed is 80 km/hr But after 3 hours due to bad weather it  stopped for 2 hour but it needs to   reach destination on time . then what is the  speed  of train now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Two cars starts at the same time from A and B which is 120 km apart. If the two cars travel in opposite direction they meet after one hour and if they travel in same direction (from A towards B) then A meet B after 6 hours. What is the speed of car starting from A?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a)70 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b)60 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c)50 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d)120 kmph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Two trains of lengths 150 m and 180 m respectively are running in opposite directions on parallel tracks. If their speed is 50 km/hour and 58 km/hour respectively. In what time will they cross each other?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11sec    b) 15sec    c) 22sec    d) 30sec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 super fast express overtakes a passenger train in 20 seconds. The speed of the faster train is 72 km/h and speed of the slower train is 27 km/h. If the length of the faster train is 100 m. Find the length of the slower train ?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125 m	b) 150 m		c) 175 m	d) 200 m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Two trains of equal length are running on parallel lines in the same direction at the rate of 46 km/hour and 36 km/hour. The faster train passes the slower train in 36 seconds the length of each train is.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a) 50m	b) 72m	c) 80m	d) 82m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 super fast express overtakes a passenger train in 20 seconds. The speed of the faster train is 72 km/h and speed of the slower train is 27 km/h. If the length of the faster train is 100 m. Find the length of the slower train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125 m	b) 150 m		c) 175 m	d) 200 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T</a:t>
            </a:r>
            <a:r>
              <a:rPr lang="en-US"/>
              <a:t>wo trains of equal length are running on parallel lines in the same direction at the rate of 46 km/hour and 36 km/hour. The faster train passes the slower train in 36 seconds the length of each train is.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a) 50m	b) 72m	c) 80m	d) 82m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Two stations A and B are 110 km apart on a     straight line. One train starts from A at 7 a.m. and travels towards B at 20 kmph. Another train starts   from B at    8 a.m. and travels towards A at a speed     of 25 kmph.   At what time will they meet?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A.) 10 a.m.   B.) 11 a.m.    C.) 8 a.m.     D.) 9 a.m.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320m long train is running at 72 Kmph. how much time it will take to cross a platform of 180m long?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  A.) 20sec    B.) 25sec   C.) 30sec     D.) 27sec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 train crosses a tree in 120sec, while it crosses a 700m long platform in 190sec. the length of the      Train is: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A.) 1500m     B.) 1400m C.) 1300m   D.) 1200m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A train passes a station platform in 36 seconds and a man standing on the platform in 20 seconds. If the speed of the train is 54 km/hr, what is the length of the platform?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A.) 150 m      B.) 160 m   C.) 240   m    D.) 250 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 train passes two persons walking in the same direction at a speed of 3 km/hour and 5 km/hour respectively in 10 seconds and 11 seconds respectively. The speed of the train is.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a)24kmph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b)25kmph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c)27kmph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d)30kmph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 boat goes 40 km upstream in 8 hours 36 km downstream in 6 hours. The speed of the boat in still water 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6.5 km/hour 				(b) 5.5 km/hour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(c) 6 km/hour 					(d) 5 km/hour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A man can row boat at 5kmph in still water. If the velocity of current is 1kmph and he takes 1 hour to row to a place and come back, how far is the place ? ?</a:t>
            </a:r>
            <a:endParaRPr sz="28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(a) 2.5 km 					(b) 3 km</a:t>
            </a:r>
            <a:endParaRPr sz="28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(c) 2.4 km 					(d) 3.6 km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 man can row boat at 5kmph in still water. If the velocity of current is 1kmph and he takes 1 hour to row to a place and come back, how far is the place ? ?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(a) 2.5 km 					(b) 3 km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(c) 2.4 km 					(d) 3.6 km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 man when increasing his speed from 24 km/hr to 30 km/hr. He takes 1 hour less than the usual time to cover a certain distance. what is distance usually covered by Aman?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a) 60km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b) 120km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c) 240km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d) 400km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5" name="Google Shape;255;p1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By walking at 6/7 of his usual speed, a man reaches his office 25 minutes later than his usual time. The usual time taken by him to reach his office is.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2hrs 10min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b) 2hrs 30min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c) 2hrs 15min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d) 2hrs 25min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1" name="Google Shape;261;p1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Walking at 3/4 of his usual speed, a man covers a certain distance in 2 hours more than the time he takes to cover the distance at his usual Speed. The time taken by him to cover the distance with his usual speed is.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a)5hr		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b)5.5hrs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c)   6hrs		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d) 7hrs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Excluding stoppages, the speed of a bus is 54 kmph and including stoppages, it is 45 kmph. For how many minutes does the bus stop per hour?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(b) 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(c) 12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20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If a car moves from A to B at a speed of 60km/hr and comes back from B to A at a speed of 40km/hr, then find its average speed during the journey.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a)40kmph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b)48kmph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c)50kmph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d)60kmph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 A car during its journey travels 40 minutes at a speed of 30 km/h, another 50 minutes at a speed of 60 km/h, and 1 hour at a speed of 30 km/h. Find the average speed of the car.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(a) 45kmph			(b) 40kmph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(c) 36kmph			(d) 48kmph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(e) None of these 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 man travels a distance of 24km at 6kmph. Another distance of 24km at 8kmph and a third distance of 24km at 12kmph. His average speed for the whole journey is.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a) 8kmph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b) 8.75kmph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c) 9kmph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d) 10kmph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3.One-third of a certain journey is covered at a rate of 40kmph one-fourth at the rate of 30kmph and the rest at 25kmph. The average speed for the whole journey is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a) 30kmph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b) 33kmph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c) 34kmph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d) 35kmph</a:t>
            </a:r>
            <a:endParaRPr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7" name="Google Shape;297;p2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person covers 40% distance at a speed of 40kmph and 30% distance at a speed of 30kmph and the rest distance at a speed of 15 km/hr. Find his average speed for the whole journey.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  a) 22kmph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  b) 25kmph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  c) 28kmph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  d) 30kmph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 man completes 30 km of a journey at the speed of 6 km/hr and the remaining 40 km of the journey in 5 hours . His average speed for the whole journey is.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a)7kmph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b)7.25kmph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c)7.5kmph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d)8kmph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9" name="Google Shape;309;p2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10C4F4B76294473CB908096F53989C66</vt:lpwstr>
  </property>
  <property fmtid="{D5CDD505-2E9C-101B-9397-08002B2CF9AE}" pid="4" name="KSOProductBuildVer">
    <vt:lpwstr>1033-11.2.0.11191</vt:lpwstr>
  </property>
</Properties>
</file>