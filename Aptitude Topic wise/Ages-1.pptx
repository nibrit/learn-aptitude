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custom-properties+xml" PartName="/docProps/custom.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 id="214748366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15" roundtripDataSignature="AMtx7miTecM+xrLv8pnrjUHQSZuhlFSSW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slideMaster" Target="slideMasters/slideMaster2.xml"/><Relationship Id="rId9" Type="http://schemas.openxmlformats.org/officeDocument/2006/relationships/slide" Target="slides/slide4.xml"/><Relationship Id="rId15" Type="http://customschemas.google.com/relationships/presentationmetadata" Target="metadata"/><Relationship Id="rId14" Type="http://schemas.openxmlformats.org/officeDocument/2006/relationships/slide" Target="slides/slide9.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54" name="Google Shape;254;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5" name="Google Shape;255;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1" name="Google Shape;261;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5" name="Shape 265"/>
        <p:cNvGrpSpPr/>
        <p:nvPr/>
      </p:nvGrpSpPr>
      <p:grpSpPr>
        <a:xfrm>
          <a:off x="0" y="0"/>
          <a:ext cx="0" cy="0"/>
          <a:chOff x="0" y="0"/>
          <a:chExt cx="0" cy="0"/>
        </a:xfrm>
      </p:grpSpPr>
      <p:sp>
        <p:nvSpPr>
          <p:cNvPr id="266" name="Google Shape;266;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7" name="Google Shape;267;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4: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3" name="Google Shape;273;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3" name="Shape 283"/>
        <p:cNvGrpSpPr/>
        <p:nvPr/>
      </p:nvGrpSpPr>
      <p:grpSpPr>
        <a:xfrm>
          <a:off x="0" y="0"/>
          <a:ext cx="0" cy="0"/>
          <a:chOff x="0" y="0"/>
          <a:chExt cx="0" cy="0"/>
        </a:xfrm>
      </p:grpSpPr>
      <p:sp>
        <p:nvSpPr>
          <p:cNvPr id="284" name="Google Shape;284;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85" name="Google Shape;285;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1" name="Google Shape;291;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97" name="Google Shape;29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303" name="Google Shape;303;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Slide" showMasterSp="0">
  <p:cSld name="1_Title Slide">
    <p:spTree>
      <p:nvGrpSpPr>
        <p:cNvPr id="14" name="Shape 14"/>
        <p:cNvGrpSpPr/>
        <p:nvPr/>
      </p:nvGrpSpPr>
      <p:grpSpPr>
        <a:xfrm>
          <a:off x="0" y="0"/>
          <a:ext cx="0" cy="0"/>
          <a:chOff x="0" y="0"/>
          <a:chExt cx="0" cy="0"/>
        </a:xfrm>
      </p:grpSpPr>
      <p:sp>
        <p:nvSpPr>
          <p:cNvPr id="15" name="Google Shape;15;p11"/>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6" name="Google Shape;16;p11"/>
          <p:cNvSpPr/>
          <p:nvPr/>
        </p:nvSpPr>
        <p:spPr>
          <a:xfrm>
            <a:off x="6394450" y="0"/>
            <a:ext cx="153926" cy="6858000"/>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 name="Google Shape;17;p1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 name="Google Shape;18;p1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9" name="Google Shape;19;p1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b="0" i="0" sz="1800" u="none" cap="none" strike="noStrike">
                <a:solidFill>
                  <a:schemeClr val="dk1"/>
                </a:solidFill>
                <a:latin typeface="Calibri"/>
                <a:ea typeface="Calibri"/>
                <a:cs typeface="Calibri"/>
                <a:sym typeface="Calibri"/>
              </a:defRPr>
            </a:lvl1pPr>
            <a:lvl2pPr indent="0" lvl="1" marL="0" marR="0" rtl="0" algn="l">
              <a:spcBef>
                <a:spcPts val="0"/>
              </a:spcBef>
              <a:buNone/>
              <a:defRPr b="0" i="0" sz="1800" u="none" cap="none" strike="noStrike">
                <a:solidFill>
                  <a:schemeClr val="dk1"/>
                </a:solidFill>
                <a:latin typeface="Calibri"/>
                <a:ea typeface="Calibri"/>
                <a:cs typeface="Calibri"/>
                <a:sym typeface="Calibri"/>
              </a:defRPr>
            </a:lvl2pPr>
            <a:lvl3pPr indent="0" lvl="2" marL="0" marR="0" rtl="0" algn="l">
              <a:spcBef>
                <a:spcPts val="0"/>
              </a:spcBef>
              <a:buNone/>
              <a:defRPr b="0" i="0" sz="1800" u="none" cap="none" strike="noStrike">
                <a:solidFill>
                  <a:schemeClr val="dk1"/>
                </a:solidFill>
                <a:latin typeface="Calibri"/>
                <a:ea typeface="Calibri"/>
                <a:cs typeface="Calibri"/>
                <a:sym typeface="Calibri"/>
              </a:defRPr>
            </a:lvl3pPr>
            <a:lvl4pPr indent="0" lvl="3" marL="0" marR="0" rtl="0" algn="l">
              <a:spcBef>
                <a:spcPts val="0"/>
              </a:spcBef>
              <a:buNone/>
              <a:defRPr b="0" i="0" sz="1800" u="none" cap="none" strike="noStrike">
                <a:solidFill>
                  <a:schemeClr val="dk1"/>
                </a:solidFill>
                <a:latin typeface="Calibri"/>
                <a:ea typeface="Calibri"/>
                <a:cs typeface="Calibri"/>
                <a:sym typeface="Calibri"/>
              </a:defRPr>
            </a:lvl4pPr>
            <a:lvl5pPr indent="0" lvl="4" marL="0" marR="0" rtl="0" algn="l">
              <a:spcBef>
                <a:spcPts val="0"/>
              </a:spcBef>
              <a:buNone/>
              <a:defRPr b="0" i="0" sz="1800" u="none" cap="none" strike="noStrike">
                <a:solidFill>
                  <a:schemeClr val="dk1"/>
                </a:solidFill>
                <a:latin typeface="Calibri"/>
                <a:ea typeface="Calibri"/>
                <a:cs typeface="Calibri"/>
                <a:sym typeface="Calibri"/>
              </a:defRPr>
            </a:lvl5pPr>
            <a:lvl6pPr indent="0" lvl="5" marL="0" marR="0" rtl="0" algn="l">
              <a:spcBef>
                <a:spcPts val="0"/>
              </a:spcBef>
              <a:buNone/>
              <a:defRPr b="0" i="0" sz="1800" u="none" cap="none" strike="noStrike">
                <a:solidFill>
                  <a:schemeClr val="dk1"/>
                </a:solidFill>
                <a:latin typeface="Calibri"/>
                <a:ea typeface="Calibri"/>
                <a:cs typeface="Calibri"/>
                <a:sym typeface="Calibri"/>
              </a:defRPr>
            </a:lvl6pPr>
            <a:lvl7pPr indent="0" lvl="6" marL="0" marR="0" rtl="0" algn="l">
              <a:spcBef>
                <a:spcPts val="0"/>
              </a:spcBef>
              <a:buNone/>
              <a:defRPr b="0" i="0" sz="1800" u="none" cap="none" strike="noStrike">
                <a:solidFill>
                  <a:schemeClr val="dk1"/>
                </a:solidFill>
                <a:latin typeface="Calibri"/>
                <a:ea typeface="Calibri"/>
                <a:cs typeface="Calibri"/>
                <a:sym typeface="Calibri"/>
              </a:defRPr>
            </a:lvl7pPr>
            <a:lvl8pPr indent="0" lvl="7" marL="0" marR="0" rtl="0" algn="l">
              <a:spcBef>
                <a:spcPts val="0"/>
              </a:spcBef>
              <a:buNone/>
              <a:defRPr b="0" i="0" sz="1800" u="none" cap="none" strike="noStrike">
                <a:solidFill>
                  <a:schemeClr val="dk1"/>
                </a:solidFill>
                <a:latin typeface="Calibri"/>
                <a:ea typeface="Calibri"/>
                <a:cs typeface="Calibri"/>
                <a:sym typeface="Calibri"/>
              </a:defRPr>
            </a:lvl8pPr>
            <a:lvl9pPr indent="0" lvl="8" marL="0" marR="0" rtl="0" algn="l">
              <a:spcBef>
                <a:spcPts val="0"/>
              </a:spcBef>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20" name="Google Shape;20;p11"/>
          <p:cNvSpPr/>
          <p:nvPr>
            <p:ph idx="2" type="pic"/>
          </p:nvPr>
        </p:nvSpPr>
        <p:spPr>
          <a:xfrm>
            <a:off x="0" y="0"/>
            <a:ext cx="6311900" cy="6858000"/>
          </a:xfrm>
          <a:prstGeom prst="rect">
            <a:avLst/>
          </a:prstGeom>
          <a:noFill/>
          <a:ln>
            <a:noFill/>
          </a:ln>
        </p:spPr>
      </p:sp>
      <p:sp>
        <p:nvSpPr>
          <p:cNvPr id="21" name="Google Shape;21;p11"/>
          <p:cNvSpPr txBox="1"/>
          <p:nvPr>
            <p:ph type="ctrTitle"/>
          </p:nvPr>
        </p:nvSpPr>
        <p:spPr>
          <a:xfrm>
            <a:off x="6629400" y="758952"/>
            <a:ext cx="4526280" cy="3227514"/>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accent1"/>
              </a:buClr>
              <a:buSzPts val="6000"/>
              <a:buFont typeface="Calibri"/>
              <a:buNone/>
              <a:defRPr b="1" sz="6000">
                <a:solidFill>
                  <a:schemeClr val="accen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11"/>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rgbClr val="3F3F3F"/>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23" name="Google Shape;23;p11"/>
          <p:cNvSpPr/>
          <p:nvPr/>
        </p:nvSpPr>
        <p:spPr>
          <a:xfrm>
            <a:off x="6311900" y="0"/>
            <a:ext cx="153926" cy="68580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6" name="Google Shape;26;p1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27" name="Google Shape;27;p1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8" name="Google Shape;28;p1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29" name="Google Shape;29;p1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p:cSld name="Title Slide">
    <p:spTree>
      <p:nvGrpSpPr>
        <p:cNvPr id="30" name="Shape 30"/>
        <p:cNvGrpSpPr/>
        <p:nvPr/>
      </p:nvGrpSpPr>
      <p:grpSpPr>
        <a:xfrm>
          <a:off x="0" y="0"/>
          <a:ext cx="0" cy="0"/>
          <a:chOff x="0" y="0"/>
          <a:chExt cx="0" cy="0"/>
        </a:xfrm>
      </p:grpSpPr>
      <p:sp>
        <p:nvSpPr>
          <p:cNvPr id="31" name="Google Shape;31;p13"/>
          <p:cNvSpPr/>
          <p:nvPr>
            <p:ph idx="2" type="pic"/>
          </p:nvPr>
        </p:nvSpPr>
        <p:spPr>
          <a:xfrm>
            <a:off x="0" y="0"/>
            <a:ext cx="12192000" cy="6858000"/>
          </a:xfrm>
          <a:prstGeom prst="rect">
            <a:avLst/>
          </a:prstGeom>
          <a:noFill/>
          <a:ln>
            <a:noFill/>
          </a:ln>
        </p:spPr>
      </p:sp>
      <p:sp>
        <p:nvSpPr>
          <p:cNvPr id="32" name="Google Shape;32;p1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3" name="Google Shape;33;p1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34" name="Google Shape;34;p1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35" name="Google Shape;35;p13"/>
          <p:cNvSpPr txBox="1"/>
          <p:nvPr>
            <p:ph idx="1" type="subTitle"/>
          </p:nvPr>
        </p:nvSpPr>
        <p:spPr>
          <a:xfrm>
            <a:off x="1212850" y="4508500"/>
            <a:ext cx="5118100" cy="1279652"/>
          </a:xfrm>
          <a:prstGeom prst="rect">
            <a:avLst/>
          </a:prstGeom>
          <a:noFill/>
          <a:ln>
            <a:noFill/>
          </a:ln>
        </p:spPr>
        <p:txBody>
          <a:bodyPr anchorCtr="0" anchor="t" bIns="45700" lIns="91425" spcFirstLastPara="1" rIns="91425" wrap="square" tIns="45700">
            <a:normAutofit/>
          </a:bodyPr>
          <a:lstStyle>
            <a:lvl1pPr lvl="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lvl="1" algn="ctr">
              <a:lnSpc>
                <a:spcPct val="100000"/>
              </a:lnSpc>
              <a:spcBef>
                <a:spcPts val="200"/>
              </a:spcBef>
              <a:spcAft>
                <a:spcPts val="0"/>
              </a:spcAft>
              <a:buSzPts val="2400"/>
              <a:buNone/>
              <a:defRPr sz="2400"/>
            </a:lvl2pPr>
            <a:lvl3pPr lvl="2" algn="ctr">
              <a:lnSpc>
                <a:spcPct val="100000"/>
              </a:lnSpc>
              <a:spcBef>
                <a:spcPts val="400"/>
              </a:spcBef>
              <a:spcAft>
                <a:spcPts val="0"/>
              </a:spcAft>
              <a:buSzPts val="2400"/>
              <a:buNone/>
              <a:defRPr sz="2400"/>
            </a:lvl3pPr>
            <a:lvl4pPr lvl="3" algn="ctr">
              <a:lnSpc>
                <a:spcPct val="100000"/>
              </a:lnSpc>
              <a:spcBef>
                <a:spcPts val="400"/>
              </a:spcBef>
              <a:spcAft>
                <a:spcPts val="0"/>
              </a:spcAft>
              <a:buSzPts val="2000"/>
              <a:buNone/>
              <a:defRPr sz="2000"/>
            </a:lvl4pPr>
            <a:lvl5pPr lvl="4" algn="ctr">
              <a:lnSpc>
                <a:spcPct val="100000"/>
              </a:lnSpc>
              <a:spcBef>
                <a:spcPts val="400"/>
              </a:spcBef>
              <a:spcAft>
                <a:spcPts val="0"/>
              </a:spcAft>
              <a:buSzPts val="2000"/>
              <a:buNone/>
              <a:defRPr sz="2000"/>
            </a:lvl5pPr>
            <a:lvl6pPr lvl="5" algn="ctr">
              <a:lnSpc>
                <a:spcPct val="90000"/>
              </a:lnSpc>
              <a:spcBef>
                <a:spcPts val="400"/>
              </a:spcBef>
              <a:spcAft>
                <a:spcPts val="0"/>
              </a:spcAft>
              <a:buSzPts val="2000"/>
              <a:buNone/>
              <a:defRPr sz="2000"/>
            </a:lvl6pPr>
            <a:lvl7pPr lvl="6" algn="ctr">
              <a:lnSpc>
                <a:spcPct val="90000"/>
              </a:lnSpc>
              <a:spcBef>
                <a:spcPts val="400"/>
              </a:spcBef>
              <a:spcAft>
                <a:spcPts val="0"/>
              </a:spcAft>
              <a:buSzPts val="2000"/>
              <a:buNone/>
              <a:defRPr sz="2000"/>
            </a:lvl7pPr>
            <a:lvl8pPr lvl="7" algn="ctr">
              <a:lnSpc>
                <a:spcPct val="90000"/>
              </a:lnSpc>
              <a:spcBef>
                <a:spcPts val="400"/>
              </a:spcBef>
              <a:spcAft>
                <a:spcPts val="0"/>
              </a:spcAft>
              <a:buSzPts val="2000"/>
              <a:buNone/>
              <a:defRPr sz="2000"/>
            </a:lvl8pPr>
            <a:lvl9pPr lvl="8" algn="ctr">
              <a:lnSpc>
                <a:spcPct val="90000"/>
              </a:lnSpc>
              <a:spcBef>
                <a:spcPts val="400"/>
              </a:spcBef>
              <a:spcAft>
                <a:spcPts val="400"/>
              </a:spcAft>
              <a:buSzPts val="2000"/>
              <a:buNone/>
              <a:defRPr sz="2000"/>
            </a:lvl9pPr>
          </a:lstStyle>
          <a:p/>
        </p:txBody>
      </p:sp>
      <p:sp>
        <p:nvSpPr>
          <p:cNvPr id="36" name="Google Shape;36;p13"/>
          <p:cNvSpPr txBox="1"/>
          <p:nvPr>
            <p:ph type="ctrTitle"/>
          </p:nvPr>
        </p:nvSpPr>
        <p:spPr>
          <a:xfrm>
            <a:off x="1212850" y="2057400"/>
            <a:ext cx="5118100" cy="1929066"/>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5400"/>
              <a:buFont typeface="Calibri"/>
              <a:buNone/>
              <a:defRPr b="1" sz="54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p:cSld name="Section Header">
    <p:bg>
      <p:bgPr>
        <a:solidFill>
          <a:schemeClr val="lt1"/>
        </a:solidFill>
      </p:bgPr>
    </p:bg>
    <p:spTree>
      <p:nvGrpSpPr>
        <p:cNvPr id="37" name="Shape 37"/>
        <p:cNvGrpSpPr/>
        <p:nvPr/>
      </p:nvGrpSpPr>
      <p:grpSpPr>
        <a:xfrm>
          <a:off x="0" y="0"/>
          <a:ext cx="0" cy="0"/>
          <a:chOff x="0" y="0"/>
          <a:chExt cx="0" cy="0"/>
        </a:xfrm>
      </p:grpSpPr>
      <p:sp>
        <p:nvSpPr>
          <p:cNvPr id="38" name="Google Shape;38;p14"/>
          <p:cNvSpPr/>
          <p:nvPr/>
        </p:nvSpPr>
        <p:spPr>
          <a:xfrm>
            <a:off x="7972121"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39" name="Google Shape;39;p1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0" name="Google Shape;40;p14"/>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1" name="Google Shape;41;p1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42" name="Google Shape;42;p14"/>
          <p:cNvSpPr/>
          <p:nvPr>
            <p:ph idx="2" type="pic"/>
          </p:nvPr>
        </p:nvSpPr>
        <p:spPr>
          <a:xfrm>
            <a:off x="0" y="0"/>
            <a:ext cx="6311900" cy="6858000"/>
          </a:xfrm>
          <a:prstGeom prst="rect">
            <a:avLst/>
          </a:prstGeom>
          <a:noFill/>
          <a:ln>
            <a:noFill/>
          </a:ln>
        </p:spPr>
      </p:sp>
      <p:sp>
        <p:nvSpPr>
          <p:cNvPr id="43" name="Google Shape;43;p14"/>
          <p:cNvSpPr/>
          <p:nvPr/>
        </p:nvSpPr>
        <p:spPr>
          <a:xfrm>
            <a:off x="2451099"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44" name="Google Shape;44;p14"/>
          <p:cNvSpPr txBox="1"/>
          <p:nvPr>
            <p:ph type="title"/>
          </p:nvPr>
        </p:nvSpPr>
        <p:spPr>
          <a:xfrm>
            <a:off x="2641599" y="3746500"/>
            <a:ext cx="8331202" cy="13081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5" name="Google Shape;45;p14"/>
          <p:cNvSpPr txBox="1"/>
          <p:nvPr>
            <p:ph idx="1" type="body"/>
          </p:nvPr>
        </p:nvSpPr>
        <p:spPr>
          <a:xfrm>
            <a:off x="26416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46" name="Google Shape;46;p14"/>
          <p:cNvSpPr/>
          <p:nvPr/>
        </p:nvSpPr>
        <p:spPr>
          <a:xfrm>
            <a:off x="37528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Section Header" showMasterSp="0">
  <p:cSld name="1_Section Header">
    <p:bg>
      <p:bgPr>
        <a:solidFill>
          <a:schemeClr val="lt1"/>
        </a:solidFill>
      </p:bgPr>
    </p:bg>
    <p:spTree>
      <p:nvGrpSpPr>
        <p:cNvPr id="47" name="Shape 47"/>
        <p:cNvGrpSpPr/>
        <p:nvPr/>
      </p:nvGrpSpPr>
      <p:grpSpPr>
        <a:xfrm>
          <a:off x="0" y="0"/>
          <a:ext cx="0" cy="0"/>
          <a:chOff x="0" y="0"/>
          <a:chExt cx="0" cy="0"/>
        </a:xfrm>
      </p:grpSpPr>
      <p:sp>
        <p:nvSpPr>
          <p:cNvPr id="48" name="Google Shape;48;p1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9" name="Google Shape;49;p1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0" name="Google Shape;50;p1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51" name="Google Shape;51;p15"/>
          <p:cNvSpPr/>
          <p:nvPr>
            <p:ph idx="2" type="pic"/>
          </p:nvPr>
        </p:nvSpPr>
        <p:spPr>
          <a:xfrm>
            <a:off x="0" y="0"/>
            <a:ext cx="12192000" cy="6858000"/>
          </a:xfrm>
          <a:prstGeom prst="rect">
            <a:avLst/>
          </a:prstGeom>
          <a:noFill/>
          <a:ln>
            <a:noFill/>
          </a:ln>
        </p:spPr>
      </p:sp>
      <p:sp>
        <p:nvSpPr>
          <p:cNvPr id="52" name="Google Shape;52;p15"/>
          <p:cNvSpPr/>
          <p:nvPr/>
        </p:nvSpPr>
        <p:spPr>
          <a:xfrm>
            <a:off x="1735138" y="3568700"/>
            <a:ext cx="8721725" cy="2308225"/>
          </a:xfrm>
          <a:prstGeom prst="rect">
            <a:avLst/>
          </a:prstGeom>
          <a:solidFill>
            <a:schemeClr val="accent1"/>
          </a:solidFill>
          <a:ln>
            <a:noFill/>
          </a:ln>
        </p:spPr>
        <p:txBody>
          <a:bodyPr anchorCtr="0" anchor="b" bIns="45700" lIns="91425" spcFirstLastPara="1" rIns="91425" wrap="square" tIns="45700">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53" name="Google Shape;53;p15"/>
          <p:cNvSpPr txBox="1"/>
          <p:nvPr>
            <p:ph type="title"/>
          </p:nvPr>
        </p:nvSpPr>
        <p:spPr>
          <a:xfrm>
            <a:off x="1930399" y="3746500"/>
            <a:ext cx="8331202" cy="13081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Clr>
                <a:schemeClr val="lt1"/>
              </a:buClr>
              <a:buSzPts val="4800"/>
              <a:buFont typeface="Calibri"/>
              <a:buNone/>
              <a:defRPr b="1" sz="4800">
                <a:solidFill>
                  <a:schemeClr val="lt1"/>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4" name="Google Shape;54;p15"/>
          <p:cNvSpPr txBox="1"/>
          <p:nvPr>
            <p:ph idx="1" type="body"/>
          </p:nvPr>
        </p:nvSpPr>
        <p:spPr>
          <a:xfrm>
            <a:off x="1930400" y="5219700"/>
            <a:ext cx="8331201" cy="586740"/>
          </a:xfrm>
          <a:prstGeom prst="rect">
            <a:avLst/>
          </a:prstGeom>
          <a:noFill/>
          <a:ln>
            <a:noFill/>
          </a:ln>
        </p:spPr>
        <p:txBody>
          <a:bodyPr anchorCtr="0" anchor="t" bIns="45700" lIns="91425" spcFirstLastPara="1" rIns="91425" wrap="square" tIns="45700">
            <a:normAutofit/>
          </a:bodyPr>
          <a:lstStyle>
            <a:lvl1pPr indent="-228600" lvl="0" marL="457200" algn="ctr">
              <a:lnSpc>
                <a:spcPct val="100000"/>
              </a:lnSpc>
              <a:spcBef>
                <a:spcPts val="1200"/>
              </a:spcBef>
              <a:spcAft>
                <a:spcPts val="0"/>
              </a:spcAft>
              <a:buSzPts val="2400"/>
              <a:buNone/>
              <a:defRPr sz="2400" cap="none">
                <a:solidFill>
                  <a:schemeClr val="lt1"/>
                </a:solidFill>
                <a:latin typeface="Calibri"/>
                <a:ea typeface="Calibri"/>
                <a:cs typeface="Calibri"/>
                <a:sym typeface="Calibri"/>
              </a:defRPr>
            </a:lvl1pPr>
            <a:lvl2pPr indent="-228600" lvl="1" marL="914400" algn="l">
              <a:lnSpc>
                <a:spcPct val="100000"/>
              </a:lnSpc>
              <a:spcBef>
                <a:spcPts val="200"/>
              </a:spcBef>
              <a:spcAft>
                <a:spcPts val="0"/>
              </a:spcAft>
              <a:buSzPts val="1800"/>
              <a:buNone/>
              <a:defRPr sz="1800">
                <a:solidFill>
                  <a:srgbClr val="888888"/>
                </a:solidFill>
              </a:defRPr>
            </a:lvl2pPr>
            <a:lvl3pPr indent="-228600" lvl="2" marL="1371600" algn="l">
              <a:lnSpc>
                <a:spcPct val="100000"/>
              </a:lnSpc>
              <a:spcBef>
                <a:spcPts val="400"/>
              </a:spcBef>
              <a:spcAft>
                <a:spcPts val="0"/>
              </a:spcAft>
              <a:buSzPts val="1600"/>
              <a:buNone/>
              <a:defRPr sz="1600">
                <a:solidFill>
                  <a:srgbClr val="888888"/>
                </a:solidFill>
              </a:defRPr>
            </a:lvl3pPr>
            <a:lvl4pPr indent="-228600" lvl="3" marL="1828800" algn="l">
              <a:lnSpc>
                <a:spcPct val="100000"/>
              </a:lnSpc>
              <a:spcBef>
                <a:spcPts val="400"/>
              </a:spcBef>
              <a:spcAft>
                <a:spcPts val="0"/>
              </a:spcAft>
              <a:buSzPts val="1400"/>
              <a:buNone/>
              <a:defRPr sz="1400">
                <a:solidFill>
                  <a:srgbClr val="888888"/>
                </a:solidFill>
              </a:defRPr>
            </a:lvl4pPr>
            <a:lvl5pPr indent="-228600" lvl="4" marL="2286000" algn="l">
              <a:lnSpc>
                <a:spcPct val="100000"/>
              </a:lnSpc>
              <a:spcBef>
                <a:spcPts val="400"/>
              </a:spcBef>
              <a:spcAft>
                <a:spcPts val="0"/>
              </a:spcAft>
              <a:buSzPts val="1400"/>
              <a:buNone/>
              <a:defRPr sz="1400">
                <a:solidFill>
                  <a:srgbClr val="888888"/>
                </a:solidFill>
              </a:defRPr>
            </a:lvl5pPr>
            <a:lvl6pPr indent="-228600" lvl="5" marL="2743200" algn="l">
              <a:lnSpc>
                <a:spcPct val="90000"/>
              </a:lnSpc>
              <a:spcBef>
                <a:spcPts val="400"/>
              </a:spcBef>
              <a:spcAft>
                <a:spcPts val="0"/>
              </a:spcAft>
              <a:buSzPts val="1400"/>
              <a:buNone/>
              <a:defRPr sz="1400">
                <a:solidFill>
                  <a:srgbClr val="888888"/>
                </a:solidFill>
              </a:defRPr>
            </a:lvl6pPr>
            <a:lvl7pPr indent="-228600" lvl="6" marL="3200400" algn="l">
              <a:lnSpc>
                <a:spcPct val="90000"/>
              </a:lnSpc>
              <a:spcBef>
                <a:spcPts val="400"/>
              </a:spcBef>
              <a:spcAft>
                <a:spcPts val="0"/>
              </a:spcAft>
              <a:buSzPts val="1400"/>
              <a:buNone/>
              <a:defRPr sz="1400">
                <a:solidFill>
                  <a:srgbClr val="888888"/>
                </a:solidFill>
              </a:defRPr>
            </a:lvl7pPr>
            <a:lvl8pPr indent="-228600" lvl="7" marL="3657600" algn="l">
              <a:lnSpc>
                <a:spcPct val="90000"/>
              </a:lnSpc>
              <a:spcBef>
                <a:spcPts val="400"/>
              </a:spcBef>
              <a:spcAft>
                <a:spcPts val="0"/>
              </a:spcAft>
              <a:buSzPts val="1400"/>
              <a:buNone/>
              <a:defRPr sz="1400">
                <a:solidFill>
                  <a:srgbClr val="888888"/>
                </a:solidFill>
              </a:defRPr>
            </a:lvl8pPr>
            <a:lvl9pPr indent="-228600" lvl="8" marL="4114800" algn="l">
              <a:lnSpc>
                <a:spcPct val="90000"/>
              </a:lnSpc>
              <a:spcBef>
                <a:spcPts val="400"/>
              </a:spcBef>
              <a:spcAft>
                <a:spcPts val="400"/>
              </a:spcAft>
              <a:buSzPts val="1400"/>
              <a:buNone/>
              <a:defRPr sz="1400">
                <a:solidFill>
                  <a:srgbClr val="888888"/>
                </a:solidFill>
              </a:defRPr>
            </a:lvl9pPr>
          </a:lstStyle>
          <a:p/>
        </p:txBody>
      </p:sp>
      <p:sp>
        <p:nvSpPr>
          <p:cNvPr id="55" name="Google Shape;55;p15"/>
          <p:cNvSpPr/>
          <p:nvPr/>
        </p:nvSpPr>
        <p:spPr>
          <a:xfrm>
            <a:off x="3536950" y="3469101"/>
            <a:ext cx="511810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56" name="Shape 56"/>
        <p:cNvGrpSpPr/>
        <p:nvPr/>
      </p:nvGrpSpPr>
      <p:grpSpPr>
        <a:xfrm>
          <a:off x="0" y="0"/>
          <a:ext cx="0" cy="0"/>
          <a:chOff x="0" y="0"/>
          <a:chExt cx="0" cy="0"/>
        </a:xfrm>
      </p:grpSpPr>
      <p:sp>
        <p:nvSpPr>
          <p:cNvPr id="57" name="Google Shape;57;p16"/>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16"/>
          <p:cNvSpPr txBox="1"/>
          <p:nvPr>
            <p:ph idx="1" type="body"/>
          </p:nvPr>
        </p:nvSpPr>
        <p:spPr>
          <a:xfrm>
            <a:off x="1097280" y="2120900"/>
            <a:ext cx="4639736" cy="3748193"/>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59" name="Google Shape;59;p16"/>
          <p:cNvSpPr txBox="1"/>
          <p:nvPr>
            <p:ph idx="2" type="body"/>
          </p:nvPr>
        </p:nvSpPr>
        <p:spPr>
          <a:xfrm>
            <a:off x="6515944" y="2120900"/>
            <a:ext cx="4639736" cy="374819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0" name="Google Shape;60;p1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1" name="Google Shape;61;p1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62" name="Google Shape;62;p1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63" name="Shape 63"/>
        <p:cNvGrpSpPr/>
        <p:nvPr/>
      </p:nvGrpSpPr>
      <p:grpSpPr>
        <a:xfrm>
          <a:off x="0" y="0"/>
          <a:ext cx="0" cy="0"/>
          <a:chOff x="0" y="0"/>
          <a:chExt cx="0" cy="0"/>
        </a:xfrm>
      </p:grpSpPr>
      <p:sp>
        <p:nvSpPr>
          <p:cNvPr id="64" name="Google Shape;64;p17"/>
          <p:cNvSpPr txBox="1"/>
          <p:nvPr>
            <p:ph type="title"/>
          </p:nvPr>
        </p:nvSpPr>
        <p:spPr>
          <a:xfrm>
            <a:off x="1097280" y="286603"/>
            <a:ext cx="10058400" cy="145075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17"/>
          <p:cNvSpPr txBox="1"/>
          <p:nvPr>
            <p:ph idx="1" type="body"/>
          </p:nvPr>
        </p:nvSpPr>
        <p:spPr>
          <a:xfrm>
            <a:off x="1097280"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6" name="Google Shape;66;p17"/>
          <p:cNvSpPr txBox="1"/>
          <p:nvPr>
            <p:ph idx="2" type="body"/>
          </p:nvPr>
        </p:nvSpPr>
        <p:spPr>
          <a:xfrm>
            <a:off x="1186731" y="2958274"/>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7" name="Google Shape;67;p17"/>
          <p:cNvSpPr txBox="1"/>
          <p:nvPr>
            <p:ph idx="3" type="body"/>
          </p:nvPr>
        </p:nvSpPr>
        <p:spPr>
          <a:xfrm>
            <a:off x="6515944" y="2057400"/>
            <a:ext cx="4639736" cy="736282"/>
          </a:xfrm>
          <a:prstGeom prst="rect">
            <a:avLst/>
          </a:prstGeom>
          <a:noFill/>
          <a:ln>
            <a:noFill/>
          </a:ln>
        </p:spPr>
        <p:txBody>
          <a:bodyPr anchorCtr="0" anchor="ctr" bIns="45700" lIns="91425" spcFirstLastPara="1" rIns="91425" wrap="square" tIns="45700">
            <a:noAutofit/>
          </a:bodyPr>
          <a:lstStyle>
            <a:lvl1pPr indent="-228600" lvl="0" marL="457200" algn="l">
              <a:lnSpc>
                <a:spcPct val="100000"/>
              </a:lnSpc>
              <a:spcBef>
                <a:spcPts val="1200"/>
              </a:spcBef>
              <a:spcAft>
                <a:spcPts val="0"/>
              </a:spcAft>
              <a:buSzPts val="2400"/>
              <a:buNone/>
              <a:defRPr b="1" sz="2400" cap="none">
                <a:solidFill>
                  <a:schemeClr val="accent1"/>
                </a:solidFill>
              </a:defRPr>
            </a:lvl1pPr>
            <a:lvl2pPr indent="-228600" lvl="1" marL="914400" algn="l">
              <a:lnSpc>
                <a:spcPct val="100000"/>
              </a:lnSpc>
              <a:spcBef>
                <a:spcPts val="200"/>
              </a:spcBef>
              <a:spcAft>
                <a:spcPts val="0"/>
              </a:spcAft>
              <a:buSzPts val="2000"/>
              <a:buNone/>
              <a:defRPr b="1" sz="2000"/>
            </a:lvl2pPr>
            <a:lvl3pPr indent="-228600" lvl="2" marL="1371600" algn="l">
              <a:lnSpc>
                <a:spcPct val="100000"/>
              </a:lnSpc>
              <a:spcBef>
                <a:spcPts val="400"/>
              </a:spcBef>
              <a:spcAft>
                <a:spcPts val="0"/>
              </a:spcAft>
              <a:buSzPts val="1800"/>
              <a:buNone/>
              <a:defRPr b="1" sz="1800"/>
            </a:lvl3pPr>
            <a:lvl4pPr indent="-228600" lvl="3" marL="1828800" algn="l">
              <a:lnSpc>
                <a:spcPct val="100000"/>
              </a:lnSpc>
              <a:spcBef>
                <a:spcPts val="400"/>
              </a:spcBef>
              <a:spcAft>
                <a:spcPts val="0"/>
              </a:spcAft>
              <a:buSzPts val="1600"/>
              <a:buNone/>
              <a:defRPr b="1" sz="1600"/>
            </a:lvl4pPr>
            <a:lvl5pPr indent="-228600" lvl="4" marL="2286000" algn="l">
              <a:lnSpc>
                <a:spcPct val="100000"/>
              </a:lnSpc>
              <a:spcBef>
                <a:spcPts val="400"/>
              </a:spcBef>
              <a:spcAft>
                <a:spcPts val="0"/>
              </a:spcAft>
              <a:buSzPts val="1600"/>
              <a:buNone/>
              <a:defRPr b="1" sz="1600"/>
            </a:lvl5pPr>
            <a:lvl6pPr indent="-228600" lvl="5" marL="2743200" algn="l">
              <a:lnSpc>
                <a:spcPct val="90000"/>
              </a:lnSpc>
              <a:spcBef>
                <a:spcPts val="400"/>
              </a:spcBef>
              <a:spcAft>
                <a:spcPts val="0"/>
              </a:spcAft>
              <a:buSzPts val="1600"/>
              <a:buNone/>
              <a:defRPr b="1" sz="1600"/>
            </a:lvl6pPr>
            <a:lvl7pPr indent="-228600" lvl="6" marL="3200400" algn="l">
              <a:lnSpc>
                <a:spcPct val="90000"/>
              </a:lnSpc>
              <a:spcBef>
                <a:spcPts val="400"/>
              </a:spcBef>
              <a:spcAft>
                <a:spcPts val="0"/>
              </a:spcAft>
              <a:buSzPts val="1600"/>
              <a:buNone/>
              <a:defRPr b="1" sz="1600"/>
            </a:lvl7pPr>
            <a:lvl8pPr indent="-228600" lvl="7" marL="3657600" algn="l">
              <a:lnSpc>
                <a:spcPct val="90000"/>
              </a:lnSpc>
              <a:spcBef>
                <a:spcPts val="400"/>
              </a:spcBef>
              <a:spcAft>
                <a:spcPts val="0"/>
              </a:spcAft>
              <a:buSzPts val="1600"/>
              <a:buNone/>
              <a:defRPr b="1" sz="1600"/>
            </a:lvl8pPr>
            <a:lvl9pPr indent="-228600" lvl="8" marL="4114800" algn="l">
              <a:lnSpc>
                <a:spcPct val="90000"/>
              </a:lnSpc>
              <a:spcBef>
                <a:spcPts val="400"/>
              </a:spcBef>
              <a:spcAft>
                <a:spcPts val="400"/>
              </a:spcAft>
              <a:buSzPts val="1600"/>
              <a:buNone/>
              <a:defRPr b="1" sz="1600"/>
            </a:lvl9pPr>
          </a:lstStyle>
          <a:p/>
        </p:txBody>
      </p:sp>
      <p:sp>
        <p:nvSpPr>
          <p:cNvPr id="68" name="Google Shape;68;p17"/>
          <p:cNvSpPr txBox="1"/>
          <p:nvPr>
            <p:ph idx="4" type="body"/>
          </p:nvPr>
        </p:nvSpPr>
        <p:spPr>
          <a:xfrm>
            <a:off x="6605395" y="2958273"/>
            <a:ext cx="4639736" cy="2910821"/>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69" name="Google Shape;69;p1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0" name="Google Shape;70;p1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1" name="Google Shape;71;p1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74" name="Shape 74"/>
        <p:cNvGrpSpPr/>
        <p:nvPr/>
      </p:nvGrpSpPr>
      <p:grpSpPr>
        <a:xfrm>
          <a:off x="0" y="0"/>
          <a:ext cx="0" cy="0"/>
          <a:chOff x="0" y="0"/>
          <a:chExt cx="0" cy="0"/>
        </a:xfrm>
      </p:grpSpPr>
      <p:sp>
        <p:nvSpPr>
          <p:cNvPr id="75" name="Google Shape;75;p19"/>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76" name="Google Shape;76;p1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7" name="Google Shape;77;p1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78" name="Google Shape;78;p1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79" name="Shape 79"/>
        <p:cNvGrpSpPr/>
        <p:nvPr/>
      </p:nvGrpSpPr>
      <p:grpSpPr>
        <a:xfrm>
          <a:off x="0" y="0"/>
          <a:ext cx="0" cy="0"/>
          <a:chOff x="0" y="0"/>
          <a:chExt cx="0" cy="0"/>
        </a:xfrm>
      </p:grpSpPr>
      <p:sp>
        <p:nvSpPr>
          <p:cNvPr id="80" name="Google Shape;80;p20"/>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1" name="Google Shape;81;p20"/>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0"/>
          <p:cNvSpPr txBox="1"/>
          <p:nvPr>
            <p:ph type="title"/>
          </p:nvPr>
        </p:nvSpPr>
        <p:spPr>
          <a:xfrm>
            <a:off x="1092200" y="786383"/>
            <a:ext cx="3068833" cy="2093975"/>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FFFFFF"/>
              </a:buClr>
              <a:buSzPts val="3600"/>
              <a:buFont typeface="Calibri"/>
              <a:buNone/>
              <a:defRPr b="0" sz="36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3" name="Google Shape;83;p20"/>
          <p:cNvSpPr txBox="1"/>
          <p:nvPr>
            <p:ph idx="1" type="body"/>
          </p:nvPr>
        </p:nvSpPr>
        <p:spPr>
          <a:xfrm>
            <a:off x="5458984" y="812800"/>
            <a:ext cx="5713841" cy="4868609"/>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84" name="Google Shape;84;p20"/>
          <p:cNvSpPr txBox="1"/>
          <p:nvPr>
            <p:ph idx="2" type="body"/>
          </p:nvPr>
        </p:nvSpPr>
        <p:spPr>
          <a:xfrm>
            <a:off x="1092200" y="3043050"/>
            <a:ext cx="3068832" cy="2638359"/>
          </a:xfrm>
          <a:prstGeom prst="rect">
            <a:avLst/>
          </a:prstGeom>
          <a:noFill/>
          <a:ln>
            <a:noFill/>
          </a:ln>
        </p:spPr>
        <p:txBody>
          <a:bodyPr anchorCtr="0" anchor="t" bIns="45700" lIns="91425" spcFirstLastPara="1" rIns="91425" wrap="square" tIns="45700">
            <a:normAutofit/>
          </a:bodyPr>
          <a:lstStyle>
            <a:lvl1pPr indent="-228600" lvl="0" marL="457200" algn="l">
              <a:lnSpc>
                <a:spcPct val="100000"/>
              </a:lnSpc>
              <a:spcBef>
                <a:spcPts val="1200"/>
              </a:spcBef>
              <a:spcAft>
                <a:spcPts val="0"/>
              </a:spcAft>
              <a:buSzPts val="1800"/>
              <a:buNone/>
              <a:defRPr sz="1800">
                <a:solidFill>
                  <a:srgbClr val="FFFFFF"/>
                </a:solidFill>
              </a:defRPr>
            </a:lvl1pPr>
            <a:lvl2pPr indent="-228600" lvl="1" marL="914400" algn="l">
              <a:lnSpc>
                <a:spcPct val="100000"/>
              </a:lnSpc>
              <a:spcBef>
                <a:spcPts val="2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85" name="Google Shape;85;p20"/>
          <p:cNvSpPr/>
          <p:nvPr/>
        </p:nvSpPr>
        <p:spPr>
          <a:xfrm>
            <a:off x="0" y="139700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6" name="Google Shape;86;p20"/>
          <p:cNvSpPr/>
          <p:nvPr/>
        </p:nvSpPr>
        <p:spPr>
          <a:xfrm>
            <a:off x="5458983" y="624142"/>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87" name="Google Shape;87;p2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8" name="Google Shape;88;p2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9" name="Google Shape;89;p2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cxnSp>
        <p:nvCxnSpPr>
          <p:cNvPr id="90" name="Google Shape;90;p20"/>
          <p:cNvCxnSpPr/>
          <p:nvPr/>
        </p:nvCxnSpPr>
        <p:spPr>
          <a:xfrm rot="10800000">
            <a:off x="1092200" y="6446838"/>
            <a:ext cx="1643438" cy="0"/>
          </a:xfrm>
          <a:prstGeom prst="straightConnector1">
            <a:avLst/>
          </a:prstGeom>
          <a:noFill/>
          <a:ln cap="flat" cmpd="sng" w="28575">
            <a:solidFill>
              <a:schemeClr val="dk2"/>
            </a:solidFill>
            <a:prstDash val="solid"/>
            <a:round/>
            <a:headEnd len="sm" w="sm" type="none"/>
            <a:tailEnd len="sm" w="sm" type="none"/>
          </a:ln>
        </p:spPr>
      </p:cxnSp>
      <p:cxnSp>
        <p:nvCxnSpPr>
          <p:cNvPr id="91" name="Google Shape;91;p20"/>
          <p:cNvCxnSpPr/>
          <p:nvPr/>
        </p:nvCxnSpPr>
        <p:spPr>
          <a:xfrm rot="10800000">
            <a:off x="8420100" y="6429376"/>
            <a:ext cx="1000462" cy="0"/>
          </a:xfrm>
          <a:prstGeom prst="straightConnector1">
            <a:avLst/>
          </a:prstGeom>
          <a:noFill/>
          <a:ln cap="flat" cmpd="sng" w="28575">
            <a:solidFill>
              <a:schemeClr val="lt2"/>
            </a:solidFill>
            <a:prstDash val="solid"/>
            <a:round/>
            <a:headEnd len="sm" w="sm" type="none"/>
            <a:tailEnd len="sm" w="sm" type="none"/>
          </a:ln>
        </p:spPr>
      </p:cxnSp>
      <p:cxnSp>
        <p:nvCxnSpPr>
          <p:cNvPr id="92" name="Google Shape;92;p20"/>
          <p:cNvCxnSpPr/>
          <p:nvPr/>
        </p:nvCxnSpPr>
        <p:spPr>
          <a:xfrm rot="10800000">
            <a:off x="10765675" y="6446838"/>
            <a:ext cx="407258" cy="6350"/>
          </a:xfrm>
          <a:prstGeom prst="straightConnector1">
            <a:avLst/>
          </a:prstGeom>
          <a:noFill/>
          <a:ln cap="flat" cmpd="sng" w="28575">
            <a:solidFill>
              <a:schemeClr val="lt2"/>
            </a:solidFill>
            <a:prstDash val="solid"/>
            <a:round/>
            <a:headEnd len="sm" w="sm" type="none"/>
            <a:tailEnd len="sm" w="sm"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Title and Content">
  <p:cSld name="1_Title and Content">
    <p:spTree>
      <p:nvGrpSpPr>
        <p:cNvPr id="93" name="Shape 93"/>
        <p:cNvGrpSpPr/>
        <p:nvPr/>
      </p:nvGrpSpPr>
      <p:grpSpPr>
        <a:xfrm>
          <a:off x="0" y="0"/>
          <a:ext cx="0" cy="0"/>
          <a:chOff x="0" y="0"/>
          <a:chExt cx="0" cy="0"/>
        </a:xfrm>
      </p:grpSpPr>
      <p:sp>
        <p:nvSpPr>
          <p:cNvPr id="94" name="Google Shape;94;p21"/>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5" name="Google Shape;95;p21"/>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96" name="Google Shape;96;p21"/>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7" name="Google Shape;97;p21"/>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8" name="Google Shape;98;p21"/>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1_Content with Caption" showMasterSp="0">
  <p:cSld name="1_Content with Caption">
    <p:spTree>
      <p:nvGrpSpPr>
        <p:cNvPr id="99" name="Shape 99"/>
        <p:cNvGrpSpPr/>
        <p:nvPr/>
      </p:nvGrpSpPr>
      <p:grpSpPr>
        <a:xfrm>
          <a:off x="0" y="0"/>
          <a:ext cx="0" cy="0"/>
          <a:chOff x="0" y="0"/>
          <a:chExt cx="0" cy="0"/>
        </a:xfrm>
      </p:grpSpPr>
      <p:sp>
        <p:nvSpPr>
          <p:cNvPr id="100" name="Google Shape;100;p22"/>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1" name="Google Shape;101;p22"/>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22"/>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03" name="Google Shape;103;p22"/>
          <p:cNvSpPr/>
          <p:nvPr/>
        </p:nvSpPr>
        <p:spPr>
          <a:xfrm>
            <a:off x="0" y="2003424"/>
            <a:ext cx="1036320" cy="1857378"/>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4" name="Google Shape;104;p22"/>
          <p:cNvSpPr/>
          <p:nvPr/>
        </p:nvSpPr>
        <p:spPr>
          <a:xfrm>
            <a:off x="5458983" y="377398"/>
            <a:ext cx="5713840" cy="125666"/>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5" name="Google Shape;105;p22"/>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6" name="Google Shape;106;p22"/>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7" name="Google Shape;107;p22"/>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108" name="Google Shape;108;p22"/>
          <p:cNvSpPr/>
          <p:nvPr/>
        </p:nvSpPr>
        <p:spPr>
          <a:xfrm>
            <a:off x="1078230" y="2003423"/>
            <a:ext cx="3576082" cy="1857378"/>
          </a:xfrm>
          <a:prstGeom prst="rect">
            <a:avLst/>
          </a:prstGeom>
          <a:solidFill>
            <a:srgbClr val="27304E"/>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09" name="Google Shape;109;p22"/>
          <p:cNvSpPr txBox="1"/>
          <p:nvPr>
            <p:ph type="title"/>
          </p:nvPr>
        </p:nvSpPr>
        <p:spPr>
          <a:xfrm>
            <a:off x="1092200" y="1885125"/>
            <a:ext cx="3314700"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p22"/>
          <p:cNvSpPr/>
          <p:nvPr/>
        </p:nvSpPr>
        <p:spPr>
          <a:xfrm>
            <a:off x="1092200" y="993775"/>
            <a:ext cx="1036320" cy="936626"/>
          </a:xfrm>
          <a:prstGeom prst="rect">
            <a:avLst/>
          </a:prstGeom>
          <a:solidFill>
            <a:srgbClr val="CFD3E6">
              <a:alpha val="25882"/>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Content with Caption" showMasterSp="0">
  <p:cSld name="2_Content with Caption">
    <p:spTree>
      <p:nvGrpSpPr>
        <p:cNvPr id="111" name="Shape 111"/>
        <p:cNvGrpSpPr/>
        <p:nvPr/>
      </p:nvGrpSpPr>
      <p:grpSpPr>
        <a:xfrm>
          <a:off x="0" y="0"/>
          <a:ext cx="0" cy="0"/>
          <a:chOff x="0" y="0"/>
          <a:chExt cx="0" cy="0"/>
        </a:xfrm>
      </p:grpSpPr>
      <p:sp>
        <p:nvSpPr>
          <p:cNvPr id="112" name="Google Shape;112;p23"/>
          <p:cNvSpPr/>
          <p:nvPr>
            <p:ph idx="2" type="pic"/>
          </p:nvPr>
        </p:nvSpPr>
        <p:spPr>
          <a:xfrm>
            <a:off x="0" y="0"/>
            <a:ext cx="4654296" cy="5864225"/>
          </a:xfrm>
          <a:prstGeom prst="rect">
            <a:avLst/>
          </a:prstGeom>
          <a:noFill/>
          <a:ln>
            <a:noFill/>
          </a:ln>
        </p:spPr>
      </p:sp>
      <p:sp>
        <p:nvSpPr>
          <p:cNvPr id="113" name="Google Shape;113;p23"/>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14" name="Google Shape;114;p23"/>
          <p:cNvSpPr txBox="1"/>
          <p:nvPr>
            <p:ph idx="1" type="body"/>
          </p:nvPr>
        </p:nvSpPr>
        <p:spPr>
          <a:xfrm>
            <a:off x="5458984" y="497808"/>
            <a:ext cx="5713841" cy="4868609"/>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15" name="Google Shape;115;p23"/>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6" name="Google Shape;116;p23"/>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17" name="Google Shape;117;p23"/>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118" name="Google Shape;118;p23"/>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6_Content with Caption" showMasterSp="0">
  <p:cSld name="6_Content with Caption">
    <p:spTree>
      <p:nvGrpSpPr>
        <p:cNvPr id="119" name="Shape 119"/>
        <p:cNvGrpSpPr/>
        <p:nvPr/>
      </p:nvGrpSpPr>
      <p:grpSpPr>
        <a:xfrm>
          <a:off x="0" y="0"/>
          <a:ext cx="0" cy="0"/>
          <a:chOff x="0" y="0"/>
          <a:chExt cx="0" cy="0"/>
        </a:xfrm>
      </p:grpSpPr>
      <p:sp>
        <p:nvSpPr>
          <p:cNvPr id="120" name="Google Shape;120;p24"/>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21" name="Google Shape;121;p24"/>
          <p:cNvSpPr txBox="1"/>
          <p:nvPr>
            <p:ph type="title"/>
          </p:nvPr>
        </p:nvSpPr>
        <p:spPr>
          <a:xfrm>
            <a:off x="4984722" y="548355"/>
            <a:ext cx="6054846" cy="634336"/>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FFFFFF"/>
              </a:buClr>
              <a:buSzPts val="3600"/>
              <a:buFont typeface="Calibri"/>
              <a:buNone/>
              <a:defRPr b="1" i="0" sz="36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 name="Google Shape;122;p24"/>
          <p:cNvSpPr txBox="1"/>
          <p:nvPr>
            <p:ph idx="1" type="body"/>
          </p:nvPr>
        </p:nvSpPr>
        <p:spPr>
          <a:xfrm>
            <a:off x="5100833" y="1611313"/>
            <a:ext cx="6072099" cy="3755104"/>
          </a:xfrm>
          <a:prstGeom prst="rect">
            <a:avLst/>
          </a:prstGeom>
          <a:noFill/>
          <a:ln>
            <a:noFill/>
          </a:ln>
        </p:spPr>
        <p:txBody>
          <a:bodyPr anchorCtr="0" anchor="t"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23" name="Google Shape;123;p24"/>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4" name="Google Shape;124;p24"/>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25" name="Google Shape;125;p24"/>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126" name="Google Shape;126;p24"/>
          <p:cNvSpPr/>
          <p:nvPr>
            <p:ph idx="2" type="pic"/>
          </p:nvPr>
        </p:nvSpPr>
        <p:spPr>
          <a:xfrm>
            <a:off x="0" y="0"/>
            <a:ext cx="4654296" cy="5864225"/>
          </a:xfrm>
          <a:prstGeom prst="rect">
            <a:avLst/>
          </a:prstGeom>
          <a:noFill/>
          <a:ln>
            <a:noFill/>
          </a:ln>
        </p:spPr>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7_Content with Caption" showMasterSp="0">
  <p:cSld name="7_Content with Caption">
    <p:spTree>
      <p:nvGrpSpPr>
        <p:cNvPr id="127" name="Shape 127"/>
        <p:cNvGrpSpPr/>
        <p:nvPr/>
      </p:nvGrpSpPr>
      <p:grpSpPr>
        <a:xfrm>
          <a:off x="0" y="0"/>
          <a:ext cx="0" cy="0"/>
          <a:chOff x="0" y="0"/>
          <a:chExt cx="0" cy="0"/>
        </a:xfrm>
      </p:grpSpPr>
      <p:sp>
        <p:nvSpPr>
          <p:cNvPr id="128" name="Google Shape;128;p25"/>
          <p:cNvSpPr/>
          <p:nvPr>
            <p:ph idx="2" type="pic"/>
          </p:nvPr>
        </p:nvSpPr>
        <p:spPr>
          <a:xfrm>
            <a:off x="0" y="0"/>
            <a:ext cx="12192000" cy="3541486"/>
          </a:xfrm>
          <a:prstGeom prst="rect">
            <a:avLst/>
          </a:prstGeom>
          <a:noFill/>
          <a:ln>
            <a:noFill/>
          </a:ln>
        </p:spPr>
      </p:sp>
      <p:sp>
        <p:nvSpPr>
          <p:cNvPr id="129" name="Google Shape;129;p25"/>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0" name="Google Shape;130;p25"/>
          <p:cNvSpPr txBox="1"/>
          <p:nvPr>
            <p:ph type="title"/>
          </p:nvPr>
        </p:nvSpPr>
        <p:spPr>
          <a:xfrm>
            <a:off x="3068577" y="880375"/>
            <a:ext cx="6054846" cy="634336"/>
          </a:xfrm>
          <a:prstGeom prst="rect">
            <a:avLst/>
          </a:prstGeom>
          <a:noFill/>
          <a:ln>
            <a:noFill/>
          </a:ln>
        </p:spPr>
        <p:txBody>
          <a:bodyPr anchorCtr="0" anchor="ctr" bIns="45700" lIns="91425" spcFirstLastPara="1" rIns="91425" wrap="square" tIns="45700">
            <a:noAutofit/>
          </a:bodyPr>
          <a:lstStyle>
            <a:lvl1pPr lvl="0" algn="ctr">
              <a:lnSpc>
                <a:spcPct val="90000"/>
              </a:lnSpc>
              <a:spcBef>
                <a:spcPts val="0"/>
              </a:spcBef>
              <a:spcAft>
                <a:spcPts val="0"/>
              </a:spcAft>
              <a:buClr>
                <a:srgbClr val="3F3F3F"/>
              </a:buClr>
              <a:buSzPts val="3600"/>
              <a:buFont typeface="Calibri"/>
              <a:buNone/>
              <a:defRPr b="1" i="0" sz="3600">
                <a:solidFill>
                  <a:srgbClr val="3F3F3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p25"/>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2" name="Google Shape;132;p25"/>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33" name="Google Shape;133;p25"/>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134" name="Google Shape;134;p25"/>
          <p:cNvSpPr/>
          <p:nvPr/>
        </p:nvSpPr>
        <p:spPr>
          <a:xfrm>
            <a:off x="5577840" y="0"/>
            <a:ext cx="1036320" cy="685800"/>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_Content with Caption" showMasterSp="0">
  <p:cSld name="3_Content with Caption">
    <p:spTree>
      <p:nvGrpSpPr>
        <p:cNvPr id="135" name="Shape 135"/>
        <p:cNvGrpSpPr/>
        <p:nvPr/>
      </p:nvGrpSpPr>
      <p:grpSpPr>
        <a:xfrm>
          <a:off x="0" y="0"/>
          <a:ext cx="0" cy="0"/>
          <a:chOff x="0" y="0"/>
          <a:chExt cx="0" cy="0"/>
        </a:xfrm>
      </p:grpSpPr>
      <p:sp>
        <p:nvSpPr>
          <p:cNvPr id="136" name="Google Shape;136;p26"/>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7" name="Google Shape;137;p26"/>
          <p:cNvSpPr/>
          <p:nvPr/>
        </p:nvSpPr>
        <p:spPr>
          <a:xfrm>
            <a:off x="4654312" y="507333"/>
            <a:ext cx="7537688" cy="4849559"/>
          </a:xfrm>
          <a:prstGeom prst="rect">
            <a:avLst/>
          </a:prstGeom>
          <a:solidFill>
            <a:schemeClr val="lt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38" name="Google Shape;138;p26"/>
          <p:cNvSpPr/>
          <p:nvPr/>
        </p:nvSpPr>
        <p:spPr>
          <a:xfrm>
            <a:off x="16" y="0"/>
            <a:ext cx="4654296" cy="5864225"/>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6"/>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0" name="Google Shape;140;p26"/>
          <p:cNvSpPr txBox="1"/>
          <p:nvPr>
            <p:ph idx="1" type="body"/>
          </p:nvPr>
        </p:nvSpPr>
        <p:spPr>
          <a:xfrm>
            <a:off x="6473373" y="943430"/>
            <a:ext cx="4699452"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41" name="Google Shape;141;p26"/>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2" name="Google Shape;142;p26"/>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43" name="Google Shape;143;p26"/>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144" name="Google Shape;144;p26"/>
          <p:cNvSpPr/>
          <p:nvPr/>
        </p:nvSpPr>
        <p:spPr>
          <a:xfrm>
            <a:off x="4370251" y="2322780"/>
            <a:ext cx="1348378" cy="1218664"/>
          </a:xfrm>
          <a:prstGeom prst="rect">
            <a:avLst/>
          </a:prstGeom>
          <a:solidFill>
            <a:srgbClr val="BECAD4"/>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4_Content with Caption" showMasterSp="0">
  <p:cSld name="4_Content with Caption">
    <p:spTree>
      <p:nvGrpSpPr>
        <p:cNvPr id="145" name="Shape 145"/>
        <p:cNvGrpSpPr/>
        <p:nvPr/>
      </p:nvGrpSpPr>
      <p:grpSpPr>
        <a:xfrm>
          <a:off x="0" y="0"/>
          <a:ext cx="0" cy="0"/>
          <a:chOff x="0" y="0"/>
          <a:chExt cx="0" cy="0"/>
        </a:xfrm>
      </p:grpSpPr>
      <p:sp>
        <p:nvSpPr>
          <p:cNvPr id="146" name="Google Shape;146;p27"/>
          <p:cNvSpPr/>
          <p:nvPr/>
        </p:nvSpPr>
        <p:spPr>
          <a:xfrm>
            <a:off x="74485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7" name="Google Shape;147;p27"/>
          <p:cNvSpPr/>
          <p:nvPr/>
        </p:nvSpPr>
        <p:spPr>
          <a:xfrm>
            <a:off x="4654312" y="507333"/>
            <a:ext cx="7537688" cy="4849559"/>
          </a:xfrm>
          <a:prstGeom prst="rect">
            <a:avLst/>
          </a:prstGeom>
          <a:solidFill>
            <a:srgbClr val="F2F2F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148" name="Google Shape;148;p27"/>
          <p:cNvSpPr/>
          <p:nvPr/>
        </p:nvSpPr>
        <p:spPr>
          <a:xfrm>
            <a:off x="16" y="0"/>
            <a:ext cx="4654296" cy="5864225"/>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27"/>
          <p:cNvSpPr txBox="1"/>
          <p:nvPr>
            <p:ph type="title"/>
          </p:nvPr>
        </p:nvSpPr>
        <p:spPr>
          <a:xfrm>
            <a:off x="1092200" y="1885125"/>
            <a:ext cx="3068833" cy="20939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FFFFFF"/>
              </a:buClr>
              <a:buSzPts val="4400"/>
              <a:buFont typeface="Calibri"/>
              <a:buNone/>
              <a:defRPr b="1" i="0" sz="4400">
                <a:solidFill>
                  <a:srgbClr val="FFFFFF"/>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 name="Google Shape;150;p27"/>
          <p:cNvSpPr txBox="1"/>
          <p:nvPr>
            <p:ph idx="1" type="body"/>
          </p:nvPr>
        </p:nvSpPr>
        <p:spPr>
          <a:xfrm>
            <a:off x="6518529" y="943430"/>
            <a:ext cx="4654296" cy="3977366"/>
          </a:xfrm>
          <a:prstGeom prst="rect">
            <a:avLst/>
          </a:prstGeom>
          <a:noFill/>
          <a:ln>
            <a:noFill/>
          </a:ln>
        </p:spPr>
        <p:txBody>
          <a:bodyPr anchorCtr="0" anchor="ctr" bIns="45700" lIns="0" spcFirstLastPara="1" rIns="0" wrap="square" tIns="45700">
            <a:normAutofit/>
          </a:bodyPr>
          <a:lstStyle>
            <a:lvl1pPr indent="-228600" lvl="0" marL="457200" algn="l">
              <a:lnSpc>
                <a:spcPct val="100000"/>
              </a:lnSpc>
              <a:spcBef>
                <a:spcPts val="1200"/>
              </a:spcBef>
              <a:spcAft>
                <a:spcPts val="0"/>
              </a:spcAft>
              <a:buSzPts val="2400"/>
              <a:buNone/>
              <a:defRPr sz="2400"/>
            </a:lvl1pPr>
            <a:lvl2pPr indent="-355600" lvl="1" marL="914400" algn="l">
              <a:lnSpc>
                <a:spcPct val="100000"/>
              </a:lnSpc>
              <a:spcBef>
                <a:spcPts val="200"/>
              </a:spcBef>
              <a:spcAft>
                <a:spcPts val="0"/>
              </a:spcAft>
              <a:buSzPts val="2000"/>
              <a:buChar char="▪"/>
              <a:defRPr sz="2000"/>
            </a:lvl2pPr>
            <a:lvl3pPr indent="-330200" lvl="2" marL="1371600" algn="l">
              <a:lnSpc>
                <a:spcPct val="100000"/>
              </a:lnSpc>
              <a:spcBef>
                <a:spcPts val="400"/>
              </a:spcBef>
              <a:spcAft>
                <a:spcPts val="0"/>
              </a:spcAft>
              <a:buSzPts val="1600"/>
              <a:buChar char="▪"/>
              <a:defRPr sz="1600"/>
            </a:lvl3pPr>
            <a:lvl4pPr indent="-330200" lvl="3" marL="1828800" algn="l">
              <a:lnSpc>
                <a:spcPct val="100000"/>
              </a:lnSpc>
              <a:spcBef>
                <a:spcPts val="400"/>
              </a:spcBef>
              <a:spcAft>
                <a:spcPts val="0"/>
              </a:spcAft>
              <a:buSzPts val="1600"/>
              <a:buChar char="▪"/>
              <a:defRPr sz="1600"/>
            </a:lvl4pPr>
            <a:lvl5pPr indent="-330200" lvl="4" marL="2286000" algn="l">
              <a:lnSpc>
                <a:spcPct val="100000"/>
              </a:lnSpc>
              <a:spcBef>
                <a:spcPts val="400"/>
              </a:spcBef>
              <a:spcAft>
                <a:spcPts val="0"/>
              </a:spcAft>
              <a:buSzPts val="1600"/>
              <a:buChar char="▪"/>
              <a:defRPr sz="1600"/>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51" name="Google Shape;151;p27"/>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2" name="Google Shape;152;p27"/>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rgbClr val="3F3F3F"/>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53" name="Google Shape;153;p27"/>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rgbClr val="3F3F3F"/>
                </a:solidFill>
                <a:latin typeface="Calibri"/>
                <a:ea typeface="Calibri"/>
                <a:cs typeface="Calibri"/>
                <a:sym typeface="Calibri"/>
              </a:defRPr>
            </a:lvl1pPr>
            <a:lvl2pPr indent="0" lvl="1" marL="0" marR="0" rtl="0" algn="l">
              <a:spcBef>
                <a:spcPts val="0"/>
              </a:spcBef>
              <a:buNone/>
              <a:defRPr sz="1800">
                <a:solidFill>
                  <a:srgbClr val="3F3F3F"/>
                </a:solidFill>
                <a:latin typeface="Calibri"/>
                <a:ea typeface="Calibri"/>
                <a:cs typeface="Calibri"/>
                <a:sym typeface="Calibri"/>
              </a:defRPr>
            </a:lvl2pPr>
            <a:lvl3pPr indent="0" lvl="2" marL="0" marR="0" rtl="0" algn="l">
              <a:spcBef>
                <a:spcPts val="0"/>
              </a:spcBef>
              <a:buNone/>
              <a:defRPr sz="1800">
                <a:solidFill>
                  <a:srgbClr val="3F3F3F"/>
                </a:solidFill>
                <a:latin typeface="Calibri"/>
                <a:ea typeface="Calibri"/>
                <a:cs typeface="Calibri"/>
                <a:sym typeface="Calibri"/>
              </a:defRPr>
            </a:lvl3pPr>
            <a:lvl4pPr indent="0" lvl="3" marL="0" marR="0" rtl="0" algn="l">
              <a:spcBef>
                <a:spcPts val="0"/>
              </a:spcBef>
              <a:buNone/>
              <a:defRPr sz="1800">
                <a:solidFill>
                  <a:srgbClr val="3F3F3F"/>
                </a:solidFill>
                <a:latin typeface="Calibri"/>
                <a:ea typeface="Calibri"/>
                <a:cs typeface="Calibri"/>
                <a:sym typeface="Calibri"/>
              </a:defRPr>
            </a:lvl4pPr>
            <a:lvl5pPr indent="0" lvl="4" marL="0" marR="0" rtl="0" algn="l">
              <a:spcBef>
                <a:spcPts val="0"/>
              </a:spcBef>
              <a:buNone/>
              <a:defRPr sz="1800">
                <a:solidFill>
                  <a:srgbClr val="3F3F3F"/>
                </a:solidFill>
                <a:latin typeface="Calibri"/>
                <a:ea typeface="Calibri"/>
                <a:cs typeface="Calibri"/>
                <a:sym typeface="Calibri"/>
              </a:defRPr>
            </a:lvl5pPr>
            <a:lvl6pPr indent="0" lvl="5" marL="0" marR="0" rtl="0" algn="l">
              <a:spcBef>
                <a:spcPts val="0"/>
              </a:spcBef>
              <a:buNone/>
              <a:defRPr sz="1800">
                <a:solidFill>
                  <a:srgbClr val="3F3F3F"/>
                </a:solidFill>
                <a:latin typeface="Calibri"/>
                <a:ea typeface="Calibri"/>
                <a:cs typeface="Calibri"/>
                <a:sym typeface="Calibri"/>
              </a:defRPr>
            </a:lvl6pPr>
            <a:lvl7pPr indent="0" lvl="6" marL="0" marR="0" rtl="0" algn="l">
              <a:spcBef>
                <a:spcPts val="0"/>
              </a:spcBef>
              <a:buNone/>
              <a:defRPr sz="1800">
                <a:solidFill>
                  <a:srgbClr val="3F3F3F"/>
                </a:solidFill>
                <a:latin typeface="Calibri"/>
                <a:ea typeface="Calibri"/>
                <a:cs typeface="Calibri"/>
                <a:sym typeface="Calibri"/>
              </a:defRPr>
            </a:lvl7pPr>
            <a:lvl8pPr indent="0" lvl="7" marL="0" marR="0" rtl="0" algn="l">
              <a:spcBef>
                <a:spcPts val="0"/>
              </a:spcBef>
              <a:buNone/>
              <a:defRPr sz="1800">
                <a:solidFill>
                  <a:srgbClr val="3F3F3F"/>
                </a:solidFill>
                <a:latin typeface="Calibri"/>
                <a:ea typeface="Calibri"/>
                <a:cs typeface="Calibri"/>
                <a:sym typeface="Calibri"/>
              </a:defRPr>
            </a:lvl8pPr>
            <a:lvl9pPr indent="0" lvl="8" marL="0" marR="0" rtl="0" algn="l">
              <a:spcBef>
                <a:spcPts val="0"/>
              </a:spcBef>
              <a:buNone/>
              <a:defRPr sz="1800">
                <a:solidFill>
                  <a:srgbClr val="3F3F3F"/>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154" name="Google Shape;154;p27"/>
          <p:cNvSpPr/>
          <p:nvPr/>
        </p:nvSpPr>
        <p:spPr>
          <a:xfrm>
            <a:off x="4370251" y="2322780"/>
            <a:ext cx="1348378" cy="1218664"/>
          </a:xfrm>
          <a:prstGeom prst="rect">
            <a:avLst/>
          </a:prstGeom>
          <a:solidFill>
            <a:schemeClr val="dk2"/>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55" name="Shape 155"/>
        <p:cNvGrpSpPr/>
        <p:nvPr/>
      </p:nvGrpSpPr>
      <p:grpSpPr>
        <a:xfrm>
          <a:off x="0" y="0"/>
          <a:ext cx="0" cy="0"/>
          <a:chOff x="0" y="0"/>
          <a:chExt cx="0" cy="0"/>
        </a:xfrm>
      </p:grpSpPr>
      <p:sp>
        <p:nvSpPr>
          <p:cNvPr id="156" name="Google Shape;156;p28"/>
          <p:cNvSpPr/>
          <p:nvPr/>
        </p:nvSpPr>
        <p:spPr>
          <a:xfrm>
            <a:off x="0" y="4578350"/>
            <a:ext cx="12188825" cy="227965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8"/>
          <p:cNvSpPr/>
          <p:nvPr>
            <p:ph idx="2" type="pic"/>
          </p:nvPr>
        </p:nvSpPr>
        <p:spPr>
          <a:xfrm>
            <a:off x="15" y="0"/>
            <a:ext cx="12191985" cy="4578350"/>
          </a:xfrm>
          <a:prstGeom prst="rect">
            <a:avLst/>
          </a:prstGeom>
          <a:solidFill>
            <a:schemeClr val="lt1"/>
          </a:solidFill>
          <a:ln>
            <a:noFill/>
          </a:ln>
        </p:spPr>
      </p:sp>
      <p:sp>
        <p:nvSpPr>
          <p:cNvPr id="158" name="Google Shape;158;p28"/>
          <p:cNvSpPr txBox="1"/>
          <p:nvPr>
            <p:ph type="title"/>
          </p:nvPr>
        </p:nvSpPr>
        <p:spPr>
          <a:xfrm>
            <a:off x="1097279" y="4799362"/>
            <a:ext cx="10113645" cy="743682"/>
          </a:xfrm>
          <a:prstGeom prst="rect">
            <a:avLst/>
          </a:prstGeom>
          <a:noFill/>
          <a:ln>
            <a:noFill/>
          </a:ln>
        </p:spPr>
        <p:txBody>
          <a:bodyPr anchorCtr="0" anchor="b" bIns="0" lIns="91425" spcFirstLastPara="1" rIns="91425" wrap="square" tIns="0">
            <a:noAutofit/>
          </a:bodyPr>
          <a:lstStyle>
            <a:lvl1pPr lvl="0" algn="ctr">
              <a:lnSpc>
                <a:spcPct val="90000"/>
              </a:lnSpc>
              <a:spcBef>
                <a:spcPts val="0"/>
              </a:spcBef>
              <a:spcAft>
                <a:spcPts val="0"/>
              </a:spcAft>
              <a:buClr>
                <a:srgbClr val="FFFFFF"/>
              </a:buClr>
              <a:buSzPts val="4400"/>
              <a:buFont typeface="Calibri"/>
              <a:buNone/>
              <a:defRPr b="1" sz="4400">
                <a:solidFill>
                  <a:srgbClr val="FFFFFF"/>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9" name="Google Shape;159;p28"/>
          <p:cNvSpPr txBox="1"/>
          <p:nvPr>
            <p:ph idx="1" type="body"/>
          </p:nvPr>
        </p:nvSpPr>
        <p:spPr>
          <a:xfrm>
            <a:off x="1097279" y="5715000"/>
            <a:ext cx="10113264" cy="609600"/>
          </a:xfrm>
          <a:prstGeom prst="rect">
            <a:avLst/>
          </a:prstGeom>
          <a:noFill/>
          <a:ln>
            <a:noFill/>
          </a:ln>
        </p:spPr>
        <p:txBody>
          <a:bodyPr anchorCtr="0" anchor="t" bIns="0" lIns="91425" spcFirstLastPara="1" rIns="91425" wrap="square" tIns="0">
            <a:normAutofit/>
          </a:bodyPr>
          <a:lstStyle>
            <a:lvl1pPr indent="-228600" lvl="0" marL="457200" algn="l">
              <a:lnSpc>
                <a:spcPct val="100000"/>
              </a:lnSpc>
              <a:spcBef>
                <a:spcPts val="0"/>
              </a:spcBef>
              <a:spcAft>
                <a:spcPts val="0"/>
              </a:spcAft>
              <a:buSzPts val="1800"/>
              <a:buNone/>
              <a:defRPr sz="1800">
                <a:solidFill>
                  <a:srgbClr val="FFFFFF"/>
                </a:solidFill>
              </a:defRPr>
            </a:lvl1pPr>
            <a:lvl2pPr indent="-228600" lvl="1" marL="914400" algn="l">
              <a:lnSpc>
                <a:spcPct val="100000"/>
              </a:lnSpc>
              <a:spcBef>
                <a:spcPts val="600"/>
              </a:spcBef>
              <a:spcAft>
                <a:spcPts val="0"/>
              </a:spcAft>
              <a:buSzPts val="1200"/>
              <a:buNone/>
              <a:defRPr sz="1200"/>
            </a:lvl2pPr>
            <a:lvl3pPr indent="-228600" lvl="2" marL="1371600" algn="l">
              <a:lnSpc>
                <a:spcPct val="100000"/>
              </a:lnSpc>
              <a:spcBef>
                <a:spcPts val="400"/>
              </a:spcBef>
              <a:spcAft>
                <a:spcPts val="0"/>
              </a:spcAft>
              <a:buSzPts val="1000"/>
              <a:buNone/>
              <a:defRPr sz="1000"/>
            </a:lvl3pPr>
            <a:lvl4pPr indent="-228600" lvl="3" marL="1828800" algn="l">
              <a:lnSpc>
                <a:spcPct val="100000"/>
              </a:lnSpc>
              <a:spcBef>
                <a:spcPts val="400"/>
              </a:spcBef>
              <a:spcAft>
                <a:spcPts val="0"/>
              </a:spcAft>
              <a:buSzPts val="900"/>
              <a:buNone/>
              <a:defRPr sz="900"/>
            </a:lvl4pPr>
            <a:lvl5pPr indent="-228600" lvl="4" marL="2286000" algn="l">
              <a:lnSpc>
                <a:spcPct val="100000"/>
              </a:lnSpc>
              <a:spcBef>
                <a:spcPts val="400"/>
              </a:spcBef>
              <a:spcAft>
                <a:spcPts val="0"/>
              </a:spcAft>
              <a:buSzPts val="900"/>
              <a:buNone/>
              <a:defRPr sz="900"/>
            </a:lvl5pPr>
            <a:lvl6pPr indent="-228600" lvl="5" marL="2743200" algn="l">
              <a:lnSpc>
                <a:spcPct val="90000"/>
              </a:lnSpc>
              <a:spcBef>
                <a:spcPts val="400"/>
              </a:spcBef>
              <a:spcAft>
                <a:spcPts val="0"/>
              </a:spcAft>
              <a:buSzPts val="900"/>
              <a:buNone/>
              <a:defRPr sz="900"/>
            </a:lvl6pPr>
            <a:lvl7pPr indent="-228600" lvl="6" marL="3200400" algn="l">
              <a:lnSpc>
                <a:spcPct val="90000"/>
              </a:lnSpc>
              <a:spcBef>
                <a:spcPts val="400"/>
              </a:spcBef>
              <a:spcAft>
                <a:spcPts val="0"/>
              </a:spcAft>
              <a:buSzPts val="900"/>
              <a:buNone/>
              <a:defRPr sz="900"/>
            </a:lvl7pPr>
            <a:lvl8pPr indent="-228600" lvl="7" marL="3657600" algn="l">
              <a:lnSpc>
                <a:spcPct val="90000"/>
              </a:lnSpc>
              <a:spcBef>
                <a:spcPts val="400"/>
              </a:spcBef>
              <a:spcAft>
                <a:spcPts val="0"/>
              </a:spcAft>
              <a:buSzPts val="900"/>
              <a:buNone/>
              <a:defRPr sz="900"/>
            </a:lvl8pPr>
            <a:lvl9pPr indent="-228600" lvl="8" marL="4114800" algn="l">
              <a:lnSpc>
                <a:spcPct val="90000"/>
              </a:lnSpc>
              <a:spcBef>
                <a:spcPts val="400"/>
              </a:spcBef>
              <a:spcAft>
                <a:spcPts val="400"/>
              </a:spcAft>
              <a:buSzPts val="900"/>
              <a:buNone/>
              <a:defRPr sz="900"/>
            </a:lvl9pPr>
          </a:lstStyle>
          <a:p/>
        </p:txBody>
      </p:sp>
      <p:sp>
        <p:nvSpPr>
          <p:cNvPr id="160" name="Google Shape;160;p28"/>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1" name="Google Shape;161;p28"/>
          <p:cNvSpPr txBox="1"/>
          <p:nvPr>
            <p:ph idx="11" type="ftr"/>
          </p:nvPr>
        </p:nvSpPr>
        <p:spPr>
          <a:xfrm>
            <a:off x="1097279" y="6446838"/>
            <a:ext cx="6818262"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lt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2" name="Google Shape;162;p28"/>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lt1"/>
                </a:solidFill>
                <a:latin typeface="Calibri"/>
                <a:ea typeface="Calibri"/>
                <a:cs typeface="Calibri"/>
                <a:sym typeface="Calibri"/>
              </a:defRPr>
            </a:lvl1pPr>
            <a:lvl2pPr indent="0" lvl="1" marL="0" marR="0" rtl="0" algn="l">
              <a:spcBef>
                <a:spcPts val="0"/>
              </a:spcBef>
              <a:buNone/>
              <a:defRPr sz="1800">
                <a:solidFill>
                  <a:schemeClr val="lt1"/>
                </a:solidFill>
                <a:latin typeface="Calibri"/>
                <a:ea typeface="Calibri"/>
                <a:cs typeface="Calibri"/>
                <a:sym typeface="Calibri"/>
              </a:defRPr>
            </a:lvl2pPr>
            <a:lvl3pPr indent="0" lvl="2" marL="0" marR="0" rtl="0" algn="l">
              <a:spcBef>
                <a:spcPts val="0"/>
              </a:spcBef>
              <a:buNone/>
              <a:defRPr sz="1800">
                <a:solidFill>
                  <a:schemeClr val="lt1"/>
                </a:solidFill>
                <a:latin typeface="Calibri"/>
                <a:ea typeface="Calibri"/>
                <a:cs typeface="Calibri"/>
                <a:sym typeface="Calibri"/>
              </a:defRPr>
            </a:lvl3pPr>
            <a:lvl4pPr indent="0" lvl="3" marL="0" marR="0" rtl="0" algn="l">
              <a:spcBef>
                <a:spcPts val="0"/>
              </a:spcBef>
              <a:buNone/>
              <a:defRPr sz="1800">
                <a:solidFill>
                  <a:schemeClr val="lt1"/>
                </a:solidFill>
                <a:latin typeface="Calibri"/>
                <a:ea typeface="Calibri"/>
                <a:cs typeface="Calibri"/>
                <a:sym typeface="Calibri"/>
              </a:defRPr>
            </a:lvl4pPr>
            <a:lvl5pPr indent="0" lvl="4" marL="0" marR="0" rtl="0" algn="l">
              <a:spcBef>
                <a:spcPts val="0"/>
              </a:spcBef>
              <a:buNone/>
              <a:defRPr sz="1800">
                <a:solidFill>
                  <a:schemeClr val="lt1"/>
                </a:solidFill>
                <a:latin typeface="Calibri"/>
                <a:ea typeface="Calibri"/>
                <a:cs typeface="Calibri"/>
                <a:sym typeface="Calibri"/>
              </a:defRPr>
            </a:lvl5pPr>
            <a:lvl6pPr indent="0" lvl="5" marL="0" marR="0" rtl="0" algn="l">
              <a:spcBef>
                <a:spcPts val="0"/>
              </a:spcBef>
              <a:buNone/>
              <a:defRPr sz="1800">
                <a:solidFill>
                  <a:schemeClr val="lt1"/>
                </a:solidFill>
                <a:latin typeface="Calibri"/>
                <a:ea typeface="Calibri"/>
                <a:cs typeface="Calibri"/>
                <a:sym typeface="Calibri"/>
              </a:defRPr>
            </a:lvl6pPr>
            <a:lvl7pPr indent="0" lvl="6" marL="0" marR="0" rtl="0" algn="l">
              <a:spcBef>
                <a:spcPts val="0"/>
              </a:spcBef>
              <a:buNone/>
              <a:defRPr sz="1800">
                <a:solidFill>
                  <a:schemeClr val="lt1"/>
                </a:solidFill>
                <a:latin typeface="Calibri"/>
                <a:ea typeface="Calibri"/>
                <a:cs typeface="Calibri"/>
                <a:sym typeface="Calibri"/>
              </a:defRPr>
            </a:lvl7pPr>
            <a:lvl8pPr indent="0" lvl="7" marL="0" marR="0" rtl="0" algn="l">
              <a:spcBef>
                <a:spcPts val="0"/>
              </a:spcBef>
              <a:buNone/>
              <a:defRPr sz="1800">
                <a:solidFill>
                  <a:schemeClr val="lt1"/>
                </a:solidFill>
                <a:latin typeface="Calibri"/>
                <a:ea typeface="Calibri"/>
                <a:cs typeface="Calibri"/>
                <a:sym typeface="Calibri"/>
              </a:defRPr>
            </a:lvl8pPr>
            <a:lvl9pPr indent="0" lvl="8" marL="0" marR="0" rtl="0" algn="l">
              <a:spcBef>
                <a:spcPts val="0"/>
              </a:spcBef>
              <a:buNone/>
              <a:defRPr sz="1800">
                <a:solidFill>
                  <a:schemeClr val="lt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163" name="Google Shape;163;p28"/>
          <p:cNvSpPr/>
          <p:nvPr/>
        </p:nvSpPr>
        <p:spPr>
          <a:xfrm>
            <a:off x="3536950" y="4535901"/>
            <a:ext cx="5118100" cy="125666"/>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64" name="Shape 164"/>
        <p:cNvGrpSpPr/>
        <p:nvPr/>
      </p:nvGrpSpPr>
      <p:grpSpPr>
        <a:xfrm>
          <a:off x="0" y="0"/>
          <a:ext cx="0" cy="0"/>
          <a:chOff x="0" y="0"/>
          <a:chExt cx="0" cy="0"/>
        </a:xfrm>
      </p:grpSpPr>
      <p:sp>
        <p:nvSpPr>
          <p:cNvPr id="165" name="Google Shape;165;p2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6" name="Google Shape;166;p29"/>
          <p:cNvSpPr txBox="1"/>
          <p:nvPr>
            <p:ph idx="1" type="body"/>
          </p:nvPr>
        </p:nvSpPr>
        <p:spPr>
          <a:xfrm rot="5400000">
            <a:off x="3548743" y="-1715589"/>
            <a:ext cx="5024845" cy="12122331"/>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67" name="Google Shape;167;p29"/>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8" name="Google Shape;168;p29"/>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69" name="Google Shape;169;p29"/>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70" name="Shape 170"/>
        <p:cNvGrpSpPr/>
        <p:nvPr/>
      </p:nvGrpSpPr>
      <p:grpSpPr>
        <a:xfrm>
          <a:off x="0" y="0"/>
          <a:ext cx="0" cy="0"/>
          <a:chOff x="0" y="0"/>
          <a:chExt cx="0" cy="0"/>
        </a:xfrm>
      </p:grpSpPr>
      <p:sp>
        <p:nvSpPr>
          <p:cNvPr id="171" name="Google Shape;171;p30"/>
          <p:cNvSpPr txBox="1"/>
          <p:nvPr>
            <p:ph type="title"/>
          </p:nvPr>
        </p:nvSpPr>
        <p:spPr>
          <a:xfrm rot="5400000">
            <a:off x="7683554" y="2387546"/>
            <a:ext cx="4530725" cy="2448033"/>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3F3F3F"/>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 name="Google Shape;172;p30"/>
          <p:cNvSpPr txBox="1"/>
          <p:nvPr>
            <p:ph idx="1" type="body"/>
          </p:nvPr>
        </p:nvSpPr>
        <p:spPr>
          <a:xfrm rot="5400000">
            <a:off x="2566989" y="-128588"/>
            <a:ext cx="4530723" cy="7480300"/>
          </a:xfrm>
          <a:prstGeom prst="rect">
            <a:avLst/>
          </a:prstGeom>
          <a:noFill/>
          <a:ln>
            <a:noFill/>
          </a:ln>
        </p:spPr>
        <p:txBody>
          <a:bodyPr anchorCtr="0" anchor="t" bIns="0" lIns="45700" spcFirstLastPara="1" rIns="45700" wrap="square" tIns="0">
            <a:normAutofit/>
          </a:bodyPr>
          <a:lstStyle>
            <a:lvl1pPr indent="-228600" lvl="0" marL="457200" algn="l">
              <a:lnSpc>
                <a:spcPct val="100000"/>
              </a:lnSpc>
              <a:spcBef>
                <a:spcPts val="1200"/>
              </a:spcBef>
              <a:spcAft>
                <a:spcPts val="0"/>
              </a:spcAft>
              <a:buSzPts val="1800"/>
              <a:buNone/>
              <a:defRPr/>
            </a:lvl1pPr>
            <a:lvl2pPr indent="-342900" lvl="1" marL="914400" algn="l">
              <a:lnSpc>
                <a:spcPct val="100000"/>
              </a:lnSpc>
              <a:spcBef>
                <a:spcPts val="200"/>
              </a:spcBef>
              <a:spcAft>
                <a:spcPts val="0"/>
              </a:spcAft>
              <a:buSzPts val="1800"/>
              <a:buChar char="▪"/>
              <a:defRPr/>
            </a:lvl2pPr>
            <a:lvl3pPr indent="-342900" lvl="2" marL="1371600" algn="l">
              <a:lnSpc>
                <a:spcPct val="100000"/>
              </a:lnSpc>
              <a:spcBef>
                <a:spcPts val="400"/>
              </a:spcBef>
              <a:spcAft>
                <a:spcPts val="0"/>
              </a:spcAft>
              <a:buSzPts val="1800"/>
              <a:buChar char="▪"/>
              <a:defRPr/>
            </a:lvl3pPr>
            <a:lvl4pPr indent="-342900" lvl="3" marL="1828800" algn="l">
              <a:lnSpc>
                <a:spcPct val="100000"/>
              </a:lnSpc>
              <a:spcBef>
                <a:spcPts val="400"/>
              </a:spcBef>
              <a:spcAft>
                <a:spcPts val="0"/>
              </a:spcAft>
              <a:buSzPts val="1800"/>
              <a:buChar char="▪"/>
              <a:defRPr/>
            </a:lvl4pPr>
            <a:lvl5pPr indent="-342900" lvl="4" marL="2286000" algn="l">
              <a:lnSpc>
                <a:spcPct val="100000"/>
              </a:lnSpc>
              <a:spcBef>
                <a:spcPts val="400"/>
              </a:spcBef>
              <a:spcAft>
                <a:spcPts val="0"/>
              </a:spcAft>
              <a:buSzPts val="1800"/>
              <a:buChar char="▪"/>
              <a:defRPr/>
            </a:lvl5pPr>
            <a:lvl6pPr indent="-342900" lvl="5" marL="2743200" algn="l">
              <a:lnSpc>
                <a:spcPct val="90000"/>
              </a:lnSpc>
              <a:spcBef>
                <a:spcPts val="400"/>
              </a:spcBef>
              <a:spcAft>
                <a:spcPts val="0"/>
              </a:spcAft>
              <a:buSzPts val="1800"/>
              <a:buChar char="◦"/>
              <a:defRPr/>
            </a:lvl6pPr>
            <a:lvl7pPr indent="-342900" lvl="6" marL="3200400" algn="l">
              <a:lnSpc>
                <a:spcPct val="90000"/>
              </a:lnSpc>
              <a:spcBef>
                <a:spcPts val="400"/>
              </a:spcBef>
              <a:spcAft>
                <a:spcPts val="0"/>
              </a:spcAft>
              <a:buSzPts val="1800"/>
              <a:buChar char="◦"/>
              <a:defRPr/>
            </a:lvl7pPr>
            <a:lvl8pPr indent="-342900" lvl="7" marL="3657600" algn="l">
              <a:lnSpc>
                <a:spcPct val="90000"/>
              </a:lnSpc>
              <a:spcBef>
                <a:spcPts val="400"/>
              </a:spcBef>
              <a:spcAft>
                <a:spcPts val="0"/>
              </a:spcAft>
              <a:buSzPts val="1800"/>
              <a:buChar char="◦"/>
              <a:defRPr/>
            </a:lvl8pPr>
            <a:lvl9pPr indent="-342900" lvl="8" marL="4114800" algn="l">
              <a:lnSpc>
                <a:spcPct val="90000"/>
              </a:lnSpc>
              <a:spcBef>
                <a:spcPts val="400"/>
              </a:spcBef>
              <a:spcAft>
                <a:spcPts val="400"/>
              </a:spcAft>
              <a:buSzPts val="1800"/>
              <a:buChar char="◦"/>
              <a:defRPr/>
            </a:lvl9pPr>
          </a:lstStyle>
          <a:p/>
        </p:txBody>
      </p:sp>
      <p:sp>
        <p:nvSpPr>
          <p:cNvPr id="173" name="Google Shape;173;p30"/>
          <p:cNvSpPr txBox="1"/>
          <p:nvPr>
            <p:ph idx="10" type="dt"/>
          </p:nvPr>
        </p:nvSpPr>
        <p:spPr>
          <a:xfrm>
            <a:off x="6834126" y="6446838"/>
            <a:ext cx="2584850"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4" name="Google Shape;174;p30"/>
          <p:cNvSpPr txBox="1"/>
          <p:nvPr>
            <p:ph idx="11" type="ftr"/>
          </p:nvPr>
        </p:nvSpPr>
        <p:spPr>
          <a:xfrm>
            <a:off x="1097279" y="6446838"/>
            <a:ext cx="4846321" cy="36512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sz="1800">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75" name="Google Shape;175;p30"/>
          <p:cNvSpPr txBox="1"/>
          <p:nvPr>
            <p:ph idx="12" type="sldNum"/>
          </p:nvPr>
        </p:nvSpPr>
        <p:spPr>
          <a:xfrm>
            <a:off x="10375670" y="6446838"/>
            <a:ext cx="780010" cy="365125"/>
          </a:xfrm>
          <a:prstGeom prst="rect">
            <a:avLst/>
          </a:prstGeom>
          <a:noFill/>
          <a:ln>
            <a:noFill/>
          </a:ln>
        </p:spPr>
        <p:txBody>
          <a:bodyPr anchorCtr="0" anchor="t" bIns="45700" lIns="91425" spcFirstLastPara="1" rIns="91425" wrap="square" tIns="45700">
            <a:noAutofit/>
          </a:bodyPr>
          <a:lstStyle>
            <a:lvl1pPr indent="0" lvl="0" marL="0" marR="0" rtl="0" algn="l">
              <a:spcBef>
                <a:spcPts val="0"/>
              </a:spcBef>
              <a:buNone/>
              <a:defRPr sz="1800">
                <a:solidFill>
                  <a:schemeClr val="dk1"/>
                </a:solidFill>
                <a:latin typeface="Calibri"/>
                <a:ea typeface="Calibri"/>
                <a:cs typeface="Calibri"/>
                <a:sym typeface="Calibri"/>
              </a:defRPr>
            </a:lvl1pPr>
            <a:lvl2pPr indent="0" lvl="1" marL="0" marR="0" rtl="0" algn="l">
              <a:spcBef>
                <a:spcPts val="0"/>
              </a:spcBef>
              <a:buNone/>
              <a:defRPr sz="1800">
                <a:solidFill>
                  <a:schemeClr val="dk1"/>
                </a:solidFill>
                <a:latin typeface="Calibri"/>
                <a:ea typeface="Calibri"/>
                <a:cs typeface="Calibri"/>
                <a:sym typeface="Calibri"/>
              </a:defRPr>
            </a:lvl2pPr>
            <a:lvl3pPr indent="0" lvl="2" marL="0" marR="0" rtl="0" algn="l">
              <a:spcBef>
                <a:spcPts val="0"/>
              </a:spcBef>
              <a:buNone/>
              <a:defRPr sz="1800">
                <a:solidFill>
                  <a:schemeClr val="dk1"/>
                </a:solidFill>
                <a:latin typeface="Calibri"/>
                <a:ea typeface="Calibri"/>
                <a:cs typeface="Calibri"/>
                <a:sym typeface="Calibri"/>
              </a:defRPr>
            </a:lvl3pPr>
            <a:lvl4pPr indent="0" lvl="3" marL="0" marR="0" rtl="0" algn="l">
              <a:spcBef>
                <a:spcPts val="0"/>
              </a:spcBef>
              <a:buNone/>
              <a:defRPr sz="1800">
                <a:solidFill>
                  <a:schemeClr val="dk1"/>
                </a:solidFill>
                <a:latin typeface="Calibri"/>
                <a:ea typeface="Calibri"/>
                <a:cs typeface="Calibri"/>
                <a:sym typeface="Calibri"/>
              </a:defRPr>
            </a:lvl4pPr>
            <a:lvl5pPr indent="0" lvl="4" marL="0" marR="0" rtl="0" algn="l">
              <a:spcBef>
                <a:spcPts val="0"/>
              </a:spcBef>
              <a:buNone/>
              <a:defRPr sz="1800">
                <a:solidFill>
                  <a:schemeClr val="dk1"/>
                </a:solidFill>
                <a:latin typeface="Calibri"/>
                <a:ea typeface="Calibri"/>
                <a:cs typeface="Calibri"/>
                <a:sym typeface="Calibri"/>
              </a:defRPr>
            </a:lvl5pPr>
            <a:lvl6pPr indent="0" lvl="5" marL="0" marR="0" rtl="0" algn="l">
              <a:spcBef>
                <a:spcPts val="0"/>
              </a:spcBef>
              <a:buNone/>
              <a:defRPr sz="1800">
                <a:solidFill>
                  <a:schemeClr val="dk1"/>
                </a:solidFill>
                <a:latin typeface="Calibri"/>
                <a:ea typeface="Calibri"/>
                <a:cs typeface="Calibri"/>
                <a:sym typeface="Calibri"/>
              </a:defRPr>
            </a:lvl6pPr>
            <a:lvl7pPr indent="0" lvl="6" marL="0" marR="0" rtl="0" algn="l">
              <a:spcBef>
                <a:spcPts val="0"/>
              </a:spcBef>
              <a:buNone/>
              <a:defRPr sz="1800">
                <a:solidFill>
                  <a:schemeClr val="dk1"/>
                </a:solidFill>
                <a:latin typeface="Calibri"/>
                <a:ea typeface="Calibri"/>
                <a:cs typeface="Calibri"/>
                <a:sym typeface="Calibri"/>
              </a:defRPr>
            </a:lvl7pPr>
            <a:lvl8pPr indent="0" lvl="7" marL="0" marR="0" rtl="0" algn="l">
              <a:spcBef>
                <a:spcPts val="0"/>
              </a:spcBef>
              <a:buNone/>
              <a:defRPr sz="1800">
                <a:solidFill>
                  <a:schemeClr val="dk1"/>
                </a:solidFill>
                <a:latin typeface="Calibri"/>
                <a:ea typeface="Calibri"/>
                <a:cs typeface="Calibri"/>
                <a:sym typeface="Calibri"/>
              </a:defRPr>
            </a:lvl8pPr>
            <a:lvl9pPr indent="0" lvl="8" marL="0" marR="0" rtl="0" algn="l">
              <a:spcBef>
                <a:spcPts val="0"/>
              </a:spcBef>
              <a:buNone/>
              <a:defRPr sz="1800">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IN"/>
              <a:t>‹#›</a:t>
            </a:fld>
            <a:endParaRPr/>
          </a:p>
        </p:txBody>
      </p:sp>
      <p:sp>
        <p:nvSpPr>
          <p:cNvPr id="176" name="Google Shape;176;p30"/>
          <p:cNvSpPr/>
          <p:nvPr/>
        </p:nvSpPr>
        <p:spPr>
          <a:xfrm rot="-5400000">
            <a:off x="8871481" y="-146580"/>
            <a:ext cx="1036320" cy="1329481"/>
          </a:xfrm>
          <a:prstGeom prst="rect">
            <a:avLst/>
          </a:prstGeom>
          <a:solidFill>
            <a:schemeClr val="accen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83" name="Shape 183"/>
        <p:cNvGrpSpPr/>
        <p:nvPr/>
      </p:nvGrpSpPr>
      <p:grpSpPr>
        <a:xfrm>
          <a:off x="0" y="0"/>
          <a:ext cx="0" cy="0"/>
          <a:chOff x="0" y="0"/>
          <a:chExt cx="0" cy="0"/>
        </a:xfrm>
      </p:grpSpPr>
      <p:sp>
        <p:nvSpPr>
          <p:cNvPr id="184" name="Google Shape;184;p3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p3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86" name="Google Shape;186;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7" name="Google Shape;187;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89" name="Shape 189"/>
        <p:cNvGrpSpPr/>
        <p:nvPr/>
      </p:nvGrpSpPr>
      <p:grpSpPr>
        <a:xfrm>
          <a:off x="0" y="0"/>
          <a:ext cx="0" cy="0"/>
          <a:chOff x="0" y="0"/>
          <a:chExt cx="0" cy="0"/>
        </a:xfrm>
      </p:grpSpPr>
      <p:sp>
        <p:nvSpPr>
          <p:cNvPr id="190" name="Google Shape;190;p3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1" name="Google Shape;191;p3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92" name="Google Shape;192;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3" name="Google Shape;193;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4" name="Google Shape;194;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95" name="Shape 195"/>
        <p:cNvGrpSpPr/>
        <p:nvPr/>
      </p:nvGrpSpPr>
      <p:grpSpPr>
        <a:xfrm>
          <a:off x="0" y="0"/>
          <a:ext cx="0" cy="0"/>
          <a:chOff x="0" y="0"/>
          <a:chExt cx="0" cy="0"/>
        </a:xfrm>
      </p:grpSpPr>
      <p:sp>
        <p:nvSpPr>
          <p:cNvPr id="196" name="Google Shape;196;p3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7" name="Google Shape;197;p3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198" name="Google Shape;198;p3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9" name="Google Shape;199;p3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0" name="Google Shape;200;p3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01" name="Shape 201"/>
        <p:cNvGrpSpPr/>
        <p:nvPr/>
      </p:nvGrpSpPr>
      <p:grpSpPr>
        <a:xfrm>
          <a:off x="0" y="0"/>
          <a:ext cx="0" cy="0"/>
          <a:chOff x="0" y="0"/>
          <a:chExt cx="0" cy="0"/>
        </a:xfrm>
      </p:grpSpPr>
      <p:sp>
        <p:nvSpPr>
          <p:cNvPr id="202" name="Google Shape;202;p3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3" name="Google Shape;203;p3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4" name="Google Shape;204;p3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5" name="Google Shape;205;p3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6" name="Google Shape;206;p3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7" name="Google Shape;207;p3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208" name="Shape 208"/>
        <p:cNvGrpSpPr/>
        <p:nvPr/>
      </p:nvGrpSpPr>
      <p:grpSpPr>
        <a:xfrm>
          <a:off x="0" y="0"/>
          <a:ext cx="0" cy="0"/>
          <a:chOff x="0" y="0"/>
          <a:chExt cx="0" cy="0"/>
        </a:xfrm>
      </p:grpSpPr>
      <p:sp>
        <p:nvSpPr>
          <p:cNvPr id="209" name="Google Shape;209;p3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0" name="Google Shape;210;p3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1" name="Google Shape;211;p3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2" name="Google Shape;212;p3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213" name="Google Shape;213;p3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14" name="Google Shape;214;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5" name="Google Shape;215;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17" name="Shape 217"/>
        <p:cNvGrpSpPr/>
        <p:nvPr/>
      </p:nvGrpSpPr>
      <p:grpSpPr>
        <a:xfrm>
          <a:off x="0" y="0"/>
          <a:ext cx="0" cy="0"/>
          <a:chOff x="0" y="0"/>
          <a:chExt cx="0" cy="0"/>
        </a:xfrm>
      </p:grpSpPr>
      <p:sp>
        <p:nvSpPr>
          <p:cNvPr id="218" name="Google Shape;218;p3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3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0" name="Google Shape;220;p3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1" name="Google Shape;221;p3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22" name="Shape 222"/>
        <p:cNvGrpSpPr/>
        <p:nvPr/>
      </p:nvGrpSpPr>
      <p:grpSpPr>
        <a:xfrm>
          <a:off x="0" y="0"/>
          <a:ext cx="0" cy="0"/>
          <a:chOff x="0" y="0"/>
          <a:chExt cx="0" cy="0"/>
        </a:xfrm>
      </p:grpSpPr>
      <p:sp>
        <p:nvSpPr>
          <p:cNvPr id="223" name="Google Shape;223;p3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4" name="Google Shape;224;p3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5" name="Google Shape;225;p3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26" name="Shape 226"/>
        <p:cNvGrpSpPr/>
        <p:nvPr/>
      </p:nvGrpSpPr>
      <p:grpSpPr>
        <a:xfrm>
          <a:off x="0" y="0"/>
          <a:ext cx="0" cy="0"/>
          <a:chOff x="0" y="0"/>
          <a:chExt cx="0" cy="0"/>
        </a:xfrm>
      </p:grpSpPr>
      <p:sp>
        <p:nvSpPr>
          <p:cNvPr id="227" name="Google Shape;227;p3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8" name="Google Shape;228;p3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229" name="Google Shape;229;p3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0" name="Google Shape;230;p3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1" name="Google Shape;231;p3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2" name="Google Shape;232;p3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33" name="Shape 233"/>
        <p:cNvGrpSpPr/>
        <p:nvPr/>
      </p:nvGrpSpPr>
      <p:grpSpPr>
        <a:xfrm>
          <a:off x="0" y="0"/>
          <a:ext cx="0" cy="0"/>
          <a:chOff x="0" y="0"/>
          <a:chExt cx="0" cy="0"/>
        </a:xfrm>
      </p:grpSpPr>
      <p:sp>
        <p:nvSpPr>
          <p:cNvPr id="234" name="Google Shape;234;p4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5" name="Google Shape;235;p40"/>
          <p:cNvSpPr/>
          <p:nvPr>
            <p:ph idx="2" type="pic"/>
          </p:nvPr>
        </p:nvSpPr>
        <p:spPr>
          <a:xfrm>
            <a:off x="5183188" y="987425"/>
            <a:ext cx="6172200" cy="4873625"/>
          </a:xfrm>
          <a:prstGeom prst="rect">
            <a:avLst/>
          </a:prstGeom>
          <a:noFill/>
          <a:ln>
            <a:noFill/>
          </a:ln>
        </p:spPr>
      </p:sp>
      <p:sp>
        <p:nvSpPr>
          <p:cNvPr id="236" name="Google Shape;236;p4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237" name="Google Shape;237;p4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8" name="Google Shape;238;p4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9" name="Google Shape;239;p4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40" name="Shape 240"/>
        <p:cNvGrpSpPr/>
        <p:nvPr/>
      </p:nvGrpSpPr>
      <p:grpSpPr>
        <a:xfrm>
          <a:off x="0" y="0"/>
          <a:ext cx="0" cy="0"/>
          <a:chOff x="0" y="0"/>
          <a:chExt cx="0" cy="0"/>
        </a:xfrm>
      </p:grpSpPr>
      <p:sp>
        <p:nvSpPr>
          <p:cNvPr id="241" name="Google Shape;241;p4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2" name="Google Shape;242;p4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3" name="Google Shape;243;p4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4" name="Google Shape;244;p4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5" name="Google Shape;245;p4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46" name="Shape 246"/>
        <p:cNvGrpSpPr/>
        <p:nvPr/>
      </p:nvGrpSpPr>
      <p:grpSpPr>
        <a:xfrm>
          <a:off x="0" y="0"/>
          <a:ext cx="0" cy="0"/>
          <a:chOff x="0" y="0"/>
          <a:chExt cx="0" cy="0"/>
        </a:xfrm>
      </p:grpSpPr>
      <p:sp>
        <p:nvSpPr>
          <p:cNvPr id="247" name="Google Shape;247;p4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48" name="Google Shape;248;p4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49" name="Google Shape;249;p4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0" name="Google Shape;250;p4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1" name="Google Shape;251;p4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19.xml"/><Relationship Id="rId11" Type="http://schemas.openxmlformats.org/officeDocument/2006/relationships/slideLayout" Target="../slideLayouts/slideLayout10.xml"/><Relationship Id="rId22" Type="http://schemas.openxmlformats.org/officeDocument/2006/relationships/theme" Target="../theme/theme3.xml"/><Relationship Id="rId10" Type="http://schemas.openxmlformats.org/officeDocument/2006/relationships/slideLayout" Target="../slideLayouts/slideLayout9.xml"/><Relationship Id="rId21" Type="http://schemas.openxmlformats.org/officeDocument/2006/relationships/slideLayout" Target="../slideLayouts/slideLayout20.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slideLayout" Target="../slideLayouts/slideLayout14.xml"/><Relationship Id="rId14" Type="http://schemas.openxmlformats.org/officeDocument/2006/relationships/slideLayout" Target="../slideLayouts/slideLayout13.xml"/><Relationship Id="rId17" Type="http://schemas.openxmlformats.org/officeDocument/2006/relationships/slideLayout" Target="../slideLayouts/slideLayout16.xml"/><Relationship Id="rId16" Type="http://schemas.openxmlformats.org/officeDocument/2006/relationships/slideLayout" Target="../slideLayouts/slideLayout15.xml"/><Relationship Id="rId5" Type="http://schemas.openxmlformats.org/officeDocument/2006/relationships/slideLayout" Target="../slideLayouts/slideLayout4.xml"/><Relationship Id="rId19" Type="http://schemas.openxmlformats.org/officeDocument/2006/relationships/slideLayout" Target="../slideLayouts/slideLayout18.xml"/><Relationship Id="rId6" Type="http://schemas.openxmlformats.org/officeDocument/2006/relationships/slideLayout" Target="../slideLayouts/slideLayout5.xml"/><Relationship Id="rId18" Type="http://schemas.openxmlformats.org/officeDocument/2006/relationships/slideLayout" Target="../slideLayouts/slideLayout17.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1.xml"/><Relationship Id="rId10" Type="http://schemas.openxmlformats.org/officeDocument/2006/relationships/slideLayout" Target="../slideLayouts/slideLayout30.xml"/><Relationship Id="rId12" Type="http://schemas.openxmlformats.org/officeDocument/2006/relationships/theme" Target="../theme/theme1.xml"/><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slideLayout" Target="../slideLayouts/slideLayout23.xml"/><Relationship Id="rId4" Type="http://schemas.openxmlformats.org/officeDocument/2006/relationships/slideLayout" Target="../slideLayouts/slideLayout24.xml"/><Relationship Id="rId9" Type="http://schemas.openxmlformats.org/officeDocument/2006/relationships/slideLayout" Target="../slideLayouts/slideLayout29.xml"/><Relationship Id="rId5" Type="http://schemas.openxmlformats.org/officeDocument/2006/relationships/slideLayout" Target="../slideLayouts/slideLayout25.xml"/><Relationship Id="rId6" Type="http://schemas.openxmlformats.org/officeDocument/2006/relationships/slideLayout" Target="../slideLayouts/slideLayout26.xml"/><Relationship Id="rId7" Type="http://schemas.openxmlformats.org/officeDocument/2006/relationships/slideLayout" Target="../slideLayouts/slideLayout27.xml"/><Relationship Id="rId8" Type="http://schemas.openxmlformats.org/officeDocument/2006/relationships/slideLayout" Target="../slideLayouts/slideLayout2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p:nvPr/>
        </p:nvSpPr>
        <p:spPr>
          <a:xfrm>
            <a:off x="4667250" y="0"/>
            <a:ext cx="2857500" cy="6858000"/>
          </a:xfrm>
          <a:prstGeom prst="parallelogram">
            <a:avLst>
              <a:gd fmla="val 0" name="adj"/>
            </a:avLst>
          </a:prstGeom>
          <a:solidFill>
            <a:srgbClr val="F2F2F2">
              <a:alpha val="29803"/>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1" name="Google Shape;11;p10"/>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lvl1pPr lvl="0" marR="0" rtl="0" algn="l">
              <a:lnSpc>
                <a:spcPct val="90000"/>
              </a:lnSpc>
              <a:spcBef>
                <a:spcPts val="0"/>
              </a:spcBef>
              <a:spcAft>
                <a:spcPts val="0"/>
              </a:spcAft>
              <a:buClr>
                <a:srgbClr val="3F3F3F"/>
              </a:buClr>
              <a:buSzPts val="4800"/>
              <a:buFont typeface="Calibri"/>
              <a:buNone/>
              <a:defRPr b="1" i="0" sz="4800" u="none" cap="none" strike="noStrike">
                <a:solidFill>
                  <a:srgbClr val="3F3F3F"/>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2" name="Google Shape;12;p10"/>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lvl1pPr indent="-228600" lvl="0" marL="457200" marR="0" rtl="0" algn="l">
              <a:lnSpc>
                <a:spcPct val="100000"/>
              </a:lnSpc>
              <a:spcBef>
                <a:spcPts val="1200"/>
              </a:spcBef>
              <a:spcAft>
                <a:spcPts val="0"/>
              </a:spcAft>
              <a:buClr>
                <a:schemeClr val="accent1"/>
              </a:buClr>
              <a:buSzPts val="2000"/>
              <a:buFont typeface="Noto Sans Symbols"/>
              <a:buNone/>
              <a:defRPr b="0" i="0" sz="2000" u="none" cap="none" strike="noStrike">
                <a:solidFill>
                  <a:srgbClr val="3F3F3F"/>
                </a:solidFill>
                <a:latin typeface="Cambria"/>
                <a:ea typeface="Cambria"/>
                <a:cs typeface="Cambria"/>
                <a:sym typeface="Cambria"/>
              </a:defRPr>
            </a:lvl1pPr>
            <a:lvl2pPr indent="-342900" lvl="1" marL="914400" marR="0" rtl="0" algn="l">
              <a:lnSpc>
                <a:spcPct val="100000"/>
              </a:lnSpc>
              <a:spcBef>
                <a:spcPts val="200"/>
              </a:spcBef>
              <a:spcAft>
                <a:spcPts val="0"/>
              </a:spcAft>
              <a:buClr>
                <a:schemeClr val="accent1"/>
              </a:buClr>
              <a:buSzPts val="1800"/>
              <a:buFont typeface="Noto Sans Symbols"/>
              <a:buChar char="▪"/>
              <a:defRPr b="0" i="0" sz="1800" u="none" cap="none" strike="noStrike">
                <a:solidFill>
                  <a:srgbClr val="3F3F3F"/>
                </a:solidFill>
                <a:latin typeface="Calibri"/>
                <a:ea typeface="Calibri"/>
                <a:cs typeface="Calibri"/>
                <a:sym typeface="Calibri"/>
              </a:defRPr>
            </a:lvl2pPr>
            <a:lvl3pPr indent="-317500" lvl="2" marL="13716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3pPr>
            <a:lvl4pPr indent="-317500" lvl="3" marL="18288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4pPr>
            <a:lvl5pPr indent="-317500" lvl="4" marL="2286000" marR="0" rtl="0" algn="l">
              <a:lnSpc>
                <a:spcPct val="100000"/>
              </a:lnSpc>
              <a:spcBef>
                <a:spcPts val="400"/>
              </a:spcBef>
              <a:spcAft>
                <a:spcPts val="0"/>
              </a:spcAft>
              <a:buClr>
                <a:schemeClr val="accent1"/>
              </a:buClr>
              <a:buSzPts val="1400"/>
              <a:buFont typeface="Noto Sans Symbols"/>
              <a:buChar char="▪"/>
              <a:defRPr b="0" i="0" sz="1400" u="none" cap="none" strike="noStrike">
                <a:solidFill>
                  <a:srgbClr val="3F3F3F"/>
                </a:solidFill>
                <a:latin typeface="Calibri"/>
                <a:ea typeface="Calibri"/>
                <a:cs typeface="Calibri"/>
                <a:sym typeface="Calibri"/>
              </a:defRPr>
            </a:lvl5pPr>
            <a:lvl6pPr indent="-317500" lvl="5" marL="27432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6pPr>
            <a:lvl7pPr indent="-317500" lvl="6" marL="32004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7pPr>
            <a:lvl8pPr indent="-317500" lvl="7" marL="3657600" marR="0" rtl="0" algn="l">
              <a:lnSpc>
                <a:spcPct val="90000"/>
              </a:lnSpc>
              <a:spcBef>
                <a:spcPts val="4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8pPr>
            <a:lvl9pPr indent="-317500" lvl="8" marL="4114800" marR="0" rtl="0" algn="l">
              <a:lnSpc>
                <a:spcPct val="90000"/>
              </a:lnSpc>
              <a:spcBef>
                <a:spcPts val="400"/>
              </a:spcBef>
              <a:spcAft>
                <a:spcPts val="40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9pPr>
          </a:lstStyle>
          <a:p/>
        </p:txBody>
      </p:sp>
      <p:pic>
        <p:nvPicPr>
          <p:cNvPr id="13" name="Google Shape;13;p10"/>
          <p:cNvPicPr preferRelativeResize="0"/>
          <p:nvPr/>
        </p:nvPicPr>
        <p:blipFill rotWithShape="1">
          <a:blip r:embed="rId1">
            <a:alphaModFix/>
          </a:blip>
          <a:srcRect b="0" l="0" r="0" t="0"/>
          <a:stretch/>
        </p:blipFill>
        <p:spPr>
          <a:xfrm>
            <a:off x="104503" y="-95794"/>
            <a:ext cx="12087497" cy="1833155"/>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77" name="Shape 177"/>
        <p:cNvGrpSpPr/>
        <p:nvPr/>
      </p:nvGrpSpPr>
      <p:grpSpPr>
        <a:xfrm>
          <a:off x="0" y="0"/>
          <a:ext cx="0" cy="0"/>
          <a:chOff x="0" y="0"/>
          <a:chExt cx="0" cy="0"/>
        </a:xfrm>
      </p:grpSpPr>
      <p:sp>
        <p:nvSpPr>
          <p:cNvPr id="178" name="Google Shape;178;p3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79" name="Google Shape;179;p3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0" name="Google Shape;180;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1" name="Google Shape;181;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sz="1200">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82" name="Google Shape;182;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sz="1200">
                <a:solidFill>
                  <a:srgbClr val="888888"/>
                </a:solidFill>
                <a:latin typeface="Calibri"/>
                <a:ea typeface="Calibri"/>
                <a:cs typeface="Calibri"/>
                <a:sym typeface="Calibri"/>
              </a:defRPr>
            </a:lvl1pPr>
            <a:lvl2pPr indent="0" lvl="1" marL="0" marR="0" rtl="0" algn="r">
              <a:spcBef>
                <a:spcPts val="0"/>
              </a:spcBef>
              <a:buNone/>
              <a:defRPr sz="1200">
                <a:solidFill>
                  <a:srgbClr val="888888"/>
                </a:solidFill>
                <a:latin typeface="Calibri"/>
                <a:ea typeface="Calibri"/>
                <a:cs typeface="Calibri"/>
                <a:sym typeface="Calibri"/>
              </a:defRPr>
            </a:lvl2pPr>
            <a:lvl3pPr indent="0" lvl="2" marL="0" marR="0" rtl="0" algn="r">
              <a:spcBef>
                <a:spcPts val="0"/>
              </a:spcBef>
              <a:buNone/>
              <a:defRPr sz="1200">
                <a:solidFill>
                  <a:srgbClr val="888888"/>
                </a:solidFill>
                <a:latin typeface="Calibri"/>
                <a:ea typeface="Calibri"/>
                <a:cs typeface="Calibri"/>
                <a:sym typeface="Calibri"/>
              </a:defRPr>
            </a:lvl3pPr>
            <a:lvl4pPr indent="0" lvl="3" marL="0" marR="0" rtl="0" algn="r">
              <a:spcBef>
                <a:spcPts val="0"/>
              </a:spcBef>
              <a:buNone/>
              <a:defRPr sz="1200">
                <a:solidFill>
                  <a:srgbClr val="888888"/>
                </a:solidFill>
                <a:latin typeface="Calibri"/>
                <a:ea typeface="Calibri"/>
                <a:cs typeface="Calibri"/>
                <a:sym typeface="Calibri"/>
              </a:defRPr>
            </a:lvl4pPr>
            <a:lvl5pPr indent="0" lvl="4" marL="0" marR="0" rtl="0" algn="r">
              <a:spcBef>
                <a:spcPts val="0"/>
              </a:spcBef>
              <a:buNone/>
              <a:defRPr sz="1200">
                <a:solidFill>
                  <a:srgbClr val="888888"/>
                </a:solidFill>
                <a:latin typeface="Calibri"/>
                <a:ea typeface="Calibri"/>
                <a:cs typeface="Calibri"/>
                <a:sym typeface="Calibri"/>
              </a:defRPr>
            </a:lvl5pPr>
            <a:lvl6pPr indent="0" lvl="5" marL="0" marR="0" rtl="0" algn="r">
              <a:spcBef>
                <a:spcPts val="0"/>
              </a:spcBef>
              <a:buNone/>
              <a:defRPr sz="1200">
                <a:solidFill>
                  <a:srgbClr val="888888"/>
                </a:solidFill>
                <a:latin typeface="Calibri"/>
                <a:ea typeface="Calibri"/>
                <a:cs typeface="Calibri"/>
                <a:sym typeface="Calibri"/>
              </a:defRPr>
            </a:lvl6pPr>
            <a:lvl7pPr indent="0" lvl="6" marL="0" marR="0" rtl="0" algn="r">
              <a:spcBef>
                <a:spcPts val="0"/>
              </a:spcBef>
              <a:buNone/>
              <a:defRPr sz="1200">
                <a:solidFill>
                  <a:srgbClr val="888888"/>
                </a:solidFill>
                <a:latin typeface="Calibri"/>
                <a:ea typeface="Calibri"/>
                <a:cs typeface="Calibri"/>
                <a:sym typeface="Calibri"/>
              </a:defRPr>
            </a:lvl7pPr>
            <a:lvl8pPr indent="0" lvl="7" marL="0" marR="0" rtl="0" algn="r">
              <a:spcBef>
                <a:spcPts val="0"/>
              </a:spcBef>
              <a:buNone/>
              <a:defRPr sz="1200">
                <a:solidFill>
                  <a:srgbClr val="888888"/>
                </a:solidFill>
                <a:latin typeface="Calibri"/>
                <a:ea typeface="Calibri"/>
                <a:cs typeface="Calibri"/>
                <a:sym typeface="Calibri"/>
              </a:defRPr>
            </a:lvl8pPr>
            <a:lvl9pPr indent="0" lvl="8" marL="0" marR="0" rtl="0" algn="r">
              <a:spcBef>
                <a:spcPts val="0"/>
              </a:spcBef>
              <a:buNone/>
              <a:defRPr sz="1200">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70" r:id="rId1"/>
    <p:sldLayoutId id="2147483671" r:id="rId2"/>
    <p:sldLayoutId id="2147483672" r:id="rId3"/>
    <p:sldLayoutId id="2147483673" r:id="rId4"/>
    <p:sldLayoutId id="2147483674" r:id="rId5"/>
    <p:sldLayoutId id="2147483675" r:id="rId6"/>
    <p:sldLayoutId id="2147483676" r:id="rId7"/>
    <p:sldLayoutId id="2147483677" r:id="rId8"/>
    <p:sldLayoutId id="2147483678" r:id="rId9"/>
    <p:sldLayoutId id="2147483679" r:id="rId10"/>
    <p:sldLayoutId id="2147483680"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1"/>
          <p:cNvSpPr txBox="1"/>
          <p:nvPr>
            <p:ph type="ctrTitle"/>
          </p:nvPr>
        </p:nvSpPr>
        <p:spPr>
          <a:xfrm>
            <a:off x="6629399" y="696686"/>
            <a:ext cx="5144589" cy="3289780"/>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FF0000"/>
              </a:buClr>
              <a:buSzPts val="6000"/>
              <a:buFont typeface="Calibri"/>
              <a:buNone/>
            </a:pPr>
            <a:r>
              <a:rPr lang="en-IN">
                <a:solidFill>
                  <a:srgbClr val="FF0000"/>
                </a:solidFill>
              </a:rPr>
              <a:t>AGES</a:t>
            </a:r>
            <a:endParaRPr>
              <a:solidFill>
                <a:srgbClr val="FF0000"/>
              </a:solidFill>
            </a:endParaRPr>
          </a:p>
        </p:txBody>
      </p:sp>
      <p:sp>
        <p:nvSpPr>
          <p:cNvPr id="258" name="Google Shape;258;p1"/>
          <p:cNvSpPr txBox="1"/>
          <p:nvPr>
            <p:ph idx="1" type="subTitle"/>
          </p:nvPr>
        </p:nvSpPr>
        <p:spPr>
          <a:xfrm>
            <a:off x="6632171" y="4508500"/>
            <a:ext cx="4526280" cy="1279652"/>
          </a:xfrm>
          <a:prstGeom prst="rect">
            <a:avLst/>
          </a:prstGeom>
          <a:noFill/>
          <a:ln>
            <a:noFill/>
          </a:ln>
        </p:spPr>
        <p:txBody>
          <a:bodyPr anchorCtr="0" anchor="t" bIns="45700" lIns="91425" spcFirstLastPara="1" rIns="91425" wrap="square" tIns="45700">
            <a:normAutofit/>
          </a:bodyPr>
          <a:lstStyle/>
          <a:p>
            <a:pPr indent="0" lvl="0" marL="0" rtl="0" algn="l">
              <a:lnSpc>
                <a:spcPct val="100000"/>
              </a:lnSpc>
              <a:spcBef>
                <a:spcPts val="0"/>
              </a:spcBef>
              <a:spcAft>
                <a:spcPts val="0"/>
              </a:spcAft>
              <a:buSzPts val="2400"/>
              <a:buNone/>
            </a:pPr>
            <a:r>
              <a:rPr lang="en-IN">
                <a:latin typeface="Calibri"/>
                <a:ea typeface="Calibri"/>
                <a:cs typeface="Calibri"/>
                <a:sym typeface="Calibri"/>
              </a:rPr>
              <a:t>VIGNESH M</a:t>
            </a:r>
            <a:endParaRPr>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2"/>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64" name="Google Shape;264;p2"/>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IN"/>
              <a:t> 1.Father's age is 5 yrs more than mother's age &amp; mother's age is 3 times of daughter's age. The present age of daughter is 10 yrs. What was the age of father at daughter's birth?</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IN"/>
              <a:t>2.If 10 years are subtracted from the present age of Ram and the remainder divided by 14, then you would get the present age of his grandson Shyam. If Shyam is 9 years younger to Sunder whose age is 14, then what is the present age of Ram? </a:t>
            </a:r>
            <a:endParaRPr/>
          </a:p>
          <a:p>
            <a:pPr indent="0" lvl="0" marL="0" rtl="0" algn="l">
              <a:lnSpc>
                <a:spcPct val="100000"/>
              </a:lnSpc>
              <a:spcBef>
                <a:spcPts val="1400"/>
              </a:spcBef>
              <a:spcAft>
                <a:spcPts val="0"/>
              </a:spcAft>
              <a:buSzPts val="2000"/>
              <a:buNone/>
            </a:pPr>
            <a:r>
              <a:rPr lang="en-IN"/>
              <a:t>(a) 80 years (b) 70 years (c) 60 years (d) None of these</a:t>
            </a:r>
            <a:endParaRPr/>
          </a:p>
          <a:p>
            <a:pPr indent="0" lvl="0" marL="0" rtl="0" algn="l">
              <a:lnSpc>
                <a:spcPct val="100000"/>
              </a:lnSpc>
              <a:spcBef>
                <a:spcPts val="1400"/>
              </a:spcBef>
              <a:spcAft>
                <a:spcPts val="0"/>
              </a:spcAft>
              <a:buSzPts val="2000"/>
              <a:buNone/>
            </a:pPr>
            <a:r>
              <a:rPr lang="en-IN"/>
              <a:t>3.A’s age is 1/6 of B’s age. B’s age will be twice of   C’s age after 10 years. If C’s eighth birthday was </a:t>
            </a:r>
            <a:endParaRPr/>
          </a:p>
          <a:p>
            <a:pPr indent="0" lvl="0" marL="0" rtl="0" algn="l">
              <a:lnSpc>
                <a:spcPct val="100000"/>
              </a:lnSpc>
              <a:spcBef>
                <a:spcPts val="1400"/>
              </a:spcBef>
              <a:spcAft>
                <a:spcPts val="0"/>
              </a:spcAft>
              <a:buSzPts val="2000"/>
              <a:buNone/>
            </a:pPr>
            <a:r>
              <a:rPr lang="en-IN"/>
              <a:t>celebrated two years ago, then the present age of A must be </a:t>
            </a:r>
            <a:endParaRPr/>
          </a:p>
          <a:p>
            <a:pPr indent="0" lvl="0" marL="0" rtl="0" algn="l">
              <a:lnSpc>
                <a:spcPct val="100000"/>
              </a:lnSpc>
              <a:spcBef>
                <a:spcPts val="1400"/>
              </a:spcBef>
              <a:spcAft>
                <a:spcPts val="0"/>
              </a:spcAft>
              <a:buSzPts val="2000"/>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8" name="Shape 268"/>
        <p:cNvGrpSpPr/>
        <p:nvPr/>
      </p:nvGrpSpPr>
      <p:grpSpPr>
        <a:xfrm>
          <a:off x="0" y="0"/>
          <a:ext cx="0" cy="0"/>
          <a:chOff x="0" y="0"/>
          <a:chExt cx="0" cy="0"/>
        </a:xfrm>
      </p:grpSpPr>
      <p:sp>
        <p:nvSpPr>
          <p:cNvPr id="269" name="Google Shape;269;p3"/>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70" name="Google Shape;270;p3"/>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IN"/>
              <a:t>4.15 years hence a man will be 4 times as old as  he was 15 years ago, His present age is?</a:t>
            </a:r>
            <a:endParaRPr/>
          </a:p>
          <a:p>
            <a:pPr indent="0" lvl="0" marL="0" rtl="0" algn="l">
              <a:lnSpc>
                <a:spcPct val="100000"/>
              </a:lnSpc>
              <a:spcBef>
                <a:spcPts val="1400"/>
              </a:spcBef>
              <a:spcAft>
                <a:spcPts val="0"/>
              </a:spcAft>
              <a:buSzPts val="2000"/>
              <a:buNone/>
            </a:pPr>
            <a:r>
              <a:rPr lang="en-IN"/>
              <a:t>a) 15 (b) 20   C)25  (d).18 yrs</a:t>
            </a:r>
            <a:endParaRPr/>
          </a:p>
          <a:p>
            <a:pPr indent="0" lvl="0" marL="0" rtl="0" algn="l">
              <a:lnSpc>
                <a:spcPct val="100000"/>
              </a:lnSpc>
              <a:spcBef>
                <a:spcPts val="1400"/>
              </a:spcBef>
              <a:spcAft>
                <a:spcPts val="0"/>
              </a:spcAft>
              <a:buSzPts val="2000"/>
              <a:buNone/>
            </a:pPr>
            <a:r>
              <a:rPr lang="en-IN"/>
              <a:t>5.The ratio between Ram and Rahim ages  is 3:2 Also the ratio between ages of Rahim and Aman is 5:2.What's the ratio  between present ages of Ram and Aman respectively? . </a:t>
            </a:r>
            <a:endParaRPr/>
          </a:p>
          <a:p>
            <a:pPr indent="0" lvl="0" marL="0" rtl="0" algn="l">
              <a:lnSpc>
                <a:spcPct val="100000"/>
              </a:lnSpc>
              <a:spcBef>
                <a:spcPts val="1400"/>
              </a:spcBef>
              <a:spcAft>
                <a:spcPts val="0"/>
              </a:spcAft>
              <a:buSzPts val="2000"/>
              <a:buNone/>
            </a:pPr>
            <a:r>
              <a:rPr lang="en-IN"/>
              <a:t>a) 15:2 (b)15:4 (c) 15:8 (d) 15:1 </a:t>
            </a:r>
            <a:endParaRPr/>
          </a:p>
          <a:p>
            <a:pPr indent="0" lvl="0" marL="0" rtl="0" algn="l">
              <a:lnSpc>
                <a:spcPct val="100000"/>
              </a:lnSpc>
              <a:spcBef>
                <a:spcPts val="1400"/>
              </a:spcBef>
              <a:spcAft>
                <a:spcPts val="0"/>
              </a:spcAft>
              <a:buSzPts val="2000"/>
              <a:buNone/>
            </a:pPr>
            <a:r>
              <a:rPr lang="en-IN"/>
              <a:t> 6.Sachin is younger than Rohit by 6 years. If  their ages are in the ratio of 6:8, how old is Sachin?</a:t>
            </a:r>
            <a:endParaRPr/>
          </a:p>
          <a:p>
            <a:pPr indent="0" lvl="0" marL="0" rtl="0" algn="l">
              <a:lnSpc>
                <a:spcPct val="100000"/>
              </a:lnSpc>
              <a:spcBef>
                <a:spcPts val="1400"/>
              </a:spcBef>
              <a:spcAft>
                <a:spcPts val="0"/>
              </a:spcAft>
              <a:buSzPts val="2000"/>
              <a:buNone/>
            </a:pPr>
            <a:r>
              <a:rPr lang="en-IN"/>
              <a:t>(a) 6 yrs    b) 20 yrs  c) 24 yrs      (d) 18 yrs.</a:t>
            </a:r>
            <a:endParaRPr/>
          </a:p>
          <a:p>
            <a:pPr indent="0" lvl="0" marL="0" rtl="0" algn="l">
              <a:lnSpc>
                <a:spcPct val="100000"/>
              </a:lnSpc>
              <a:spcBef>
                <a:spcPts val="1400"/>
              </a:spcBef>
              <a:spcAft>
                <a:spcPts val="0"/>
              </a:spcAft>
              <a:buSzPts val="2000"/>
              <a:buNone/>
            </a:pPr>
            <a:r>
              <a:rPr lang="en-IN"/>
              <a:t>7.Ten years ago the ratio of ages P and Q was 5 : 3. If the difference between their ages after 9 years will be 8 years. The present age of P is </a:t>
            </a:r>
            <a:endParaRPr/>
          </a:p>
          <a:p>
            <a:pPr indent="0" lvl="0" marL="0" rtl="0" algn="l">
              <a:lnSpc>
                <a:spcPct val="100000"/>
              </a:lnSpc>
              <a:spcBef>
                <a:spcPts val="1400"/>
              </a:spcBef>
              <a:spcAft>
                <a:spcPts val="0"/>
              </a:spcAft>
              <a:buSzPts val="2000"/>
              <a:buNone/>
            </a:pPr>
            <a:r>
              <a:rPr lang="en-IN"/>
              <a:t>(a) 30 years (b) 25 years (c) 16 years (d) 28 years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4" name="Shape 274"/>
        <p:cNvGrpSpPr/>
        <p:nvPr/>
      </p:nvGrpSpPr>
      <p:grpSpPr>
        <a:xfrm>
          <a:off x="0" y="0"/>
          <a:ext cx="0" cy="0"/>
          <a:chOff x="0" y="0"/>
          <a:chExt cx="0" cy="0"/>
        </a:xfrm>
      </p:grpSpPr>
      <p:sp>
        <p:nvSpPr>
          <p:cNvPr id="275" name="Google Shape;275;p4"/>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76" name="Google Shape;276;p4"/>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IN"/>
              <a:t>8.Hitesh is 40 yrs old, Jithesh is 60 yrs old. How many years ago their age ratio was 3:5?</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IN"/>
              <a:t>(a) 8   b) 9  c) 10  (d) 12</a:t>
            </a:r>
            <a:endParaRPr/>
          </a:p>
          <a:p>
            <a:pPr indent="0" lvl="0" marL="0" rtl="0" algn="l">
              <a:lnSpc>
                <a:spcPct val="100000"/>
              </a:lnSpc>
              <a:spcBef>
                <a:spcPts val="1400"/>
              </a:spcBef>
              <a:spcAft>
                <a:spcPts val="0"/>
              </a:spcAft>
              <a:buSzPts val="2000"/>
              <a:buNone/>
            </a:pPr>
            <a:r>
              <a:rPr lang="en-IN"/>
              <a:t>9.Present age ratio of a,b is 6:8, 7 years hence,  the ages become 4:5. What is a's present age?</a:t>
            </a:r>
            <a:endParaRPr/>
          </a:p>
          <a:p>
            <a:pPr indent="0" lvl="0" marL="0" rtl="0" algn="l">
              <a:lnSpc>
                <a:spcPct val="100000"/>
              </a:lnSpc>
              <a:spcBef>
                <a:spcPts val="1400"/>
              </a:spcBef>
              <a:spcAft>
                <a:spcPts val="0"/>
              </a:spcAft>
              <a:buSzPts val="2000"/>
              <a:buNone/>
            </a:pPr>
            <a:r>
              <a:rPr lang="en-IN"/>
              <a:t>(a) 18  b) 20  c) 21  (d) 25</a:t>
            </a:r>
            <a:endParaRPr/>
          </a:p>
          <a:p>
            <a:pPr indent="0" lvl="0" marL="0" rtl="0" algn="l">
              <a:lnSpc>
                <a:spcPct val="100000"/>
              </a:lnSpc>
              <a:spcBef>
                <a:spcPts val="1400"/>
              </a:spcBef>
              <a:spcAft>
                <a:spcPts val="0"/>
              </a:spcAft>
              <a:buSzPts val="2000"/>
              <a:buNone/>
            </a:pPr>
            <a:r>
              <a:rPr lang="en-IN"/>
              <a:t>10.Father's age is 4 times of his son's age. After 10 years father age will be twice that of son's age find their Present  ages? </a:t>
            </a:r>
            <a:endParaRPr/>
          </a:p>
          <a:p>
            <a:pPr indent="0" lvl="0" marL="0" rtl="0" algn="l">
              <a:lnSpc>
                <a:spcPct val="100000"/>
              </a:lnSpc>
              <a:spcBef>
                <a:spcPts val="1400"/>
              </a:spcBef>
              <a:spcAft>
                <a:spcPts val="0"/>
              </a:spcAft>
              <a:buSzPts val="2000"/>
              <a:buNone/>
            </a:pPr>
            <a:r>
              <a:rPr lang="en-IN"/>
              <a:t>11.Sita's mother was 4 times of Sita's age ten  years ago .After ten years, she will be twice as old as sita. How old is Sita today?</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IN"/>
              <a:t>(a) 10 years (b) 15 years (c) 20 years (d) 22 years</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sp>
        <p:nvSpPr>
          <p:cNvPr id="281" name="Google Shape;281;p5"/>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82" name="Google Shape;282;p5"/>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IN"/>
              <a:t>12.The ratio of the ages of the father and the son at present is 7:1. After 4 years, the ratio will become 4:1. What is the sum of the present ages of the father and the son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IN"/>
              <a:t> (a) 29 years (b) 35 years (c) 32 years (d) None of these .</a:t>
            </a:r>
            <a:endParaRPr/>
          </a:p>
          <a:p>
            <a:pPr indent="0" lvl="0" marL="0" rtl="0" algn="l">
              <a:lnSpc>
                <a:spcPct val="100000"/>
              </a:lnSpc>
              <a:spcBef>
                <a:spcPts val="1400"/>
              </a:spcBef>
              <a:spcAft>
                <a:spcPts val="0"/>
              </a:spcAft>
              <a:buSzPts val="2000"/>
              <a:buNone/>
            </a:pPr>
            <a:r>
              <a:rPr lang="en-IN"/>
              <a:t>13.The ratio between the present ages of M and N is 5: 3 respectively. The ratio between M's age 4 years‘ago an N’s age after 4 years is 1: 1'. What is the ratio between M’s age after 4 years and N’s age 4 years ago?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IN"/>
              <a:t> (a)2:1  (b) 1:3 (c) 4:1  (d) 3:1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6" name="Shape 286"/>
        <p:cNvGrpSpPr/>
        <p:nvPr/>
      </p:nvGrpSpPr>
      <p:grpSpPr>
        <a:xfrm>
          <a:off x="0" y="0"/>
          <a:ext cx="0" cy="0"/>
          <a:chOff x="0" y="0"/>
          <a:chExt cx="0" cy="0"/>
        </a:xfrm>
      </p:grpSpPr>
      <p:sp>
        <p:nvSpPr>
          <p:cNvPr id="287" name="Google Shape;287;p6"/>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88" name="Google Shape;288;p6"/>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IN"/>
              <a:t>14. The sum of the ages of A and B is.42 years. 3 years back, the age of A was 5 times of age of B. Find the difference between the present ages of A and B?</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IN"/>
              <a:t>(a) 24 (b) 22 (c) 12 (d) 18</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IN"/>
              <a:t>15.A father said to his son "I was as old as you are present at the time of your birth". If the father's age is 38 years now, the son's age five years back was:</a:t>
            </a:r>
            <a:endParaRPr/>
          </a:p>
          <a:p>
            <a:pPr indent="0" lvl="0" marL="0" rtl="0" algn="l">
              <a:lnSpc>
                <a:spcPct val="100000"/>
              </a:lnSpc>
              <a:spcBef>
                <a:spcPts val="1400"/>
              </a:spcBef>
              <a:spcAft>
                <a:spcPts val="0"/>
              </a:spcAft>
              <a:buSzPts val="2000"/>
              <a:buNone/>
            </a:pPr>
            <a:r>
              <a:rPr lang="en-IN"/>
              <a:t>(a) 14 years b) 19 years c) 18 years d) 13 years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2" name="Shape 292"/>
        <p:cNvGrpSpPr/>
        <p:nvPr/>
      </p:nvGrpSpPr>
      <p:grpSpPr>
        <a:xfrm>
          <a:off x="0" y="0"/>
          <a:ext cx="0" cy="0"/>
          <a:chOff x="0" y="0"/>
          <a:chExt cx="0" cy="0"/>
        </a:xfrm>
      </p:grpSpPr>
      <p:sp>
        <p:nvSpPr>
          <p:cNvPr id="293" name="Google Shape;293;p7"/>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294" name="Google Shape;294;p7"/>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IN"/>
              <a:t>VIRTUSA</a:t>
            </a:r>
            <a:endParaRPr/>
          </a:p>
          <a:p>
            <a:pPr indent="0" lvl="0" marL="0" rtl="0" algn="l">
              <a:lnSpc>
                <a:spcPct val="100000"/>
              </a:lnSpc>
              <a:spcBef>
                <a:spcPts val="1400"/>
              </a:spcBef>
              <a:spcAft>
                <a:spcPts val="0"/>
              </a:spcAft>
              <a:buSzPts val="2000"/>
              <a:buNone/>
            </a:pPr>
            <a:r>
              <a:rPr lang="en-IN"/>
              <a:t>Aptitude - 10</a:t>
            </a:r>
            <a:endParaRPr/>
          </a:p>
          <a:p>
            <a:pPr indent="0" lvl="0" marL="0" rtl="0" algn="l">
              <a:lnSpc>
                <a:spcPct val="100000"/>
              </a:lnSpc>
              <a:spcBef>
                <a:spcPts val="1400"/>
              </a:spcBef>
              <a:spcAft>
                <a:spcPts val="0"/>
              </a:spcAft>
              <a:buSzPts val="2000"/>
              <a:buNone/>
            </a:pPr>
            <a:r>
              <a:rPr lang="en-IN"/>
              <a:t>Verbal - 10</a:t>
            </a:r>
            <a:endParaRPr/>
          </a:p>
          <a:p>
            <a:pPr indent="0" lvl="0" marL="0" rtl="0" algn="l">
              <a:lnSpc>
                <a:spcPct val="100000"/>
              </a:lnSpc>
              <a:spcBef>
                <a:spcPts val="1400"/>
              </a:spcBef>
              <a:spcAft>
                <a:spcPts val="0"/>
              </a:spcAft>
              <a:buSzPts val="2000"/>
              <a:buNone/>
            </a:pPr>
            <a:r>
              <a:rPr lang="en-IN"/>
              <a:t>computer fundamentals- 30</a:t>
            </a:r>
            <a:endParaRPr/>
          </a:p>
          <a:p>
            <a:pPr indent="0" lvl="0" marL="0" rtl="0" algn="l">
              <a:lnSpc>
                <a:spcPct val="100000"/>
              </a:lnSpc>
              <a:spcBef>
                <a:spcPts val="1400"/>
              </a:spcBef>
              <a:spcAft>
                <a:spcPts val="0"/>
              </a:spcAft>
              <a:buSzPts val="2000"/>
              <a:buNone/>
            </a:pPr>
            <a:r>
              <a:rPr lang="en-IN"/>
              <a:t>Psudo code -10</a:t>
            </a:r>
            <a:endParaRPr/>
          </a:p>
          <a:p>
            <a:pPr indent="0" lvl="0" marL="0" rtl="0" algn="l">
              <a:lnSpc>
                <a:spcPct val="100000"/>
              </a:lnSpc>
              <a:spcBef>
                <a:spcPts val="1400"/>
              </a:spcBef>
              <a:spcAft>
                <a:spcPts val="0"/>
              </a:spcAft>
              <a:buSzPts val="2000"/>
              <a:buNone/>
            </a:pPr>
            <a:r>
              <a:rPr lang="en-IN"/>
              <a:t>Coding - 4</a:t>
            </a:r>
            <a:endParaRPr/>
          </a:p>
          <a:p>
            <a:pPr indent="0" lvl="0" marL="0" rtl="0" algn="l">
              <a:lnSpc>
                <a:spcPct val="100000"/>
              </a:lnSpc>
              <a:spcBef>
                <a:spcPts val="1400"/>
              </a:spcBef>
              <a:spcAft>
                <a:spcPts val="0"/>
              </a:spcAft>
              <a:buSzPts val="2000"/>
              <a:buNone/>
            </a:pPr>
            <a:r>
              <a:rPr lang="en-IN"/>
              <a:t>Power coding - 3</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8" name="Shape 298"/>
        <p:cNvGrpSpPr/>
        <p:nvPr/>
      </p:nvGrpSpPr>
      <p:grpSpPr>
        <a:xfrm>
          <a:off x="0" y="0"/>
          <a:ext cx="0" cy="0"/>
          <a:chOff x="0" y="0"/>
          <a:chExt cx="0" cy="0"/>
        </a:xfrm>
      </p:grpSpPr>
      <p:sp>
        <p:nvSpPr>
          <p:cNvPr id="299" name="Google Shape;299;p8"/>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00" name="Google Shape;300;p8"/>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rPr lang="en-IN"/>
              <a:t>T-sat</a:t>
            </a:r>
            <a:endParaRPr/>
          </a:p>
          <a:p>
            <a:pPr indent="0" lvl="0" marL="0" rtl="0" algn="l">
              <a:lnSpc>
                <a:spcPct val="100000"/>
              </a:lnSpc>
              <a:spcBef>
                <a:spcPts val="1400"/>
              </a:spcBef>
              <a:spcAft>
                <a:spcPts val="0"/>
              </a:spcAft>
              <a:buSzPts val="2000"/>
              <a:buNone/>
            </a:pPr>
            <a:r>
              <a:rPr lang="en-IN"/>
              <a:t>Quantitative aptitude - 35</a:t>
            </a:r>
            <a:endParaRPr/>
          </a:p>
          <a:p>
            <a:pPr indent="0" lvl="0" marL="0" rtl="0" algn="l">
              <a:lnSpc>
                <a:spcPct val="100000"/>
              </a:lnSpc>
              <a:spcBef>
                <a:spcPts val="1400"/>
              </a:spcBef>
              <a:spcAft>
                <a:spcPts val="0"/>
              </a:spcAft>
              <a:buSzPts val="2000"/>
              <a:buNone/>
            </a:pPr>
            <a:r>
              <a:rPr lang="en-IN"/>
              <a:t>Reasoning- 35</a:t>
            </a:r>
            <a:endParaRPr/>
          </a:p>
          <a:p>
            <a:pPr indent="0" lvl="0" marL="0" rtl="0" algn="l">
              <a:lnSpc>
                <a:spcPct val="100000"/>
              </a:lnSpc>
              <a:spcBef>
                <a:spcPts val="1400"/>
              </a:spcBef>
              <a:spcAft>
                <a:spcPts val="0"/>
              </a:spcAft>
              <a:buSzPts val="2000"/>
              <a:buNone/>
            </a:pPr>
            <a:r>
              <a:rPr lang="en-IN"/>
              <a:t>Verbal -30</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sp>
        <p:nvSpPr>
          <p:cNvPr id="305" name="Google Shape;305;p9"/>
          <p:cNvSpPr txBox="1"/>
          <p:nvPr>
            <p:ph type="title"/>
          </p:nvPr>
        </p:nvSpPr>
        <p:spPr>
          <a:xfrm>
            <a:off x="0" y="0"/>
            <a:ext cx="12192000" cy="1737361"/>
          </a:xfrm>
          <a:prstGeom prst="rect">
            <a:avLst/>
          </a:prstGeom>
          <a:noFill/>
          <a:ln>
            <a:noFill/>
          </a:ln>
        </p:spPr>
        <p:txBody>
          <a:bodyPr anchorCtr="0" anchor="b" bIns="45700" lIns="91425" spcFirstLastPara="1" rIns="91425" wrap="square" tIns="45700">
            <a:normAutofit/>
          </a:bodyPr>
          <a:lstStyle/>
          <a:p>
            <a:pPr indent="0" lvl="0" marL="0" rtl="0" algn="l">
              <a:lnSpc>
                <a:spcPct val="90000"/>
              </a:lnSpc>
              <a:spcBef>
                <a:spcPts val="0"/>
              </a:spcBef>
              <a:spcAft>
                <a:spcPts val="0"/>
              </a:spcAft>
              <a:buClr>
                <a:srgbClr val="3F3F3F"/>
              </a:buClr>
              <a:buSzPts val="4800"/>
              <a:buFont typeface="Calibri"/>
              <a:buNone/>
            </a:pPr>
            <a:r>
              <a:t/>
            </a:r>
            <a:endParaRPr/>
          </a:p>
        </p:txBody>
      </p:sp>
      <p:sp>
        <p:nvSpPr>
          <p:cNvPr id="306" name="Google Shape;306;p9"/>
          <p:cNvSpPr txBox="1"/>
          <p:nvPr>
            <p:ph idx="1" type="body"/>
          </p:nvPr>
        </p:nvSpPr>
        <p:spPr>
          <a:xfrm>
            <a:off x="0" y="1833154"/>
            <a:ext cx="12122331" cy="5024845"/>
          </a:xfrm>
          <a:prstGeom prst="rect">
            <a:avLst/>
          </a:prstGeom>
          <a:noFill/>
          <a:ln>
            <a:noFill/>
          </a:ln>
        </p:spPr>
        <p:txBody>
          <a:bodyPr anchorCtr="0" anchor="t" bIns="45700" lIns="0" spcFirstLastPara="1" rIns="0" wrap="square" tIns="45700">
            <a:normAutofit/>
          </a:bodyPr>
          <a:lstStyle/>
          <a:p>
            <a:pPr indent="0" lvl="0" marL="0" rtl="0" algn="l">
              <a:lnSpc>
                <a:spcPct val="100000"/>
              </a:lnSpc>
              <a:spcBef>
                <a:spcPts val="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t/>
            </a:r>
            <a:endParaRPr/>
          </a:p>
          <a:p>
            <a:pPr indent="0" lvl="0" marL="0" rtl="0" algn="l">
              <a:lnSpc>
                <a:spcPct val="100000"/>
              </a:lnSpc>
              <a:spcBef>
                <a:spcPts val="1400"/>
              </a:spcBef>
              <a:spcAft>
                <a:spcPts val="0"/>
              </a:spcAft>
              <a:buSzPts val="2000"/>
              <a:buNone/>
            </a:pPr>
            <a:r>
              <a:rPr lang="en-IN"/>
              <a:t>                                                                                       </a:t>
            </a:r>
            <a:r>
              <a:rPr lang="en-IN" sz="3600"/>
              <a:t>THANK YOU</a:t>
            </a:r>
            <a:endParaRPr sz="3600"/>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Q spider">
  <a:themeElements>
    <a:clrScheme name="Retrospect">
      <a:dk1>
        <a:srgbClr val="000000"/>
      </a:dk1>
      <a:lt1>
        <a:srgbClr val="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2022-04-07T04:00:00Z</dcterms:creat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ICV">
    <vt:lpwstr>42F4383C17F645C5AC6C546F003645A4</vt:lpwstr>
  </property>
  <property fmtid="{D5CDD505-2E9C-101B-9397-08002B2CF9AE}" pid="4" name="KSOProductBuildVer">
    <vt:lpwstr>1033-11.2.0.11191</vt:lpwstr>
  </property>
</Properties>
</file>