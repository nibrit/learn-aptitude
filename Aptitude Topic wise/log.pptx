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9" r:id="rId3"/>
  </p:sldMasterIdLst>
  <p:notesMasterIdLst>
    <p:notesMasterId r:id="rId5"/>
  </p:notesMasterIdLst>
  <p:handoutMasterIdLst>
    <p:handoutMasterId r:id="rId19"/>
  </p:handoutMasterIdLst>
  <p:sldIdLst>
    <p:sldId id="258" r:id="rId4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1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9" autoAdjust="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5941D-8E50-48DD-9F07-D46E0DCFFEDB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72133"/>
          <a:stretch>
            <a:fillRect/>
          </a:stretch>
        </p:blipFill>
        <p:spPr>
          <a:xfrm>
            <a:off x="1676395" y="5222663"/>
            <a:ext cx="3505210" cy="2652607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Sol : c)</a:t>
            </a:r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5941D-8E50-48DD-9F07-D46E0DCFFEDB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72133"/>
          <a:stretch>
            <a:fillRect/>
          </a:stretch>
        </p:blipFill>
        <p:spPr>
          <a:xfrm>
            <a:off x="1676395" y="5222663"/>
            <a:ext cx="3505210" cy="2652607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Sol : c)</a:t>
            </a:r>
            <a:endParaRPr lang="en-I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5941D-8E50-48DD-9F07-D46E0DCFFEDB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72133"/>
          <a:stretch>
            <a:fillRect/>
          </a:stretch>
        </p:blipFill>
        <p:spPr>
          <a:xfrm>
            <a:off x="1676395" y="5222663"/>
            <a:ext cx="3505210" cy="2652607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Sol : b)</a:t>
            </a:r>
            <a:endParaRPr lang="en-I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5941D-8E50-48DD-9F07-D46E0DCFFEDB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72133"/>
          <a:stretch>
            <a:fillRect/>
          </a:stretch>
        </p:blipFill>
        <p:spPr>
          <a:xfrm>
            <a:off x="1676395" y="5222663"/>
            <a:ext cx="3505210" cy="2652607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Sol : b)</a:t>
            </a:r>
            <a:endParaRPr lang="en-I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5941D-8E50-48DD-9F07-D46E0DCFFEDB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72133"/>
          <a:stretch>
            <a:fillRect/>
          </a:stretch>
        </p:blipFill>
        <p:spPr>
          <a:xfrm>
            <a:off x="1676395" y="5222663"/>
            <a:ext cx="3505210" cy="2652607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Sol : b)</a:t>
            </a:r>
            <a:endParaRPr lang="en-I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5941D-8E50-48DD-9F07-D46E0DCFFEDB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72133"/>
          <a:stretch>
            <a:fillRect/>
          </a:stretch>
        </p:blipFill>
        <p:spPr>
          <a:xfrm>
            <a:off x="1676395" y="5222663"/>
            <a:ext cx="3505210" cy="2652607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Sol : b)</a:t>
            </a:r>
            <a:endParaRPr lang="en-I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5941D-8E50-48DD-9F07-D46E0DCFFEDB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72133"/>
          <a:stretch>
            <a:fillRect/>
          </a:stretch>
        </p:blipFill>
        <p:spPr>
          <a:xfrm>
            <a:off x="1676395" y="5222663"/>
            <a:ext cx="3505210" cy="2652607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Sol : c)</a:t>
            </a:r>
            <a:endParaRPr lang="en-I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5941D-8E50-48DD-9F07-D46E0DCFFEDB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72133"/>
          <a:stretch>
            <a:fillRect/>
          </a:stretch>
        </p:blipFill>
        <p:spPr>
          <a:xfrm>
            <a:off x="1676395" y="5222663"/>
            <a:ext cx="3505210" cy="2652607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Sol : a)</a:t>
            </a:r>
            <a:endParaRPr lang="en-I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5941D-8E50-48DD-9F07-D46E0DCFFEDB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72133"/>
          <a:stretch>
            <a:fillRect/>
          </a:stretch>
        </p:blipFill>
        <p:spPr>
          <a:xfrm>
            <a:off x="1676395" y="5222663"/>
            <a:ext cx="3505210" cy="2652607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Sol : c)</a:t>
            </a:r>
            <a:endParaRPr lang="en-I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5941D-8E50-48DD-9F07-D46E0DCFFEDB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72133"/>
          <a:stretch>
            <a:fillRect/>
          </a:stretch>
        </p:blipFill>
        <p:spPr>
          <a:xfrm>
            <a:off x="1676395" y="5222663"/>
            <a:ext cx="3505210" cy="2652607"/>
          </a:xfrm>
          <a:prstGeom prst="rect">
            <a:avLst/>
          </a:prstGeom>
        </p:spPr>
      </p:pic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F5CEFB0D-6DB6-450D-981E-DB5B064ABC8F}" type="datetime1">
              <a:rPr lang="en-US" noProof="0" smtClean="0"/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/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666C8650-8C82-4FB0-9266-0148B376A8CE}" type="datetime1">
              <a:rPr lang="en-US" noProof="0" smtClean="0"/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1529DE01-3159-42E8-9946-B3F7564EBC72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/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14" name="Rectangle 13"/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14" name="Rectangle 13"/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7E74ECCD-A9BB-4C40-8999-9FDE0B2AF02D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B9A11315-80A2-4A6F-99BC-2337EDBA509A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/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9" name="Rectangle 8"/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cxnSp>
        <p:nvCxnSpPr>
          <p:cNvPr id="15" name="Connecteur droit 19"/>
          <p:cNvCxnSpPr/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/>
          <p:cNvCxnSpPr/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/>
          <p:cNvCxnSpPr/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F2DB7022-84E8-42F0-8AEA-ADED76AFD446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5" name="Rectangle 4"/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8" name="Rectangle 17"/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42F667F3-A942-43B7-9681-6435F4941075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5D576BB9-001A-4B59-8C51-603E71AE3226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4" name="Rectangle 13"/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/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833154"/>
            <a:ext cx="12122331" cy="50248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4503" y="-95794"/>
            <a:ext cx="12087497" cy="18331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629399" y="696686"/>
            <a:ext cx="5144589" cy="3289780"/>
          </a:xfrm>
        </p:spPr>
        <p:txBody>
          <a:bodyPr/>
          <a:lstStyle/>
          <a:p>
            <a:r>
              <a:rPr lang="en-IN" altLang="en-US" dirty="0">
                <a:solidFill>
                  <a:srgbClr val="FF0000"/>
                </a:solidFill>
              </a:rPr>
              <a:t>Logarithm</a:t>
            </a:r>
            <a:endParaRPr lang="en-IN" altLang="en-US" dirty="0">
              <a:solidFill>
                <a:srgbClr val="FF0000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+mj-lt"/>
              </a:rPr>
              <a:t>Vignesh m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4235" y="2319913"/>
            <a:ext cx="7436224" cy="2218174"/>
          </a:xfrm>
        </p:spPr>
        <p:txBody>
          <a:bodyPr/>
          <a:lstStyle/>
          <a:p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:\Users\HP\Desktop\0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24000"/>
            <a:ext cx="8534400" cy="365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914400" y="6477001"/>
            <a:ext cx="96520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762000"/>
            <a:ext cx="11506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Find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value of  log√8/log8?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A.1/√8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B.1/4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C.1/2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D.1/8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77001"/>
            <a:ext cx="96520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838200"/>
            <a:ext cx="11506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log 27 = 1.431, then the value of log 9 is?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0.934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0.945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0.954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0.958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77001"/>
            <a:ext cx="96520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840500"/>
            <a:ext cx="11658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77001"/>
            <a:ext cx="9652000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04126"/>
            <a:ext cx="7478986" cy="35814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762000"/>
            <a:ext cx="11506200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77001"/>
            <a:ext cx="9652000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762000"/>
            <a:ext cx="6108704" cy="287139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838200"/>
            <a:ext cx="11430000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77001"/>
            <a:ext cx="9652000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62000"/>
            <a:ext cx="10924979" cy="359085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762000"/>
            <a:ext cx="115824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6.If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28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(9/16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)=-(1/2), then x is equal to,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A.-3/4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B.3/4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C.81/256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D.256/81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77001"/>
            <a:ext cx="96520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838200"/>
            <a:ext cx="1173480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 smtClean="0"/>
              <a:t>7. Find </a:t>
            </a:r>
            <a:r>
              <a:rPr lang="en-US" sz="3200" dirty="0"/>
              <a:t>the value of</a:t>
            </a:r>
            <a:endParaRPr lang="en-US" sz="3200" dirty="0"/>
          </a:p>
          <a:p>
            <a:pPr>
              <a:buNone/>
            </a:pPr>
            <a:r>
              <a:rPr lang="en-US" sz="3200" dirty="0"/>
              <a:t>	(1/log</a:t>
            </a:r>
            <a:r>
              <a:rPr lang="en-US" sz="3200" baseline="-25000" dirty="0"/>
              <a:t>3</a:t>
            </a:r>
            <a:r>
              <a:rPr lang="en-US" sz="3200" dirty="0"/>
              <a:t> 60)+(1/log</a:t>
            </a:r>
            <a:r>
              <a:rPr lang="en-US" sz="3200" baseline="-25000" dirty="0"/>
              <a:t>4</a:t>
            </a:r>
            <a:r>
              <a:rPr lang="en-US" sz="3200" dirty="0"/>
              <a:t> 60)+(1/log</a:t>
            </a:r>
            <a:r>
              <a:rPr lang="en-US" sz="3200" baseline="-25000" dirty="0"/>
              <a:t>5</a:t>
            </a:r>
            <a:r>
              <a:rPr lang="en-US" sz="3200" dirty="0"/>
              <a:t> 60)</a:t>
            </a:r>
            <a:endParaRPr lang="en-US" sz="3200" dirty="0"/>
          </a:p>
          <a:p>
            <a:pPr lvl="1">
              <a:buNone/>
            </a:pPr>
            <a:endParaRPr lang="en-US" sz="3000" dirty="0" smtClean="0"/>
          </a:p>
          <a:p>
            <a:pPr lvl="1">
              <a:buNone/>
            </a:pPr>
            <a:r>
              <a:rPr lang="en-US" sz="3000" dirty="0" smtClean="0"/>
              <a:t>A.0</a:t>
            </a:r>
            <a:endParaRPr lang="en-US" sz="3000" dirty="0"/>
          </a:p>
          <a:p>
            <a:pPr lvl="1">
              <a:buNone/>
            </a:pPr>
            <a:r>
              <a:rPr lang="en-US" sz="3000" dirty="0"/>
              <a:t>B.1</a:t>
            </a:r>
            <a:endParaRPr lang="en-US" sz="3000" dirty="0"/>
          </a:p>
          <a:p>
            <a:pPr lvl="1">
              <a:buNone/>
            </a:pPr>
            <a:r>
              <a:rPr lang="en-US" sz="3000" dirty="0"/>
              <a:t>C.5</a:t>
            </a:r>
            <a:endParaRPr lang="en-US" sz="3000" dirty="0"/>
          </a:p>
          <a:p>
            <a:pPr lvl="1">
              <a:buNone/>
            </a:pPr>
            <a:r>
              <a:rPr lang="en-US" sz="3000" dirty="0"/>
              <a:t>D.60</a:t>
            </a:r>
            <a:endParaRPr lang="en-US" sz="3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77001"/>
            <a:ext cx="96520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762000"/>
            <a:ext cx="117348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Find the value of x, if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x+5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+ log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x-5)=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log 2 +2 log 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A.±2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B.±13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C.±12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D.±10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77001"/>
            <a:ext cx="96520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762000"/>
            <a:ext cx="11506200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 smtClean="0"/>
              <a:t>9.Find </a:t>
            </a:r>
            <a:r>
              <a:rPr lang="en-US" sz="3200" dirty="0"/>
              <a:t>the value of </a:t>
            </a:r>
            <a:endParaRPr lang="en-US" sz="3200" dirty="0"/>
          </a:p>
          <a:p>
            <a:pPr>
              <a:buNone/>
            </a:pPr>
            <a:r>
              <a:rPr lang="en-US" sz="3200" dirty="0"/>
              <a:t>	</a:t>
            </a:r>
            <a:endParaRPr lang="en-US" sz="3200" dirty="0" smtClean="0"/>
          </a:p>
          <a:p>
            <a:pPr>
              <a:buNone/>
            </a:pPr>
            <a:r>
              <a:rPr lang="en-US" sz="3200" dirty="0" smtClean="0"/>
              <a:t>2 log(15/18) –log (</a:t>
            </a:r>
            <a:r>
              <a:rPr lang="en-US" sz="3200" dirty="0"/>
              <a:t>25/162</a:t>
            </a:r>
            <a:r>
              <a:rPr lang="en-US" sz="3200" dirty="0" smtClean="0"/>
              <a:t>)+ log (4/9</a:t>
            </a:r>
            <a:r>
              <a:rPr lang="en-US" sz="3200" dirty="0"/>
              <a:t>)</a:t>
            </a:r>
            <a:endParaRPr lang="en-US" sz="3200" dirty="0"/>
          </a:p>
          <a:p>
            <a:pPr lvl="1">
              <a:buNone/>
            </a:pPr>
            <a:endParaRPr lang="en-US" sz="3000" dirty="0"/>
          </a:p>
          <a:p>
            <a:pPr lvl="1">
              <a:buNone/>
            </a:pPr>
            <a:r>
              <a:rPr lang="en-US" sz="3000" dirty="0" smtClean="0"/>
              <a:t>A</a:t>
            </a:r>
            <a:r>
              <a:rPr lang="en-US" sz="3000" dirty="0"/>
              <a:t>. </a:t>
            </a:r>
            <a:r>
              <a:rPr lang="en-US" sz="3000" dirty="0" smtClean="0"/>
              <a:t>Log 4</a:t>
            </a:r>
            <a:endParaRPr lang="en-US" sz="3000" dirty="0"/>
          </a:p>
          <a:p>
            <a:pPr lvl="1">
              <a:buNone/>
            </a:pPr>
            <a:r>
              <a:rPr lang="en-US" sz="3000" dirty="0"/>
              <a:t>B. </a:t>
            </a:r>
            <a:r>
              <a:rPr lang="en-US" sz="3000" dirty="0" smtClean="0"/>
              <a:t>Log 15</a:t>
            </a:r>
            <a:endParaRPr lang="en-US" sz="3000" dirty="0"/>
          </a:p>
          <a:p>
            <a:pPr lvl="1">
              <a:buNone/>
            </a:pPr>
            <a:r>
              <a:rPr lang="en-US" sz="3000" dirty="0"/>
              <a:t>C. </a:t>
            </a:r>
            <a:r>
              <a:rPr lang="en-US" sz="3000" dirty="0" smtClean="0"/>
              <a:t>Log 5</a:t>
            </a:r>
            <a:endParaRPr lang="en-US" sz="3000" dirty="0"/>
          </a:p>
          <a:p>
            <a:pPr lvl="1">
              <a:buNone/>
            </a:pPr>
            <a:r>
              <a:rPr lang="en-US" sz="3000" dirty="0"/>
              <a:t>D. </a:t>
            </a:r>
            <a:r>
              <a:rPr lang="en-US" sz="3000" dirty="0" smtClean="0"/>
              <a:t>Log 2</a:t>
            </a:r>
            <a:endParaRPr lang="en-US" sz="3000" dirty="0"/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77001"/>
            <a:ext cx="9652000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7628" y="842600"/>
            <a:ext cx="11616744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 smtClean="0"/>
              <a:t>10. Find </a:t>
            </a:r>
            <a:r>
              <a:rPr lang="en-US" sz="3200" dirty="0"/>
              <a:t>the value of </a:t>
            </a:r>
            <a:endParaRPr lang="en-US" sz="3200" dirty="0"/>
          </a:p>
          <a:p>
            <a:pPr>
              <a:buNone/>
            </a:pPr>
            <a:r>
              <a:rPr lang="en-US" sz="3200" dirty="0"/>
              <a:t>	</a:t>
            </a:r>
            <a:r>
              <a:rPr lang="en-US" sz="3200" dirty="0" smtClean="0"/>
              <a:t>log (</a:t>
            </a:r>
            <a:r>
              <a:rPr lang="en-US" sz="3200" dirty="0"/>
              <a:t>75/16</a:t>
            </a:r>
            <a:r>
              <a:rPr lang="en-US" sz="3200" dirty="0" smtClean="0"/>
              <a:t>)- 2log (5/9</a:t>
            </a:r>
            <a:r>
              <a:rPr lang="en-US" sz="3200" dirty="0"/>
              <a:t>)+</a:t>
            </a:r>
            <a:r>
              <a:rPr lang="en-US" sz="3200" dirty="0" smtClean="0"/>
              <a:t>log (</a:t>
            </a:r>
            <a:r>
              <a:rPr lang="en-US" sz="3200" dirty="0"/>
              <a:t>32/243) </a:t>
            </a:r>
            <a:endParaRPr lang="en-US" sz="3200" dirty="0"/>
          </a:p>
          <a:p>
            <a:pPr lvl="1">
              <a:buNone/>
            </a:pPr>
            <a:r>
              <a:rPr lang="en-US" sz="3000" dirty="0"/>
              <a:t>A. </a:t>
            </a:r>
            <a:r>
              <a:rPr lang="en-US" sz="3000" dirty="0" smtClean="0"/>
              <a:t>Log 5</a:t>
            </a:r>
            <a:endParaRPr lang="en-US" sz="3000" dirty="0"/>
          </a:p>
          <a:p>
            <a:pPr lvl="1">
              <a:buNone/>
            </a:pPr>
            <a:r>
              <a:rPr lang="en-US" sz="3000" dirty="0"/>
              <a:t>B. </a:t>
            </a:r>
            <a:r>
              <a:rPr lang="en-US" sz="3000" dirty="0" smtClean="0"/>
              <a:t>Log 2</a:t>
            </a:r>
            <a:endParaRPr lang="en-US" sz="3000" dirty="0"/>
          </a:p>
          <a:p>
            <a:pPr lvl="1">
              <a:buNone/>
            </a:pPr>
            <a:r>
              <a:rPr lang="en-US" sz="3000" dirty="0"/>
              <a:t>C. </a:t>
            </a:r>
            <a:r>
              <a:rPr lang="en-US" sz="3000" dirty="0" smtClean="0"/>
              <a:t>Log 3</a:t>
            </a:r>
            <a:endParaRPr lang="en-US" sz="3000" dirty="0"/>
          </a:p>
          <a:p>
            <a:pPr lvl="1">
              <a:buNone/>
            </a:pPr>
            <a:r>
              <a:rPr lang="en-US" sz="3000" dirty="0"/>
              <a:t>D. </a:t>
            </a:r>
            <a:r>
              <a:rPr lang="en-US" sz="3000" dirty="0" smtClean="0"/>
              <a:t>Log 10</a:t>
            </a:r>
            <a:endParaRPr lang="en-US" sz="3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77001"/>
            <a:ext cx="9652000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895" y="640824"/>
            <a:ext cx="1686917" cy="35783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                                                                                       </a:t>
            </a:r>
            <a:r>
              <a:rPr lang="en-IN" sz="3600" dirty="0" smtClean="0"/>
              <a:t>THANK YOU</a:t>
            </a:r>
            <a:endParaRPr lang="en-IN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 spider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669</Words>
  <Application>WPS Presentation</Application>
  <PresentationFormat>Widescreen</PresentationFormat>
  <Paragraphs>75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Cambria</vt:lpstr>
      <vt:lpstr>Calibri</vt:lpstr>
      <vt:lpstr>Calibri Light</vt:lpstr>
      <vt:lpstr>Microsoft YaHei</vt:lpstr>
      <vt:lpstr>Arial Unicode MS</vt:lpstr>
      <vt:lpstr>Times New Roman</vt:lpstr>
      <vt:lpstr>Q spider</vt:lpstr>
      <vt:lpstr>Custom Design</vt:lpstr>
      <vt:lpstr>Time and Distance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vignesh</cp:lastModifiedBy>
  <cp:revision>3</cp:revision>
  <dcterms:created xsi:type="dcterms:W3CDTF">2022-04-07T04:00:00Z</dcterms:created>
  <dcterms:modified xsi:type="dcterms:W3CDTF">2022-05-06T05:58:02Z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6B20ACB687B74701B3B30C80F652E71E</vt:lpwstr>
  </property>
  <property fmtid="{D5CDD505-2E9C-101B-9397-08002B2CF9AE}" pid="4" name="KSOProductBuildVer">
    <vt:lpwstr>1033-11.2.0.11074</vt:lpwstr>
  </property>
</Properties>
</file>