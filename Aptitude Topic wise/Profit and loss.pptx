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hz4SH2H5pGvfiMBsSIRzeVJee6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14" name="Shape 14"/>
        <p:cNvGrpSpPr/>
        <p:nvPr/>
      </p:nvGrpSpPr>
      <p:grpSpPr>
        <a:xfrm>
          <a:off x="0" y="0"/>
          <a:ext cx="0" cy="0"/>
          <a:chOff x="0" y="0"/>
          <a:chExt cx="0" cy="0"/>
        </a:xfrm>
      </p:grpSpPr>
      <p:sp>
        <p:nvSpPr>
          <p:cNvPr id="15" name="Google Shape;15;p16"/>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16"/>
          <p:cNvSpPr/>
          <p:nvPr/>
        </p:nvSpPr>
        <p:spPr>
          <a:xfrm>
            <a:off x="6394450" y="0"/>
            <a:ext cx="153926"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1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1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20" name="Google Shape;20;p16"/>
          <p:cNvSpPr/>
          <p:nvPr>
            <p:ph idx="2" type="pic"/>
          </p:nvPr>
        </p:nvSpPr>
        <p:spPr>
          <a:xfrm>
            <a:off x="0" y="0"/>
            <a:ext cx="6311900" cy="6858000"/>
          </a:xfrm>
          <a:prstGeom prst="rect">
            <a:avLst/>
          </a:prstGeom>
          <a:noFill/>
          <a:ln>
            <a:noFill/>
          </a:ln>
        </p:spPr>
      </p:sp>
      <p:sp>
        <p:nvSpPr>
          <p:cNvPr id="21" name="Google Shape;21;p16"/>
          <p:cNvSpPr txBox="1"/>
          <p:nvPr>
            <p:ph type="ctrTitle"/>
          </p:nvPr>
        </p:nvSpPr>
        <p:spPr>
          <a:xfrm>
            <a:off x="6629400" y="758952"/>
            <a:ext cx="4526280" cy="3227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6000"/>
              <a:buFont typeface="Calibri"/>
              <a:buNone/>
              <a:defRPr b="1" sz="6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6"/>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rgbClr val="3F3F3F"/>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16"/>
          <p:cNvSpPr/>
          <p:nvPr/>
        </p:nvSpPr>
        <p:spPr>
          <a:xfrm>
            <a:off x="6311900" y="0"/>
            <a:ext cx="15392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7" name="Google Shape;27;p1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1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1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30" name="Shape 30"/>
        <p:cNvGrpSpPr/>
        <p:nvPr/>
      </p:nvGrpSpPr>
      <p:grpSpPr>
        <a:xfrm>
          <a:off x="0" y="0"/>
          <a:ext cx="0" cy="0"/>
          <a:chOff x="0" y="0"/>
          <a:chExt cx="0" cy="0"/>
        </a:xfrm>
      </p:grpSpPr>
      <p:sp>
        <p:nvSpPr>
          <p:cNvPr id="31" name="Google Shape;31;p18"/>
          <p:cNvSpPr/>
          <p:nvPr>
            <p:ph idx="2" type="pic"/>
          </p:nvPr>
        </p:nvSpPr>
        <p:spPr>
          <a:xfrm>
            <a:off x="0" y="0"/>
            <a:ext cx="12192000" cy="6858000"/>
          </a:xfrm>
          <a:prstGeom prst="rect">
            <a:avLst/>
          </a:prstGeom>
          <a:noFill/>
          <a:ln>
            <a:noFill/>
          </a:ln>
        </p:spPr>
      </p:sp>
      <p:sp>
        <p:nvSpPr>
          <p:cNvPr id="32" name="Google Shape;32;p1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18"/>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1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5" name="Google Shape;35;p18"/>
          <p:cNvSpPr txBox="1"/>
          <p:nvPr>
            <p:ph idx="1" type="subTitle"/>
          </p:nvPr>
        </p:nvSpPr>
        <p:spPr>
          <a:xfrm>
            <a:off x="1212850" y="4508500"/>
            <a:ext cx="511810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36" name="Google Shape;36;p18"/>
          <p:cNvSpPr txBox="1"/>
          <p:nvPr>
            <p:ph type="ctrTitle"/>
          </p:nvPr>
        </p:nvSpPr>
        <p:spPr>
          <a:xfrm>
            <a:off x="1212850" y="2057400"/>
            <a:ext cx="5118100" cy="1929066"/>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400"/>
              <a:buFont typeface="Calibri"/>
              <a:buNone/>
              <a:defRPr b="1" sz="5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lt1"/>
        </a:solidFill>
      </p:bgPr>
    </p:bg>
    <p:spTree>
      <p:nvGrpSpPr>
        <p:cNvPr id="37" name="Shape 37"/>
        <p:cNvGrpSpPr/>
        <p:nvPr/>
      </p:nvGrpSpPr>
      <p:grpSpPr>
        <a:xfrm>
          <a:off x="0" y="0"/>
          <a:ext cx="0" cy="0"/>
          <a:chOff x="0" y="0"/>
          <a:chExt cx="0" cy="0"/>
        </a:xfrm>
      </p:grpSpPr>
      <p:sp>
        <p:nvSpPr>
          <p:cNvPr id="38" name="Google Shape;38;p19"/>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 name="Google Shape;39;p1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1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1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42" name="Google Shape;42;p19"/>
          <p:cNvSpPr/>
          <p:nvPr>
            <p:ph idx="2" type="pic"/>
          </p:nvPr>
        </p:nvSpPr>
        <p:spPr>
          <a:xfrm>
            <a:off x="0" y="0"/>
            <a:ext cx="6311900" cy="6858000"/>
          </a:xfrm>
          <a:prstGeom prst="rect">
            <a:avLst/>
          </a:prstGeom>
          <a:noFill/>
          <a:ln>
            <a:noFill/>
          </a:ln>
        </p:spPr>
      </p:sp>
      <p:sp>
        <p:nvSpPr>
          <p:cNvPr id="43" name="Google Shape;43;p19"/>
          <p:cNvSpPr/>
          <p:nvPr/>
        </p:nvSpPr>
        <p:spPr>
          <a:xfrm>
            <a:off x="2451099"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 name="Google Shape;44;p19"/>
          <p:cNvSpPr txBox="1"/>
          <p:nvPr>
            <p:ph type="title"/>
          </p:nvPr>
        </p:nvSpPr>
        <p:spPr>
          <a:xfrm>
            <a:off x="2641599" y="3746500"/>
            <a:ext cx="8331202" cy="13081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9"/>
          <p:cNvSpPr txBox="1"/>
          <p:nvPr>
            <p:ph idx="1" type="body"/>
          </p:nvPr>
        </p:nvSpPr>
        <p:spPr>
          <a:xfrm>
            <a:off x="26416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6" name="Google Shape;46;p19"/>
          <p:cNvSpPr/>
          <p:nvPr/>
        </p:nvSpPr>
        <p:spPr>
          <a:xfrm>
            <a:off x="37528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showMasterSp="0">
  <p:cSld name="1_Section Header">
    <p:bg>
      <p:bgPr>
        <a:solidFill>
          <a:schemeClr val="lt1"/>
        </a:solidFill>
      </p:bgPr>
    </p:bg>
    <p:spTree>
      <p:nvGrpSpPr>
        <p:cNvPr id="47" name="Shape 47"/>
        <p:cNvGrpSpPr/>
        <p:nvPr/>
      </p:nvGrpSpPr>
      <p:grpSpPr>
        <a:xfrm>
          <a:off x="0" y="0"/>
          <a:ext cx="0" cy="0"/>
          <a:chOff x="0" y="0"/>
          <a:chExt cx="0" cy="0"/>
        </a:xfrm>
      </p:grpSpPr>
      <p:sp>
        <p:nvSpPr>
          <p:cNvPr id="48" name="Google Shape;48;p2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2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2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51" name="Google Shape;51;p20"/>
          <p:cNvSpPr/>
          <p:nvPr>
            <p:ph idx="2" type="pic"/>
          </p:nvPr>
        </p:nvSpPr>
        <p:spPr>
          <a:xfrm>
            <a:off x="0" y="0"/>
            <a:ext cx="12192000" cy="6858000"/>
          </a:xfrm>
          <a:prstGeom prst="rect">
            <a:avLst/>
          </a:prstGeom>
          <a:noFill/>
          <a:ln>
            <a:noFill/>
          </a:ln>
        </p:spPr>
      </p:sp>
      <p:sp>
        <p:nvSpPr>
          <p:cNvPr id="52" name="Google Shape;52;p20"/>
          <p:cNvSpPr/>
          <p:nvPr/>
        </p:nvSpPr>
        <p:spPr>
          <a:xfrm>
            <a:off x="1735138"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3" name="Google Shape;53;p20"/>
          <p:cNvSpPr txBox="1"/>
          <p:nvPr>
            <p:ph type="title"/>
          </p:nvPr>
        </p:nvSpPr>
        <p:spPr>
          <a:xfrm>
            <a:off x="1930399" y="3746500"/>
            <a:ext cx="8331202" cy="13081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0"/>
          <p:cNvSpPr txBox="1"/>
          <p:nvPr>
            <p:ph idx="1" type="body"/>
          </p:nvPr>
        </p:nvSpPr>
        <p:spPr>
          <a:xfrm>
            <a:off x="19304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5" name="Google Shape;55;p20"/>
          <p:cNvSpPr/>
          <p:nvPr/>
        </p:nvSpPr>
        <p:spPr>
          <a:xfrm>
            <a:off x="35369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2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1"/>
          <p:cNvSpPr txBox="1"/>
          <p:nvPr>
            <p:ph idx="1" type="body"/>
          </p:nvPr>
        </p:nvSpPr>
        <p:spPr>
          <a:xfrm>
            <a:off x="1097280" y="2120900"/>
            <a:ext cx="4639736" cy="374819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21"/>
          <p:cNvSpPr txBox="1"/>
          <p:nvPr>
            <p:ph idx="2" type="body"/>
          </p:nvPr>
        </p:nvSpPr>
        <p:spPr>
          <a:xfrm>
            <a:off x="6515944" y="2120900"/>
            <a:ext cx="4639736" cy="374819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0" name="Google Shape;60;p2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2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2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22"/>
          <p:cNvSpPr txBox="1"/>
          <p:nvPr>
            <p:ph idx="1" type="body"/>
          </p:nvPr>
        </p:nvSpPr>
        <p:spPr>
          <a:xfrm>
            <a:off x="1097280"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6" name="Google Shape;66;p22"/>
          <p:cNvSpPr txBox="1"/>
          <p:nvPr>
            <p:ph idx="2" type="body"/>
          </p:nvPr>
        </p:nvSpPr>
        <p:spPr>
          <a:xfrm>
            <a:off x="1186731" y="2958274"/>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7" name="Google Shape;67;p22"/>
          <p:cNvSpPr txBox="1"/>
          <p:nvPr>
            <p:ph idx="3" type="body"/>
          </p:nvPr>
        </p:nvSpPr>
        <p:spPr>
          <a:xfrm>
            <a:off x="6515944"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8" name="Google Shape;68;p22"/>
          <p:cNvSpPr txBox="1"/>
          <p:nvPr>
            <p:ph idx="4" type="body"/>
          </p:nvPr>
        </p:nvSpPr>
        <p:spPr>
          <a:xfrm>
            <a:off x="6605395" y="2958273"/>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p2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2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4" name="Shape 74"/>
        <p:cNvGrpSpPr/>
        <p:nvPr/>
      </p:nvGrpSpPr>
      <p:grpSpPr>
        <a:xfrm>
          <a:off x="0" y="0"/>
          <a:ext cx="0" cy="0"/>
          <a:chOff x="0" y="0"/>
          <a:chExt cx="0" cy="0"/>
        </a:xfrm>
      </p:grpSpPr>
      <p:sp>
        <p:nvSpPr>
          <p:cNvPr id="75" name="Google Shape;75;p24"/>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 name="Google Shape;76;p2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24"/>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9" name="Shape 79"/>
        <p:cNvGrpSpPr/>
        <p:nvPr/>
      </p:nvGrpSpPr>
      <p:grpSpPr>
        <a:xfrm>
          <a:off x="0" y="0"/>
          <a:ext cx="0" cy="0"/>
          <a:chOff x="0" y="0"/>
          <a:chExt cx="0" cy="0"/>
        </a:xfrm>
      </p:grpSpPr>
      <p:sp>
        <p:nvSpPr>
          <p:cNvPr id="80" name="Google Shape;80;p25"/>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25"/>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5"/>
          <p:cNvSpPr txBox="1"/>
          <p:nvPr>
            <p:ph type="title"/>
          </p:nvPr>
        </p:nvSpPr>
        <p:spPr>
          <a:xfrm>
            <a:off x="1092200" y="786383"/>
            <a:ext cx="3068833" cy="2093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5"/>
          <p:cNvSpPr txBox="1"/>
          <p:nvPr>
            <p:ph idx="1" type="body"/>
          </p:nvPr>
        </p:nvSpPr>
        <p:spPr>
          <a:xfrm>
            <a:off x="5458984" y="812800"/>
            <a:ext cx="5713841" cy="4868609"/>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4" name="Google Shape;84;p25"/>
          <p:cNvSpPr txBox="1"/>
          <p:nvPr>
            <p:ph idx="2" type="body"/>
          </p:nvPr>
        </p:nvSpPr>
        <p:spPr>
          <a:xfrm>
            <a:off x="1092200" y="3043050"/>
            <a:ext cx="3068832" cy="263835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800"/>
              <a:buNone/>
              <a:defRPr sz="1800">
                <a:solidFill>
                  <a:srgbClr val="FFFFFF"/>
                </a:solidFill>
              </a:defRPr>
            </a:lvl1pPr>
            <a:lvl2pPr indent="-228600" lvl="1" marL="914400" algn="l">
              <a:lnSpc>
                <a:spcPct val="100000"/>
              </a:lnSpc>
              <a:spcBef>
                <a:spcPts val="2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5" name="Google Shape;85;p25"/>
          <p:cNvSpPr/>
          <p:nvPr/>
        </p:nvSpPr>
        <p:spPr>
          <a:xfrm>
            <a:off x="0" y="139700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25"/>
          <p:cNvSpPr/>
          <p:nvPr/>
        </p:nvSpPr>
        <p:spPr>
          <a:xfrm>
            <a:off x="5458983" y="624142"/>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2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2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2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cxnSp>
        <p:nvCxnSpPr>
          <p:cNvPr id="90" name="Google Shape;90;p25"/>
          <p:cNvCxnSpPr/>
          <p:nvPr/>
        </p:nvCxnSpPr>
        <p:spPr>
          <a:xfrm rot="10800000">
            <a:off x="1092200" y="6446838"/>
            <a:ext cx="1643438" cy="0"/>
          </a:xfrm>
          <a:prstGeom prst="straightConnector1">
            <a:avLst/>
          </a:prstGeom>
          <a:noFill/>
          <a:ln cap="flat" cmpd="sng" w="28575">
            <a:solidFill>
              <a:schemeClr val="dk2"/>
            </a:solidFill>
            <a:prstDash val="solid"/>
            <a:round/>
            <a:headEnd len="sm" w="sm" type="none"/>
            <a:tailEnd len="sm" w="sm" type="none"/>
          </a:ln>
        </p:spPr>
      </p:cxnSp>
      <p:cxnSp>
        <p:nvCxnSpPr>
          <p:cNvPr id="91" name="Google Shape;91;p25"/>
          <p:cNvCxnSpPr/>
          <p:nvPr/>
        </p:nvCxnSpPr>
        <p:spPr>
          <a:xfrm rot="10800000">
            <a:off x="8420100" y="6429376"/>
            <a:ext cx="1000462" cy="0"/>
          </a:xfrm>
          <a:prstGeom prst="straightConnector1">
            <a:avLst/>
          </a:prstGeom>
          <a:noFill/>
          <a:ln cap="flat" cmpd="sng" w="28575">
            <a:solidFill>
              <a:schemeClr val="lt2"/>
            </a:solidFill>
            <a:prstDash val="solid"/>
            <a:round/>
            <a:headEnd len="sm" w="sm" type="none"/>
            <a:tailEnd len="sm" w="sm" type="none"/>
          </a:ln>
        </p:spPr>
      </p:cxnSp>
      <p:cxnSp>
        <p:nvCxnSpPr>
          <p:cNvPr id="92" name="Google Shape;92;p25"/>
          <p:cNvCxnSpPr/>
          <p:nvPr/>
        </p:nvCxnSpPr>
        <p:spPr>
          <a:xfrm rot="10800000">
            <a:off x="10765675" y="6446838"/>
            <a:ext cx="407258" cy="6350"/>
          </a:xfrm>
          <a:prstGeom prst="straightConnector1">
            <a:avLst/>
          </a:prstGeom>
          <a:noFill/>
          <a:ln cap="flat" cmpd="sng" w="28575">
            <a:solidFill>
              <a:schemeClr val="lt2"/>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3" name="Shape 93"/>
        <p:cNvGrpSpPr/>
        <p:nvPr/>
      </p:nvGrpSpPr>
      <p:grpSpPr>
        <a:xfrm>
          <a:off x="0" y="0"/>
          <a:ext cx="0" cy="0"/>
          <a:chOff x="0" y="0"/>
          <a:chExt cx="0" cy="0"/>
        </a:xfrm>
      </p:grpSpPr>
      <p:sp>
        <p:nvSpPr>
          <p:cNvPr id="94" name="Google Shape;94;p2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6"/>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6" name="Google Shape;96;p2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p2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2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showMasterSp="0">
  <p:cSld name="1_Content with Caption">
    <p:spTree>
      <p:nvGrpSpPr>
        <p:cNvPr id="99" name="Shape 99"/>
        <p:cNvGrpSpPr/>
        <p:nvPr/>
      </p:nvGrpSpPr>
      <p:grpSpPr>
        <a:xfrm>
          <a:off x="0" y="0"/>
          <a:ext cx="0" cy="0"/>
          <a:chOff x="0" y="0"/>
          <a:chExt cx="0" cy="0"/>
        </a:xfrm>
      </p:grpSpPr>
      <p:sp>
        <p:nvSpPr>
          <p:cNvPr id="100" name="Google Shape;100;p27"/>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27"/>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7"/>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3" name="Google Shape;103;p27"/>
          <p:cNvSpPr/>
          <p:nvPr/>
        </p:nvSpPr>
        <p:spPr>
          <a:xfrm>
            <a:off x="0" y="2003424"/>
            <a:ext cx="1036320" cy="185737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27"/>
          <p:cNvSpPr/>
          <p:nvPr/>
        </p:nvSpPr>
        <p:spPr>
          <a:xfrm>
            <a:off x="5458983" y="377398"/>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2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2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2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08" name="Google Shape;108;p27"/>
          <p:cNvSpPr/>
          <p:nvPr/>
        </p:nvSpPr>
        <p:spPr>
          <a:xfrm>
            <a:off x="1078230" y="2003423"/>
            <a:ext cx="3576082" cy="1857378"/>
          </a:xfrm>
          <a:prstGeom prst="rect">
            <a:avLst/>
          </a:prstGeom>
          <a:solidFill>
            <a:srgbClr val="27304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27"/>
          <p:cNvSpPr txBox="1"/>
          <p:nvPr>
            <p:ph type="title"/>
          </p:nvPr>
        </p:nvSpPr>
        <p:spPr>
          <a:xfrm>
            <a:off x="1092200" y="1885125"/>
            <a:ext cx="3314700"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27"/>
          <p:cNvSpPr/>
          <p:nvPr/>
        </p:nvSpPr>
        <p:spPr>
          <a:xfrm>
            <a:off x="1092200" y="993775"/>
            <a:ext cx="1036320" cy="936626"/>
          </a:xfrm>
          <a:prstGeom prst="rect">
            <a:avLst/>
          </a:prstGeom>
          <a:solidFill>
            <a:srgbClr val="CFD3E6">
              <a:alpha val="2588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with Caption" showMasterSp="0">
  <p:cSld name="2_Content with Caption">
    <p:spTree>
      <p:nvGrpSpPr>
        <p:cNvPr id="111" name="Shape 111"/>
        <p:cNvGrpSpPr/>
        <p:nvPr/>
      </p:nvGrpSpPr>
      <p:grpSpPr>
        <a:xfrm>
          <a:off x="0" y="0"/>
          <a:ext cx="0" cy="0"/>
          <a:chOff x="0" y="0"/>
          <a:chExt cx="0" cy="0"/>
        </a:xfrm>
      </p:grpSpPr>
      <p:sp>
        <p:nvSpPr>
          <p:cNvPr id="112" name="Google Shape;112;p28"/>
          <p:cNvSpPr/>
          <p:nvPr>
            <p:ph idx="2" type="pic"/>
          </p:nvPr>
        </p:nvSpPr>
        <p:spPr>
          <a:xfrm>
            <a:off x="0" y="0"/>
            <a:ext cx="4654296" cy="5864225"/>
          </a:xfrm>
          <a:prstGeom prst="rect">
            <a:avLst/>
          </a:prstGeom>
          <a:noFill/>
          <a:ln>
            <a:noFill/>
          </a:ln>
        </p:spPr>
      </p:sp>
      <p:sp>
        <p:nvSpPr>
          <p:cNvPr id="113" name="Google Shape;113;p28"/>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28"/>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15" name="Google Shape;115;p2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6" name="Google Shape;116;p28"/>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 name="Google Shape;117;p2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18" name="Google Shape;118;p28"/>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 with Caption" showMasterSp="0">
  <p:cSld name="6_Content with Caption">
    <p:spTree>
      <p:nvGrpSpPr>
        <p:cNvPr id="119" name="Shape 119"/>
        <p:cNvGrpSpPr/>
        <p:nvPr/>
      </p:nvGrpSpPr>
      <p:grpSpPr>
        <a:xfrm>
          <a:off x="0" y="0"/>
          <a:ext cx="0" cy="0"/>
          <a:chOff x="0" y="0"/>
          <a:chExt cx="0" cy="0"/>
        </a:xfrm>
      </p:grpSpPr>
      <p:sp>
        <p:nvSpPr>
          <p:cNvPr id="120" name="Google Shape;120;p29"/>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 name="Google Shape;121;p29"/>
          <p:cNvSpPr txBox="1"/>
          <p:nvPr>
            <p:ph type="title"/>
          </p:nvPr>
        </p:nvSpPr>
        <p:spPr>
          <a:xfrm>
            <a:off x="4984722" y="548355"/>
            <a:ext cx="6054846" cy="634336"/>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FFFFF"/>
              </a:buClr>
              <a:buSzPts val="3600"/>
              <a:buFont typeface="Calibri"/>
              <a:buNone/>
              <a:defRPr b="1" i="0" sz="36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9"/>
          <p:cNvSpPr txBox="1"/>
          <p:nvPr>
            <p:ph idx="1" type="body"/>
          </p:nvPr>
        </p:nvSpPr>
        <p:spPr>
          <a:xfrm>
            <a:off x="5100833" y="1611313"/>
            <a:ext cx="6072099" cy="375510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23" name="Google Shape;123;p2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 name="Google Shape;124;p2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5" name="Google Shape;125;p2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26" name="Google Shape;126;p29"/>
          <p:cNvSpPr/>
          <p:nvPr>
            <p:ph idx="2" type="pic"/>
          </p:nvPr>
        </p:nvSpPr>
        <p:spPr>
          <a:xfrm>
            <a:off x="0" y="0"/>
            <a:ext cx="4654296" cy="586422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 with Caption" showMasterSp="0">
  <p:cSld name="7_Content with Caption">
    <p:spTree>
      <p:nvGrpSpPr>
        <p:cNvPr id="127" name="Shape 127"/>
        <p:cNvGrpSpPr/>
        <p:nvPr/>
      </p:nvGrpSpPr>
      <p:grpSpPr>
        <a:xfrm>
          <a:off x="0" y="0"/>
          <a:ext cx="0" cy="0"/>
          <a:chOff x="0" y="0"/>
          <a:chExt cx="0" cy="0"/>
        </a:xfrm>
      </p:grpSpPr>
      <p:sp>
        <p:nvSpPr>
          <p:cNvPr id="128" name="Google Shape;128;p30"/>
          <p:cNvSpPr/>
          <p:nvPr>
            <p:ph idx="2" type="pic"/>
          </p:nvPr>
        </p:nvSpPr>
        <p:spPr>
          <a:xfrm>
            <a:off x="0" y="0"/>
            <a:ext cx="12192000" cy="3541486"/>
          </a:xfrm>
          <a:prstGeom prst="rect">
            <a:avLst/>
          </a:prstGeom>
          <a:noFill/>
          <a:ln>
            <a:noFill/>
          </a:ln>
        </p:spPr>
      </p:sp>
      <p:sp>
        <p:nvSpPr>
          <p:cNvPr id="129" name="Google Shape;129;p30"/>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30"/>
          <p:cNvSpPr txBox="1"/>
          <p:nvPr>
            <p:ph type="title"/>
          </p:nvPr>
        </p:nvSpPr>
        <p:spPr>
          <a:xfrm>
            <a:off x="3068577" y="880375"/>
            <a:ext cx="6054846" cy="634336"/>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3F3F3F"/>
              </a:buClr>
              <a:buSzPts val="3600"/>
              <a:buFont typeface="Calibri"/>
              <a:buNone/>
              <a:defRPr b="1" i="0" sz="36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3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3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3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34" name="Google Shape;134;p30"/>
          <p:cNvSpPr/>
          <p:nvPr/>
        </p:nvSpPr>
        <p:spPr>
          <a:xfrm>
            <a:off x="5577840" y="0"/>
            <a:ext cx="103632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nt with Caption" showMasterSp="0">
  <p:cSld name="3_Content with Caption">
    <p:spTree>
      <p:nvGrpSpPr>
        <p:cNvPr id="135" name="Shape 135"/>
        <p:cNvGrpSpPr/>
        <p:nvPr/>
      </p:nvGrpSpPr>
      <p:grpSpPr>
        <a:xfrm>
          <a:off x="0" y="0"/>
          <a:ext cx="0" cy="0"/>
          <a:chOff x="0" y="0"/>
          <a:chExt cx="0" cy="0"/>
        </a:xfrm>
      </p:grpSpPr>
      <p:sp>
        <p:nvSpPr>
          <p:cNvPr id="136" name="Google Shape;136;p31"/>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31"/>
          <p:cNvSpPr/>
          <p:nvPr/>
        </p:nvSpPr>
        <p:spPr>
          <a:xfrm>
            <a:off x="4654312" y="507333"/>
            <a:ext cx="7537688" cy="48495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31"/>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1"/>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31"/>
          <p:cNvSpPr txBox="1"/>
          <p:nvPr>
            <p:ph idx="1" type="body"/>
          </p:nvPr>
        </p:nvSpPr>
        <p:spPr>
          <a:xfrm>
            <a:off x="6473373" y="943430"/>
            <a:ext cx="4699452"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41" name="Google Shape;141;p3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2" name="Google Shape;142;p3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3" name="Google Shape;143;p3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44" name="Google Shape;144;p31"/>
          <p:cNvSpPr/>
          <p:nvPr/>
        </p:nvSpPr>
        <p:spPr>
          <a:xfrm>
            <a:off x="4370251" y="2322780"/>
            <a:ext cx="1348378" cy="1218664"/>
          </a:xfrm>
          <a:prstGeom prst="rect">
            <a:avLst/>
          </a:prstGeom>
          <a:solidFill>
            <a:srgbClr val="BECA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 with Caption" showMasterSp="0">
  <p:cSld name="4_Content with Caption">
    <p:spTree>
      <p:nvGrpSpPr>
        <p:cNvPr id="145" name="Shape 145"/>
        <p:cNvGrpSpPr/>
        <p:nvPr/>
      </p:nvGrpSpPr>
      <p:grpSpPr>
        <a:xfrm>
          <a:off x="0" y="0"/>
          <a:ext cx="0" cy="0"/>
          <a:chOff x="0" y="0"/>
          <a:chExt cx="0" cy="0"/>
        </a:xfrm>
      </p:grpSpPr>
      <p:sp>
        <p:nvSpPr>
          <p:cNvPr id="146" name="Google Shape;146;p32"/>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32"/>
          <p:cNvSpPr/>
          <p:nvPr/>
        </p:nvSpPr>
        <p:spPr>
          <a:xfrm>
            <a:off x="4654312" y="507333"/>
            <a:ext cx="7537688" cy="484955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32"/>
          <p:cNvSpPr/>
          <p:nvPr/>
        </p:nvSpPr>
        <p:spPr>
          <a:xfrm>
            <a:off x="16" y="0"/>
            <a:ext cx="4654296" cy="5864225"/>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2"/>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32"/>
          <p:cNvSpPr txBox="1"/>
          <p:nvPr>
            <p:ph idx="1" type="body"/>
          </p:nvPr>
        </p:nvSpPr>
        <p:spPr>
          <a:xfrm>
            <a:off x="6518529" y="943430"/>
            <a:ext cx="4654296"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1" name="Google Shape;151;p3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3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3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54" name="Google Shape;154;p32"/>
          <p:cNvSpPr/>
          <p:nvPr/>
        </p:nvSpPr>
        <p:spPr>
          <a:xfrm>
            <a:off x="4370251" y="2322780"/>
            <a:ext cx="1348378" cy="1218664"/>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55" name="Shape 155"/>
        <p:cNvGrpSpPr/>
        <p:nvPr/>
      </p:nvGrpSpPr>
      <p:grpSpPr>
        <a:xfrm>
          <a:off x="0" y="0"/>
          <a:ext cx="0" cy="0"/>
          <a:chOff x="0" y="0"/>
          <a:chExt cx="0" cy="0"/>
        </a:xfrm>
      </p:grpSpPr>
      <p:sp>
        <p:nvSpPr>
          <p:cNvPr id="156" name="Google Shape;156;p33"/>
          <p:cNvSpPr/>
          <p:nvPr/>
        </p:nvSpPr>
        <p:spPr>
          <a:xfrm>
            <a:off x="0" y="4578350"/>
            <a:ext cx="12188825" cy="227965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3"/>
          <p:cNvSpPr/>
          <p:nvPr>
            <p:ph idx="2" type="pic"/>
          </p:nvPr>
        </p:nvSpPr>
        <p:spPr>
          <a:xfrm>
            <a:off x="15" y="0"/>
            <a:ext cx="12191985" cy="4578350"/>
          </a:xfrm>
          <a:prstGeom prst="rect">
            <a:avLst/>
          </a:prstGeom>
          <a:solidFill>
            <a:schemeClr val="lt1"/>
          </a:solidFill>
          <a:ln>
            <a:noFill/>
          </a:ln>
        </p:spPr>
      </p:sp>
      <p:sp>
        <p:nvSpPr>
          <p:cNvPr id="158" name="Google Shape;158;p33"/>
          <p:cNvSpPr txBox="1"/>
          <p:nvPr>
            <p:ph type="title"/>
          </p:nvPr>
        </p:nvSpPr>
        <p:spPr>
          <a:xfrm>
            <a:off x="1097279" y="4799362"/>
            <a:ext cx="10113645" cy="743682"/>
          </a:xfrm>
          <a:prstGeom prst="rect">
            <a:avLst/>
          </a:prstGeom>
          <a:noFill/>
          <a:ln>
            <a:noFill/>
          </a:ln>
        </p:spPr>
        <p:txBody>
          <a:bodyPr anchorCtr="0" anchor="b" bIns="0" lIns="91425" spcFirstLastPara="1" rIns="91425" wrap="square" tIns="0">
            <a:noAutofit/>
          </a:bodyPr>
          <a:lstStyle>
            <a:lvl1pPr lvl="0" algn="ctr">
              <a:lnSpc>
                <a:spcPct val="90000"/>
              </a:lnSpc>
              <a:spcBef>
                <a:spcPts val="0"/>
              </a:spcBef>
              <a:spcAft>
                <a:spcPts val="0"/>
              </a:spcAft>
              <a:buClr>
                <a:srgbClr val="FFFFFF"/>
              </a:buClr>
              <a:buSzPts val="4400"/>
              <a:buFont typeface="Calibri"/>
              <a:buNone/>
              <a:defRPr b="1" sz="44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3"/>
          <p:cNvSpPr txBox="1"/>
          <p:nvPr>
            <p:ph idx="1" type="body"/>
          </p:nvPr>
        </p:nvSpPr>
        <p:spPr>
          <a:xfrm>
            <a:off x="1097279" y="5715000"/>
            <a:ext cx="10113264" cy="609600"/>
          </a:xfrm>
          <a:prstGeom prst="rect">
            <a:avLst/>
          </a:prstGeom>
          <a:noFill/>
          <a:ln>
            <a:noFill/>
          </a:ln>
        </p:spPr>
        <p:txBody>
          <a:bodyPr anchorCtr="0" anchor="t" bIns="0" lIns="91425" spcFirstLastPara="1" rIns="91425" wrap="square" tIns="0">
            <a:normAutofit/>
          </a:bodyPr>
          <a:lstStyle>
            <a:lvl1pPr indent="-228600" lvl="0" marL="457200" algn="l">
              <a:lnSpc>
                <a:spcPct val="10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60" name="Google Shape;160;p3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33"/>
          <p:cNvSpPr txBox="1"/>
          <p:nvPr>
            <p:ph idx="11" type="ftr"/>
          </p:nvPr>
        </p:nvSpPr>
        <p:spPr>
          <a:xfrm>
            <a:off x="1097279" y="6446838"/>
            <a:ext cx="681826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2" name="Google Shape;162;p3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lt1"/>
                </a:solidFill>
                <a:latin typeface="Calibri"/>
                <a:ea typeface="Calibri"/>
                <a:cs typeface="Calibri"/>
                <a:sym typeface="Calibri"/>
              </a:defRPr>
            </a:lvl1pPr>
            <a:lvl2pPr indent="0" lvl="1" marL="0" marR="0" rtl="0" algn="l">
              <a:spcBef>
                <a:spcPts val="0"/>
              </a:spcBef>
              <a:buNone/>
              <a:defRPr sz="1800">
                <a:solidFill>
                  <a:schemeClr val="lt1"/>
                </a:solidFill>
                <a:latin typeface="Calibri"/>
                <a:ea typeface="Calibri"/>
                <a:cs typeface="Calibri"/>
                <a:sym typeface="Calibri"/>
              </a:defRPr>
            </a:lvl2pPr>
            <a:lvl3pPr indent="0" lvl="2" marL="0" marR="0" rtl="0" algn="l">
              <a:spcBef>
                <a:spcPts val="0"/>
              </a:spcBef>
              <a:buNone/>
              <a:defRPr sz="1800">
                <a:solidFill>
                  <a:schemeClr val="lt1"/>
                </a:solidFill>
                <a:latin typeface="Calibri"/>
                <a:ea typeface="Calibri"/>
                <a:cs typeface="Calibri"/>
                <a:sym typeface="Calibri"/>
              </a:defRPr>
            </a:lvl3pPr>
            <a:lvl4pPr indent="0" lvl="3" marL="0" marR="0" rtl="0" algn="l">
              <a:spcBef>
                <a:spcPts val="0"/>
              </a:spcBef>
              <a:buNone/>
              <a:defRPr sz="1800">
                <a:solidFill>
                  <a:schemeClr val="lt1"/>
                </a:solidFill>
                <a:latin typeface="Calibri"/>
                <a:ea typeface="Calibri"/>
                <a:cs typeface="Calibri"/>
                <a:sym typeface="Calibri"/>
              </a:defRPr>
            </a:lvl4pPr>
            <a:lvl5pPr indent="0" lvl="4" marL="0" marR="0" rtl="0" algn="l">
              <a:spcBef>
                <a:spcPts val="0"/>
              </a:spcBef>
              <a:buNone/>
              <a:defRPr sz="1800">
                <a:solidFill>
                  <a:schemeClr val="lt1"/>
                </a:solidFill>
                <a:latin typeface="Calibri"/>
                <a:ea typeface="Calibri"/>
                <a:cs typeface="Calibri"/>
                <a:sym typeface="Calibri"/>
              </a:defRPr>
            </a:lvl5pPr>
            <a:lvl6pPr indent="0" lvl="5" marL="0" marR="0" rtl="0" algn="l">
              <a:spcBef>
                <a:spcPts val="0"/>
              </a:spcBef>
              <a:buNone/>
              <a:defRPr sz="1800">
                <a:solidFill>
                  <a:schemeClr val="lt1"/>
                </a:solidFill>
                <a:latin typeface="Calibri"/>
                <a:ea typeface="Calibri"/>
                <a:cs typeface="Calibri"/>
                <a:sym typeface="Calibri"/>
              </a:defRPr>
            </a:lvl6pPr>
            <a:lvl7pPr indent="0" lvl="6" marL="0" marR="0" rtl="0" algn="l">
              <a:spcBef>
                <a:spcPts val="0"/>
              </a:spcBef>
              <a:buNone/>
              <a:defRPr sz="1800">
                <a:solidFill>
                  <a:schemeClr val="lt1"/>
                </a:solidFill>
                <a:latin typeface="Calibri"/>
                <a:ea typeface="Calibri"/>
                <a:cs typeface="Calibri"/>
                <a:sym typeface="Calibri"/>
              </a:defRPr>
            </a:lvl7pPr>
            <a:lvl8pPr indent="0" lvl="7" marL="0" marR="0" rtl="0" algn="l">
              <a:spcBef>
                <a:spcPts val="0"/>
              </a:spcBef>
              <a:buNone/>
              <a:defRPr sz="1800">
                <a:solidFill>
                  <a:schemeClr val="lt1"/>
                </a:solidFill>
                <a:latin typeface="Calibri"/>
                <a:ea typeface="Calibri"/>
                <a:cs typeface="Calibri"/>
                <a:sym typeface="Calibri"/>
              </a:defRPr>
            </a:lvl8pPr>
            <a:lvl9pPr indent="0" lvl="8" marL="0" marR="0" rtl="0" algn="l">
              <a:spcBef>
                <a:spcPts val="0"/>
              </a:spcBef>
              <a:buNone/>
              <a:defRPr sz="1800">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63" name="Google Shape;163;p33"/>
          <p:cNvSpPr/>
          <p:nvPr/>
        </p:nvSpPr>
        <p:spPr>
          <a:xfrm>
            <a:off x="3536950" y="4535901"/>
            <a:ext cx="5118100" cy="12566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4" name="Shape 164"/>
        <p:cNvGrpSpPr/>
        <p:nvPr/>
      </p:nvGrpSpPr>
      <p:grpSpPr>
        <a:xfrm>
          <a:off x="0" y="0"/>
          <a:ext cx="0" cy="0"/>
          <a:chOff x="0" y="0"/>
          <a:chExt cx="0" cy="0"/>
        </a:xfrm>
      </p:grpSpPr>
      <p:sp>
        <p:nvSpPr>
          <p:cNvPr id="165" name="Google Shape;165;p3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34"/>
          <p:cNvSpPr txBox="1"/>
          <p:nvPr>
            <p:ph idx="1" type="body"/>
          </p:nvPr>
        </p:nvSpPr>
        <p:spPr>
          <a:xfrm rot="5400000">
            <a:off x="3548743" y="-1715589"/>
            <a:ext cx="5024845" cy="12122331"/>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67" name="Google Shape;167;p3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8" name="Google Shape;168;p34"/>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9" name="Google Shape;169;p3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70" name="Shape 170"/>
        <p:cNvGrpSpPr/>
        <p:nvPr/>
      </p:nvGrpSpPr>
      <p:grpSpPr>
        <a:xfrm>
          <a:off x="0" y="0"/>
          <a:ext cx="0" cy="0"/>
          <a:chOff x="0" y="0"/>
          <a:chExt cx="0" cy="0"/>
        </a:xfrm>
      </p:grpSpPr>
      <p:sp>
        <p:nvSpPr>
          <p:cNvPr id="171" name="Google Shape;171;p35"/>
          <p:cNvSpPr txBox="1"/>
          <p:nvPr>
            <p:ph type="title"/>
          </p:nvPr>
        </p:nvSpPr>
        <p:spPr>
          <a:xfrm rot="5400000">
            <a:off x="7683554" y="2387546"/>
            <a:ext cx="4530725" cy="244803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35"/>
          <p:cNvSpPr txBox="1"/>
          <p:nvPr>
            <p:ph idx="1" type="body"/>
          </p:nvPr>
        </p:nvSpPr>
        <p:spPr>
          <a:xfrm rot="5400000">
            <a:off x="2566989" y="-128588"/>
            <a:ext cx="4530723" cy="7480300"/>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73" name="Google Shape;173;p3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4" name="Google Shape;174;p3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5" name="Google Shape;175;p3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76" name="Google Shape;176;p35"/>
          <p:cNvSpPr/>
          <p:nvPr/>
        </p:nvSpPr>
        <p:spPr>
          <a:xfrm rot="-5400000">
            <a:off x="8871481" y="-14658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3" name="Shape 183"/>
        <p:cNvGrpSpPr/>
        <p:nvPr/>
      </p:nvGrpSpPr>
      <p:grpSpPr>
        <a:xfrm>
          <a:off x="0" y="0"/>
          <a:ext cx="0" cy="0"/>
          <a:chOff x="0" y="0"/>
          <a:chExt cx="0" cy="0"/>
        </a:xfrm>
      </p:grpSpPr>
      <p:sp>
        <p:nvSpPr>
          <p:cNvPr id="184" name="Google Shape;184;p3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3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6" name="Google Shape;186;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9" name="Shape 189"/>
        <p:cNvGrpSpPr/>
        <p:nvPr/>
      </p:nvGrpSpPr>
      <p:grpSpPr>
        <a:xfrm>
          <a:off x="0" y="0"/>
          <a:ext cx="0" cy="0"/>
          <a:chOff x="0" y="0"/>
          <a:chExt cx="0" cy="0"/>
        </a:xfrm>
      </p:grpSpPr>
      <p:sp>
        <p:nvSpPr>
          <p:cNvPr id="190" name="Google Shape;19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5" name="Shape 195"/>
        <p:cNvGrpSpPr/>
        <p:nvPr/>
      </p:nvGrpSpPr>
      <p:grpSpPr>
        <a:xfrm>
          <a:off x="0" y="0"/>
          <a:ext cx="0" cy="0"/>
          <a:chOff x="0" y="0"/>
          <a:chExt cx="0" cy="0"/>
        </a:xfrm>
      </p:grpSpPr>
      <p:sp>
        <p:nvSpPr>
          <p:cNvPr id="196" name="Google Shape;196;p3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3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98" name="Google Shape;198;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1" name="Shape 201"/>
        <p:cNvGrpSpPr/>
        <p:nvPr/>
      </p:nvGrpSpPr>
      <p:grpSpPr>
        <a:xfrm>
          <a:off x="0" y="0"/>
          <a:ext cx="0" cy="0"/>
          <a:chOff x="0" y="0"/>
          <a:chExt cx="0" cy="0"/>
        </a:xfrm>
      </p:grpSpPr>
      <p:sp>
        <p:nvSpPr>
          <p:cNvPr id="202" name="Google Shape;202;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4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4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8" name="Shape 208"/>
        <p:cNvGrpSpPr/>
        <p:nvPr/>
      </p:nvGrpSpPr>
      <p:grpSpPr>
        <a:xfrm>
          <a:off x="0" y="0"/>
          <a:ext cx="0" cy="0"/>
          <a:chOff x="0" y="0"/>
          <a:chExt cx="0" cy="0"/>
        </a:xfrm>
      </p:grpSpPr>
      <p:sp>
        <p:nvSpPr>
          <p:cNvPr id="209" name="Google Shape;209;p4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4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1" name="Google Shape;211;p4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4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3" name="Google Shape;213;p4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7" name="Shape 217"/>
        <p:cNvGrpSpPr/>
        <p:nvPr/>
      </p:nvGrpSpPr>
      <p:grpSpPr>
        <a:xfrm>
          <a:off x="0" y="0"/>
          <a:ext cx="0" cy="0"/>
          <a:chOff x="0" y="0"/>
          <a:chExt cx="0" cy="0"/>
        </a:xfrm>
      </p:grpSpPr>
      <p:sp>
        <p:nvSpPr>
          <p:cNvPr id="218" name="Google Shape;218;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2" name="Shape 222"/>
        <p:cNvGrpSpPr/>
        <p:nvPr/>
      </p:nvGrpSpPr>
      <p:grpSpPr>
        <a:xfrm>
          <a:off x="0" y="0"/>
          <a:ext cx="0" cy="0"/>
          <a:chOff x="0" y="0"/>
          <a:chExt cx="0" cy="0"/>
        </a:xfrm>
      </p:grpSpPr>
      <p:sp>
        <p:nvSpPr>
          <p:cNvPr id="223" name="Google Shape;223;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6" name="Shape 226"/>
        <p:cNvGrpSpPr/>
        <p:nvPr/>
      </p:nvGrpSpPr>
      <p:grpSpPr>
        <a:xfrm>
          <a:off x="0" y="0"/>
          <a:ext cx="0" cy="0"/>
          <a:chOff x="0" y="0"/>
          <a:chExt cx="0" cy="0"/>
        </a:xfrm>
      </p:grpSpPr>
      <p:sp>
        <p:nvSpPr>
          <p:cNvPr id="227" name="Google Shape;227;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4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9" name="Google Shape;229;p4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0" name="Google Shape;230;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3" name="Shape 233"/>
        <p:cNvGrpSpPr/>
        <p:nvPr/>
      </p:nvGrpSpPr>
      <p:grpSpPr>
        <a:xfrm>
          <a:off x="0" y="0"/>
          <a:ext cx="0" cy="0"/>
          <a:chOff x="0" y="0"/>
          <a:chExt cx="0" cy="0"/>
        </a:xfrm>
      </p:grpSpPr>
      <p:sp>
        <p:nvSpPr>
          <p:cNvPr id="234" name="Google Shape;234;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45"/>
          <p:cNvSpPr/>
          <p:nvPr>
            <p:ph idx="2" type="pic"/>
          </p:nvPr>
        </p:nvSpPr>
        <p:spPr>
          <a:xfrm>
            <a:off x="5183188" y="987425"/>
            <a:ext cx="6172200" cy="4873625"/>
          </a:xfrm>
          <a:prstGeom prst="rect">
            <a:avLst/>
          </a:prstGeom>
          <a:noFill/>
          <a:ln>
            <a:noFill/>
          </a:ln>
        </p:spPr>
      </p:sp>
      <p:sp>
        <p:nvSpPr>
          <p:cNvPr id="236" name="Google Shape;236;p4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7" name="Google Shape;237;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0" name="Shape 240"/>
        <p:cNvGrpSpPr/>
        <p:nvPr/>
      </p:nvGrpSpPr>
      <p:grpSpPr>
        <a:xfrm>
          <a:off x="0" y="0"/>
          <a:ext cx="0" cy="0"/>
          <a:chOff x="0" y="0"/>
          <a:chExt cx="0" cy="0"/>
        </a:xfrm>
      </p:grpSpPr>
      <p:sp>
        <p:nvSpPr>
          <p:cNvPr id="241" name="Google Shape;241;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4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6" name="Shape 246"/>
        <p:cNvGrpSpPr/>
        <p:nvPr/>
      </p:nvGrpSpPr>
      <p:grpSpPr>
        <a:xfrm>
          <a:off x="0" y="0"/>
          <a:ext cx="0" cy="0"/>
          <a:chOff x="0" y="0"/>
          <a:chExt cx="0" cy="0"/>
        </a:xfrm>
      </p:grpSpPr>
      <p:sp>
        <p:nvSpPr>
          <p:cNvPr id="247" name="Google Shape;247;p4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4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 name="Google Shape;249;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3.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2" Type="http://schemas.openxmlformats.org/officeDocument/2006/relationships/theme" Target="../theme/theme1.xml"/><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1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F3F3F"/>
              </a:buClr>
              <a:buSzPts val="4800"/>
              <a:buFont typeface="Calibri"/>
              <a:buNone/>
              <a:defRPr b="1"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marR="0" rtl="0" algn="l">
              <a:lnSpc>
                <a:spcPct val="100000"/>
              </a:lnSpc>
              <a:spcBef>
                <a:spcPts val="1200"/>
              </a:spcBef>
              <a:spcAft>
                <a:spcPts val="0"/>
              </a:spcAft>
              <a:buClr>
                <a:schemeClr val="accent1"/>
              </a:buClr>
              <a:buSzPts val="2000"/>
              <a:buFont typeface="Noto Sans Symbols"/>
              <a:buNone/>
              <a:defRPr b="0" i="0" sz="2000" u="none" cap="none" strike="noStrike">
                <a:solidFill>
                  <a:srgbClr val="3F3F3F"/>
                </a:solidFill>
                <a:latin typeface="Cambria"/>
                <a:ea typeface="Cambria"/>
                <a:cs typeface="Cambria"/>
                <a:sym typeface="Cambria"/>
              </a:defRPr>
            </a:lvl1pPr>
            <a:lvl2pPr indent="-342900" lvl="1" marL="914400" marR="0" rtl="0" algn="l">
              <a:lnSpc>
                <a:spcPct val="100000"/>
              </a:lnSpc>
              <a:spcBef>
                <a:spcPts val="200"/>
              </a:spcBef>
              <a:spcAft>
                <a:spcPts val="0"/>
              </a:spcAft>
              <a:buClr>
                <a:schemeClr val="accent1"/>
              </a:buClr>
              <a:buSzPts val="1800"/>
              <a:buFont typeface="Noto Sans Symbols"/>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pic>
        <p:nvPicPr>
          <p:cNvPr id="13" name="Google Shape;13;p15"/>
          <p:cNvPicPr preferRelativeResize="0"/>
          <p:nvPr/>
        </p:nvPicPr>
        <p:blipFill rotWithShape="1">
          <a:blip r:embed="rId1">
            <a:alphaModFix/>
          </a:blip>
          <a:srcRect b="0" l="0" r="0" t="0"/>
          <a:stretch/>
        </p:blipFill>
        <p:spPr>
          <a:xfrm>
            <a:off x="104503" y="-95794"/>
            <a:ext cx="12087497" cy="18331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9" name="Google Shape;179;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0" name="Google Shape;180;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1" name="Google Shape;181;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2" name="Google Shape;182;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
          <p:cNvSpPr txBox="1"/>
          <p:nvPr>
            <p:ph type="ctrTitle"/>
          </p:nvPr>
        </p:nvSpPr>
        <p:spPr>
          <a:xfrm>
            <a:off x="6629399" y="696686"/>
            <a:ext cx="5144589" cy="32897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0000"/>
              </a:buClr>
              <a:buSzPts val="6000"/>
              <a:buFont typeface="Calibri"/>
              <a:buNone/>
            </a:pPr>
            <a:r>
              <a:rPr lang="en-US">
                <a:solidFill>
                  <a:srgbClr val="FF0000"/>
                </a:solidFill>
              </a:rPr>
              <a:t>Profit and Loss</a:t>
            </a:r>
            <a:endParaRPr>
              <a:solidFill>
                <a:srgbClr val="FF0000"/>
              </a:solidFill>
            </a:endParaRPr>
          </a:p>
        </p:txBody>
      </p:sp>
      <p:sp>
        <p:nvSpPr>
          <p:cNvPr id="258" name="Google Shape;258;p1"/>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400"/>
              <a:buNone/>
            </a:pPr>
            <a:r>
              <a:rPr lang="en-US">
                <a:latin typeface="Calibri"/>
                <a:ea typeface="Calibri"/>
                <a:cs typeface="Calibri"/>
                <a:sym typeface="Calibri"/>
              </a:rPr>
              <a:t>VIGNESH M</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64" name="Google Shape;264;p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1.A buys an article for Rs.6000 and sells at a profit of 25%. Then what is selling price ?</a:t>
            </a:r>
            <a:endParaRPr/>
          </a:p>
          <a:p>
            <a:pPr indent="0" lvl="0" marL="0" rtl="0" algn="l">
              <a:lnSpc>
                <a:spcPct val="100000"/>
              </a:lnSpc>
              <a:spcBef>
                <a:spcPts val="1400"/>
              </a:spcBef>
              <a:spcAft>
                <a:spcPts val="0"/>
              </a:spcAft>
              <a:buSzPts val="2000"/>
              <a:buNone/>
            </a:pPr>
            <a:r>
              <a:rPr lang="en-US"/>
              <a:t>a) 1500	b) 7000	c) 4500	d) 7500</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2.Ram manufacturing a car for Rs, 2,00,000 and selling at loss of 15%.Then what is the selling price ?</a:t>
            </a:r>
            <a:endParaRPr/>
          </a:p>
          <a:p>
            <a:pPr indent="0" lvl="0" marL="0" rtl="0" algn="l">
              <a:lnSpc>
                <a:spcPct val="100000"/>
              </a:lnSpc>
              <a:spcBef>
                <a:spcPts val="1400"/>
              </a:spcBef>
              <a:spcAft>
                <a:spcPts val="0"/>
              </a:spcAft>
              <a:buSzPts val="2000"/>
              <a:buNone/>
            </a:pPr>
            <a:r>
              <a:rPr lang="en-US"/>
              <a:t>a) 2,30,000	b) 1,70,000	c) 1,50,000 	d) 1,20,000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3.A man bought 20 dozen eggs for 720. What should be the selling price of each eggs if he wants to make a profit of 20%</a:t>
            </a:r>
            <a:endParaRPr/>
          </a:p>
          <a:p>
            <a:pPr indent="0" lvl="0" marL="0" rtl="0" algn="l">
              <a:lnSpc>
                <a:spcPct val="100000"/>
              </a:lnSpc>
              <a:spcBef>
                <a:spcPts val="1400"/>
              </a:spcBef>
              <a:spcAft>
                <a:spcPts val="0"/>
              </a:spcAft>
              <a:buSzPts val="2000"/>
              <a:buNone/>
            </a:pPr>
            <a:r>
              <a:rPr lang="en-US"/>
              <a:t>(a)  3.25 (b) 3.30 (c) 3.50 (d) 3.60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70" name="Google Shape;270;p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lnSpcReduction="20000"/>
          </a:bodyPr>
          <a:lstStyle/>
          <a:p>
            <a:pPr indent="0" lvl="0" marL="0" rtl="0" algn="l">
              <a:lnSpc>
                <a:spcPct val="100000"/>
              </a:lnSpc>
              <a:spcBef>
                <a:spcPts val="0"/>
              </a:spcBef>
              <a:spcAft>
                <a:spcPts val="0"/>
              </a:spcAft>
              <a:buSzPts val="2000"/>
              <a:buNone/>
            </a:pPr>
            <a:r>
              <a:rPr lang="en-US"/>
              <a:t>4. A person A sells a table costing Rs. 2000 to a person B at a profit of 6%. The person B sells it to another person C at a loss of 5% At what price did. B sell the table? </a:t>
            </a:r>
            <a:endParaRPr/>
          </a:p>
          <a:p>
            <a:pPr indent="0" lvl="0" marL="0" rtl="0" algn="l">
              <a:lnSpc>
                <a:spcPct val="100000"/>
              </a:lnSpc>
              <a:spcBef>
                <a:spcPts val="1400"/>
              </a:spcBef>
              <a:spcAft>
                <a:spcPts val="0"/>
              </a:spcAft>
              <a:buSzPts val="2000"/>
              <a:buNone/>
            </a:pPr>
            <a:r>
              <a:rPr lang="en-US"/>
              <a:t>(a) Rs. 2015 (b) Rs. 6500 (c) Rs. 2014 (d) None of these</a:t>
            </a:r>
            <a:endParaRPr/>
          </a:p>
          <a:p>
            <a:pPr indent="0" lvl="0" marL="0" rtl="0" algn="l">
              <a:lnSpc>
                <a:spcPct val="100000"/>
              </a:lnSpc>
              <a:spcBef>
                <a:spcPts val="1400"/>
              </a:spcBef>
              <a:spcAft>
                <a:spcPts val="0"/>
              </a:spcAft>
              <a:buSzPts val="2000"/>
              <a:buNone/>
            </a:pPr>
            <a:r>
              <a:rPr lang="en-US"/>
              <a:t>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5. A bought a pen for Rs. 200 and sold it to B at 10% gain. B sold it to C at 20% loss and C sold it to D at25% gain. What was the price paid by D?</a:t>
            </a:r>
            <a:endParaRPr/>
          </a:p>
          <a:p>
            <a:pPr indent="0" lvl="0" marL="0" rtl="0" algn="l">
              <a:lnSpc>
                <a:spcPct val="100000"/>
              </a:lnSpc>
              <a:spcBef>
                <a:spcPts val="1400"/>
              </a:spcBef>
              <a:spcAft>
                <a:spcPts val="0"/>
              </a:spcAft>
              <a:buSzPts val="2000"/>
              <a:buNone/>
            </a:pPr>
            <a:r>
              <a:rPr lang="en-US"/>
              <a:t> (a) Rs. 150 (b) Rs. .220 (c) Rs. 360  (d) None of these </a:t>
            </a:r>
            <a:endParaRPr/>
          </a:p>
          <a:p>
            <a:pPr indent="0" lvl="0" marL="0" rtl="0" algn="l">
              <a:lnSpc>
                <a:spcPct val="100000"/>
              </a:lnSpc>
              <a:spcBef>
                <a:spcPts val="1400"/>
              </a:spcBef>
              <a:spcAft>
                <a:spcPts val="0"/>
              </a:spcAft>
              <a:buClr>
                <a:schemeClr val="dk1"/>
              </a:buClr>
              <a:buSzPts val="1100"/>
              <a:buFont typeface="Arial"/>
              <a:buNone/>
            </a:pPr>
            <a:r>
              <a:rPr lang="en-US"/>
              <a:t>A shopkeeper bought a DVD marked at Rs.200 at successive discounts of 10% and 15% respectively. He spent Rs.7 on transport and sold the table for Rs.208. What will be his profit percentage? </a:t>
            </a:r>
            <a:endParaRPr/>
          </a:p>
          <a:p>
            <a:pPr indent="0" lvl="0" marL="0" rtl="0" algn="l">
              <a:lnSpc>
                <a:spcPct val="100000"/>
              </a:lnSpc>
              <a:spcBef>
                <a:spcPts val="1400"/>
              </a:spcBef>
              <a:spcAft>
                <a:spcPts val="0"/>
              </a:spcAft>
              <a:buClr>
                <a:schemeClr val="dk1"/>
              </a:buClr>
              <a:buSzPts val="1100"/>
              <a:buFont typeface="Arial"/>
              <a:buNone/>
            </a:pPr>
            <a:r>
              <a:rPr lang="en-US"/>
              <a:t>(a) 58%	(b) 44%	(c) 30%(d) 50%</a:t>
            </a:r>
            <a:endParaRPr/>
          </a:p>
          <a:p>
            <a:pPr indent="0" lvl="0" marL="0" rtl="0" algn="l">
              <a:lnSpc>
                <a:spcPct val="100000"/>
              </a:lnSpc>
              <a:spcBef>
                <a:spcPts val="1400"/>
              </a:spcBef>
              <a:spcAft>
                <a:spcPts val="0"/>
              </a:spcAft>
              <a:buClr>
                <a:schemeClr val="dk1"/>
              </a:buClr>
              <a:buSzPts val="1100"/>
              <a:buFont typeface="Arial"/>
              <a:buNone/>
            </a:pPr>
            <a:r>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76" name="Google Shape;276;p4"/>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6. The profit earned by selling an article for Rs.  600 is equaI to the loss incurred when the same article is sold for Rs. 400. What should be the sale price of the article for making 25 percent profit? .</a:t>
            </a:r>
            <a:endParaRPr/>
          </a:p>
          <a:p>
            <a:pPr indent="0" lvl="0" marL="0" rtl="0" algn="l">
              <a:lnSpc>
                <a:spcPct val="100000"/>
              </a:lnSpc>
              <a:spcBef>
                <a:spcPts val="1400"/>
              </a:spcBef>
              <a:spcAft>
                <a:spcPts val="0"/>
              </a:spcAft>
              <a:buSzPts val="2000"/>
              <a:buNone/>
            </a:pPr>
            <a:r>
              <a:rPr lang="en-US"/>
              <a:t>(a) Rs. 525  (b) Rs. 600(c) Rs. 625 (d) None of these ,</a:t>
            </a:r>
            <a:endParaRPr/>
          </a:p>
          <a:p>
            <a:pPr indent="0" lvl="0" marL="0" rtl="0" algn="l">
              <a:lnSpc>
                <a:spcPct val="100000"/>
              </a:lnSpc>
              <a:spcBef>
                <a:spcPts val="1400"/>
              </a:spcBef>
              <a:spcAft>
                <a:spcPts val="0"/>
              </a:spcAft>
              <a:buSzPts val="2000"/>
              <a:buNone/>
            </a:pPr>
            <a:r>
              <a:rPr lang="en-US"/>
              <a:t>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7. The profit earned by selling an article for Rs. 832 is equal to the loss incurred when the same article is sold for Rs. 448. What should be the sale price of the article for making 50 percent profit? </a:t>
            </a:r>
            <a:endParaRPr/>
          </a:p>
          <a:p>
            <a:pPr indent="0" lvl="0" marL="0" rtl="0" algn="l">
              <a:lnSpc>
                <a:spcPct val="100000"/>
              </a:lnSpc>
              <a:spcBef>
                <a:spcPts val="1400"/>
              </a:spcBef>
              <a:spcAft>
                <a:spcPts val="0"/>
              </a:spcAft>
              <a:buSzPts val="2000"/>
              <a:buNone/>
            </a:pPr>
            <a:r>
              <a:rPr lang="en-US"/>
              <a:t>(a) Rs. 690 (b) Rs. 600 (c) Rs. 960 (d)None of these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82" name="Google Shape;282;p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8. A shopkeeper marks price of his articles 30% above the cost  price and then allows 30% discount on the marked price. What is his loss percent?</a:t>
            </a:r>
            <a:endParaRPr/>
          </a:p>
          <a:p>
            <a:pPr indent="0" lvl="0" marL="0" rtl="0" algn="l">
              <a:lnSpc>
                <a:spcPct val="100000"/>
              </a:lnSpc>
              <a:spcBef>
                <a:spcPts val="1400"/>
              </a:spcBef>
              <a:spcAft>
                <a:spcPts val="0"/>
              </a:spcAft>
              <a:buSzPts val="2000"/>
              <a:buNone/>
            </a:pPr>
            <a:r>
              <a:rPr lang="en-US"/>
              <a:t> (a) 9 %   (b) no profit or loss‘ (C) Rs 15 , (d) None of these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9.Hari sold his horse for Rs. 3270 and gain 9%. Then Hari bought the horse for </a:t>
            </a:r>
            <a:endParaRPr/>
          </a:p>
          <a:p>
            <a:pPr indent="0" lvl="0" marL="0" rtl="0" algn="l">
              <a:lnSpc>
                <a:spcPct val="100000"/>
              </a:lnSpc>
              <a:spcBef>
                <a:spcPts val="1400"/>
              </a:spcBef>
              <a:spcAft>
                <a:spcPts val="0"/>
              </a:spcAft>
              <a:buSzPts val="2000"/>
              <a:buNone/>
            </a:pPr>
            <a:r>
              <a:rPr lang="en-US"/>
              <a:t>(a) 3020 (b) 3150 (c) 3000 (d) 3250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88" name="Google Shape;288;p6"/>
          <p:cNvSpPr txBox="1"/>
          <p:nvPr>
            <p:ph idx="1" type="body"/>
          </p:nvPr>
        </p:nvSpPr>
        <p:spPr>
          <a:xfrm>
            <a:off x="78377" y="1837509"/>
            <a:ext cx="12043954" cy="502049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800"/>
              <a:buNone/>
            </a:pPr>
            <a:r>
              <a:rPr lang="en-US" sz="2800"/>
              <a:t>10.On selling an article for Rs. 400, a man loses 20%. What will be the selling price, if desired profit is 10%? </a:t>
            </a:r>
            <a:endParaRPr sz="2800"/>
          </a:p>
          <a:p>
            <a:pPr indent="0" lvl="0" marL="0" rtl="0" algn="l">
              <a:lnSpc>
                <a:spcPct val="100000"/>
              </a:lnSpc>
              <a:spcBef>
                <a:spcPts val="1400"/>
              </a:spcBef>
              <a:spcAft>
                <a:spcPts val="0"/>
              </a:spcAft>
              <a:buSzPts val="2800"/>
              <a:buNone/>
            </a:pPr>
            <a:r>
              <a:rPr lang="en-US" sz="2800"/>
              <a:t>(a) Rs. 500 (b) Rs. 550 (c) Rs. 400 (d) None of these </a:t>
            </a:r>
            <a:endParaRPr sz="2800"/>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rPr lang="en-US" sz="2800"/>
              <a:t>11. If an article is sold for Rs. 178 at a loss of 11%, what should be its selling price in order to earn a profit of 11%? </a:t>
            </a:r>
            <a:endParaRPr sz="2800"/>
          </a:p>
          <a:p>
            <a:pPr indent="0" lvl="0" marL="0" rtl="0" algn="l">
              <a:lnSpc>
                <a:spcPct val="100000"/>
              </a:lnSpc>
              <a:spcBef>
                <a:spcPts val="1400"/>
              </a:spcBef>
              <a:spcAft>
                <a:spcPts val="0"/>
              </a:spcAft>
              <a:buSzPts val="2800"/>
              <a:buNone/>
            </a:pPr>
            <a:r>
              <a:rPr lang="en-US" sz="2800"/>
              <a:t>(a) Rs. 111 (b) Rs. 333 (c) Rs. 222  (d) None of these</a:t>
            </a:r>
            <a:endParaRPr sz="2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94" name="Google Shape;294;p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12.A man sold two books at Rs.24 each, on one he got a profit of 20% and on other he lost 20%, on the whole, he </a:t>
            </a:r>
            <a:endParaRPr/>
          </a:p>
          <a:p>
            <a:pPr indent="0" lvl="0" marL="0" rtl="0" algn="l">
              <a:lnSpc>
                <a:spcPct val="100000"/>
              </a:lnSpc>
              <a:spcBef>
                <a:spcPts val="1400"/>
              </a:spcBef>
              <a:spcAft>
                <a:spcPts val="0"/>
              </a:spcAft>
              <a:buSzPts val="2000"/>
              <a:buNone/>
            </a:pPr>
            <a:r>
              <a:rPr lang="en-US"/>
              <a:t>(A) Lost Rs.1 (B) gained Rs.1 (C) Lost Rs.2 (D) gained Rs.2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13.The cost price of a TV and DVD  together is 880. If the Tv cost 20 % more than dvd, then find the cost price of the TV and DVD respectively?</a:t>
            </a:r>
            <a:endParaRPr/>
          </a:p>
          <a:p>
            <a:pPr indent="0" lvl="0" marL="0" rtl="0" algn="l">
              <a:lnSpc>
                <a:spcPct val="100000"/>
              </a:lnSpc>
              <a:spcBef>
                <a:spcPts val="1400"/>
              </a:spcBef>
              <a:spcAft>
                <a:spcPts val="0"/>
              </a:spcAft>
              <a:buSzPts val="2000"/>
              <a:buNone/>
            </a:pPr>
            <a:r>
              <a:rPr lang="en-US"/>
              <a:t>a)460, 420</a:t>
            </a:r>
            <a:endParaRPr/>
          </a:p>
          <a:p>
            <a:pPr indent="0" lvl="0" marL="0" rtl="0" algn="l">
              <a:lnSpc>
                <a:spcPct val="100000"/>
              </a:lnSpc>
              <a:spcBef>
                <a:spcPts val="1400"/>
              </a:spcBef>
              <a:spcAft>
                <a:spcPts val="0"/>
              </a:spcAft>
              <a:buSzPts val="2000"/>
              <a:buNone/>
            </a:pPr>
            <a:r>
              <a:rPr lang="en-US"/>
              <a:t>b)440,400</a:t>
            </a:r>
            <a:endParaRPr/>
          </a:p>
          <a:p>
            <a:pPr indent="0" lvl="0" marL="0" rtl="0" algn="l">
              <a:lnSpc>
                <a:spcPct val="100000"/>
              </a:lnSpc>
              <a:spcBef>
                <a:spcPts val="1400"/>
              </a:spcBef>
              <a:spcAft>
                <a:spcPts val="0"/>
              </a:spcAft>
              <a:buSzPts val="2000"/>
              <a:buNone/>
            </a:pPr>
            <a:r>
              <a:rPr lang="en-US"/>
              <a:t>c)520,560</a:t>
            </a:r>
            <a:endParaRPr/>
          </a:p>
          <a:p>
            <a:pPr indent="0" lvl="0" marL="0" rtl="0" algn="l">
              <a:lnSpc>
                <a:spcPct val="100000"/>
              </a:lnSpc>
              <a:spcBef>
                <a:spcPts val="1400"/>
              </a:spcBef>
              <a:spcAft>
                <a:spcPts val="0"/>
              </a:spcAft>
              <a:buSzPts val="2000"/>
              <a:buNone/>
            </a:pPr>
            <a:r>
              <a:rPr lang="en-US"/>
              <a:t>d)480,400</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00" name="Google Shape;300;p8"/>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14. A dealer offers a discount of 10% on the marked price of an article and still makes a profit of 20%. If its marked price is Rs. 800, then the cost price of the article is: </a:t>
            </a:r>
            <a:endParaRPr/>
          </a:p>
          <a:p>
            <a:pPr indent="0" lvl="0" marL="0" rtl="0" algn="l">
              <a:lnSpc>
                <a:spcPct val="100000"/>
              </a:lnSpc>
              <a:spcBef>
                <a:spcPts val="1400"/>
              </a:spcBef>
              <a:spcAft>
                <a:spcPts val="0"/>
              </a:spcAft>
              <a:buSzPts val="2000"/>
              <a:buNone/>
            </a:pPr>
            <a:r>
              <a:rPr lang="en-US"/>
              <a:t> (a) 600 (b) 500 (c) 400 (d) None of these </a:t>
            </a:r>
            <a:endParaRPr/>
          </a:p>
          <a:p>
            <a:pPr indent="0" lvl="0" marL="0" rtl="0" algn="l">
              <a:lnSpc>
                <a:spcPct val="100000"/>
              </a:lnSpc>
              <a:spcBef>
                <a:spcPts val="1400"/>
              </a:spcBef>
              <a:spcAft>
                <a:spcPts val="0"/>
              </a:spcAft>
              <a:buSzPts val="2000"/>
              <a:buNone/>
            </a:pPr>
            <a:r>
              <a:rPr lang="en-US"/>
              <a:t>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15. The cost of manufacturing an article was Rs. 900. The trader wants to gain 25% after giving a discount of 10%. The marked price must be: </a:t>
            </a:r>
            <a:endParaRPr/>
          </a:p>
          <a:p>
            <a:pPr indent="0" lvl="0" marL="0" rtl="0" algn="l">
              <a:lnSpc>
                <a:spcPct val="100000"/>
              </a:lnSpc>
              <a:spcBef>
                <a:spcPts val="1400"/>
              </a:spcBef>
              <a:spcAft>
                <a:spcPts val="0"/>
              </a:spcAft>
              <a:buSzPts val="2000"/>
              <a:buNone/>
            </a:pPr>
            <a:r>
              <a:rPr lang="en-US"/>
              <a:t> (a) Rs. 1500 (b) Rs1250 (c) Rs. 3500 (d) None of these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06" name="Google Shape;306;p9"/>
          <p:cNvSpPr txBox="1"/>
          <p:nvPr>
            <p:ph idx="1" type="body"/>
          </p:nvPr>
        </p:nvSpPr>
        <p:spPr>
          <a:xfrm>
            <a:off x="-9525" y="1833154"/>
            <a:ext cx="12122331" cy="5024845"/>
          </a:xfrm>
          <a:prstGeom prst="rect">
            <a:avLst/>
          </a:prstGeom>
          <a:noFill/>
          <a:ln>
            <a:noFill/>
          </a:ln>
        </p:spPr>
        <p:txBody>
          <a:bodyPr anchorCtr="0" anchor="t" bIns="45700" lIns="0" spcFirstLastPara="1" rIns="0" wrap="square" tIns="45700">
            <a:normAutofit lnSpcReduction="20000"/>
          </a:bodyPr>
          <a:lstStyle/>
          <a:p>
            <a:pPr indent="0" lvl="0" marL="0" rtl="0" algn="l">
              <a:lnSpc>
                <a:spcPct val="100000"/>
              </a:lnSpc>
              <a:spcBef>
                <a:spcPts val="0"/>
              </a:spcBef>
              <a:spcAft>
                <a:spcPts val="0"/>
              </a:spcAft>
              <a:buSzPts val="2000"/>
              <a:buNone/>
            </a:pPr>
            <a:r>
              <a:rPr lang="en-US"/>
              <a:t>16.By selling on article for Rs.120 one loses Rs . 40. Then, the loss percent is: </a:t>
            </a:r>
            <a:endParaRPr/>
          </a:p>
          <a:p>
            <a:pPr indent="0" lvl="0" marL="0" rtl="0" algn="l">
              <a:lnSpc>
                <a:spcPct val="100000"/>
              </a:lnSpc>
              <a:spcBef>
                <a:spcPts val="1400"/>
              </a:spcBef>
              <a:spcAft>
                <a:spcPts val="0"/>
              </a:spcAft>
              <a:buSzPts val="2000"/>
              <a:buNone/>
            </a:pPr>
            <a:r>
              <a:rPr lang="en-US"/>
              <a:t> (a) 25% (b) 16 2/3 % (c) 20% (d) 33 1/3%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17. An umbrella marked at Rs.80 is sold for Rs.68. What is the rate of discount? </a:t>
            </a:r>
            <a:endParaRPr/>
          </a:p>
          <a:p>
            <a:pPr indent="0" lvl="0" marL="0" rtl="0" algn="l">
              <a:lnSpc>
                <a:spcPct val="100000"/>
              </a:lnSpc>
              <a:spcBef>
                <a:spcPts val="1400"/>
              </a:spcBef>
              <a:spcAft>
                <a:spcPts val="0"/>
              </a:spcAft>
              <a:buSzPts val="2000"/>
              <a:buNone/>
            </a:pPr>
            <a:r>
              <a:rPr lang="en-US"/>
              <a:t>(a)15% (b) 12% (c)17  11/17% (d) 20%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12" name="Google Shape;312;p10"/>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18. If a man purchases 12 mangoes for Rs. 10 and sells 10 mangoes for Rs. 12. How much profit or loss does he make? </a:t>
            </a:r>
            <a:endParaRPr/>
          </a:p>
          <a:p>
            <a:pPr indent="0" lvl="0" marL="0" rtl="0" algn="l">
              <a:lnSpc>
                <a:spcPct val="100000"/>
              </a:lnSpc>
              <a:spcBef>
                <a:spcPts val="1400"/>
              </a:spcBef>
              <a:spcAft>
                <a:spcPts val="0"/>
              </a:spcAft>
              <a:buSzPts val="2000"/>
              <a:buNone/>
            </a:pPr>
            <a:r>
              <a:rPr lang="en-US"/>
              <a:t>(a) 44% loss (b) 44% profit (c) 24% loss  (d) None of these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19. A boy buys 9 oranges for Rs. 16 and sells them at 11 for Rs. 20. What does he gain or lose per cent? </a:t>
            </a:r>
            <a:endParaRPr/>
          </a:p>
          <a:p>
            <a:pPr indent="0" lvl="0" marL="0" rtl="0" algn="l">
              <a:lnSpc>
                <a:spcPct val="100000"/>
              </a:lnSpc>
              <a:spcBef>
                <a:spcPts val="1400"/>
              </a:spcBef>
              <a:spcAft>
                <a:spcPts val="0"/>
              </a:spcAft>
              <a:buSzPts val="2000"/>
              <a:buNone/>
            </a:pPr>
            <a:r>
              <a:rPr lang="en-US"/>
              <a:t>(a) 2  3/11%gain (b) 2 3/11 %loss (c) 5 1/11%loss (d) None of these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18" name="Google Shape;318;p11"/>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20. A dishonest dealer professes to sell his goods at cost price, but he uses a weight of 960 gms for the kg weight. Find his gain percent.</a:t>
            </a:r>
            <a:endParaRPr/>
          </a:p>
          <a:p>
            <a:pPr indent="0" lvl="0" marL="0" rtl="0" algn="l">
              <a:lnSpc>
                <a:spcPct val="100000"/>
              </a:lnSpc>
              <a:spcBef>
                <a:spcPts val="1400"/>
              </a:spcBef>
              <a:spcAft>
                <a:spcPts val="0"/>
              </a:spcAft>
              <a:buSzPts val="2000"/>
              <a:buNone/>
            </a:pPr>
            <a:r>
              <a:rPr lang="en-US"/>
              <a:t> (a) 5 1/6 % (b) 4 1/6 % ' (c) 7 1/6 % (d) None of these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21. A dishonest fruit vendor professes to sell his goods at cost price but he uses a Weight of 800 g for the Kg weight. Find his gain per cent. </a:t>
            </a:r>
            <a:endParaRPr/>
          </a:p>
          <a:p>
            <a:pPr indent="0" lvl="0" marL="0" rtl="0" algn="l">
              <a:lnSpc>
                <a:spcPct val="100000"/>
              </a:lnSpc>
              <a:spcBef>
                <a:spcPts val="1400"/>
              </a:spcBef>
              <a:spcAft>
                <a:spcPts val="0"/>
              </a:spcAft>
              <a:buSzPts val="2000"/>
              <a:buNone/>
            </a:pPr>
            <a:r>
              <a:rPr lang="en-US"/>
              <a:t>(a) 35%  (b) 15% c) 25% (d) None of these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24" name="Google Shape;324;p1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20. A grocer sells rice at a profit of 10% and uses  a weight which is 20% less. Find his total  percentage gain</a:t>
            </a:r>
            <a:endParaRPr/>
          </a:p>
          <a:p>
            <a:pPr indent="0" lvl="0" marL="0" rtl="0" algn="l">
              <a:lnSpc>
                <a:spcPct val="100000"/>
              </a:lnSpc>
              <a:spcBef>
                <a:spcPts val="1400"/>
              </a:spcBef>
              <a:spcAft>
                <a:spcPts val="0"/>
              </a:spcAft>
              <a:buSzPts val="2000"/>
              <a:buNone/>
            </a:pPr>
            <a:r>
              <a:rPr lang="en-US"/>
              <a:t> (a) 35.7% (b) 30.5% (c) 37.5%  (d) None of these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21. A merchant professes to lose 6%‘ on a certain tea, but he uses  a  weight equal to 900, gm instead of one kg. His real gain percent is: </a:t>
            </a:r>
            <a:endParaRPr/>
          </a:p>
          <a:p>
            <a:pPr indent="0" lvl="0" marL="0" rtl="0" algn="l">
              <a:lnSpc>
                <a:spcPct val="100000"/>
              </a:lnSpc>
              <a:spcBef>
                <a:spcPts val="1400"/>
              </a:spcBef>
              <a:spcAft>
                <a:spcPts val="0"/>
              </a:spcAft>
              <a:buSzPts val="2000"/>
              <a:buNone/>
            </a:pPr>
            <a:r>
              <a:rPr lang="en-US"/>
              <a:t>(a) 5 4/9 b) 4 4/9% (c) 5 1/2%  (d).None of these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30" name="Google Shape;330;p1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22.A man sells 16 mangoes at a cost price of 20 mangoes, and then percentage of his gain is </a:t>
            </a:r>
            <a:endParaRPr/>
          </a:p>
          <a:p>
            <a:pPr indent="0" lvl="0" marL="0" rtl="0" algn="l">
              <a:lnSpc>
                <a:spcPct val="100000"/>
              </a:lnSpc>
              <a:spcBef>
                <a:spcPts val="1400"/>
              </a:spcBef>
              <a:spcAft>
                <a:spcPts val="0"/>
              </a:spcAft>
              <a:buSzPts val="2000"/>
              <a:buNone/>
            </a:pPr>
            <a:r>
              <a:rPr lang="en-US"/>
              <a:t>{A} 18%  (B) 20% (C) 25% (0)16%</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23. By selling 18 chocolates, a vendor loses the selling price 2 chocolates. Find his loss percent. </a:t>
            </a:r>
            <a:endParaRPr/>
          </a:p>
          <a:p>
            <a:pPr indent="0" lvl="0" marL="0" rtl="0" algn="l">
              <a:lnSpc>
                <a:spcPct val="100000"/>
              </a:lnSpc>
              <a:spcBef>
                <a:spcPts val="1400"/>
              </a:spcBef>
              <a:spcAft>
                <a:spcPts val="0"/>
              </a:spcAft>
              <a:buSzPts val="2000"/>
              <a:buNone/>
            </a:pPr>
            <a:r>
              <a:rPr lang="en-US"/>
              <a:t> (A) 10% (B) 15% (C) 10 1/3% (D) 15 1/4%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36" name="Google Shape;336;p14"/>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                                                                                       </a:t>
            </a:r>
            <a:r>
              <a:rPr lang="en-US" sz="3600"/>
              <a:t>THANK YOU</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Q spider">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2022-04-07T04:00:00Z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2A9597ABA8754A298DB7ACAF575049A2</vt:lpwstr>
  </property>
  <property fmtid="{D5CDD505-2E9C-101B-9397-08002B2CF9AE}" pid="4" name="KSOProductBuildVer">
    <vt:lpwstr>1033-11.2.0.11191</vt:lpwstr>
  </property>
</Properties>
</file>