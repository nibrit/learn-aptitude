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Emjzck/qQZo8xxspINEOeoRs8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9242027667_0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19242027667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19242027667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9242027667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19242027667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19242027667_0_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9242027667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1924202766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19242027667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9242027667_0_3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19242027667_0_3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9242027667_0_3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9242027667_0_3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19242027667_0_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19242027667_0_3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9242027667_0_3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9242027667_0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19242027667_0_3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9242027667_0_4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19242027667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9242027667_0_4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9242027667_0_5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19242027667_0_5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19242027667_0_5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9242027667_0_5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19242027667_0_5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19242027667_0_5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9242027667_0_7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9242027667_0_7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19242027667_0_7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9242027667_0_7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9242027667_0_7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19242027667_0_7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9242027667_0_7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9242027667_0_7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19242027667_0_7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3ea12f4bd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3ea12f4bd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13ea12f4bd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6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6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6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8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8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9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9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9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9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0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0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20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2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2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5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5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5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5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5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5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5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7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7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7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7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7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8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9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9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0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1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1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1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1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2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2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3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3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4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5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5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Dices,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Analogy,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Series Completion--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</a:t>
            </a:r>
            <a:r>
              <a:rPr lang="en-US" sz="2800"/>
              <a:t>.PIGEON:PEACE: : ?                              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CROWN: HEAD (2) WHITE FLAG:SURRENDER (3) LAURELS: VICTORY (4) WAR: LIBERTY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2. Architect:Building: : Sculptor : ?     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Museum (2) Stone (3) Chisel (4) Statue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3.Writing:pen::?:needle             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1)singing 2)stitching 3)carpenter 4)dancing 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4.Physician:Treatment : :Judge : ?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Punishment (2) Judgement (3) Lawyer ' (4) Court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5.CLOCK:TIME ::VECHICLE:?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1)ROAD  2)JOURNEY 3)FUEL 4)PASSENGER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6.WHEAT :BREAD ::?:BRICKS         1)CLAY 2)BUILDING 3)FIRE 4)CEMENT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9242027667_0_194"/>
          <p:cNvSpPr/>
          <p:nvPr/>
        </p:nvSpPr>
        <p:spPr>
          <a:xfrm>
            <a:off x="346075" y="1933575"/>
            <a:ext cx="10769700" cy="4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Directions for Q7 -10: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the correct option.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	QDXM : SFYN :: UIOZ : ?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LPWA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(b) PAQM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QNLA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(d) WKPA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9242027667_0_199"/>
          <p:cNvSpPr/>
          <p:nvPr/>
        </p:nvSpPr>
        <p:spPr>
          <a:xfrm>
            <a:off x="265430" y="1780540"/>
            <a:ext cx="10769700" cy="4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	QPS : TSV :: IHK : ?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LKN   (b) MKN  (c) LOM (d) NQP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  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: 60 :: 210 : ?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240 (b) 120  (c) 504  (d) 280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215 : 35 :: 511 : ?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925195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29  (b) 63 (c) 71 	(d) 60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9242027667_0_6"/>
          <p:cNvSpPr/>
          <p:nvPr/>
        </p:nvSpPr>
        <p:spPr>
          <a:xfrm>
            <a:off x="325755" y="1761490"/>
            <a:ext cx="10769700" cy="30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Directions for Q1 to Q4: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the given choices select the odd one out.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	(a) N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 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DW  (c) FU   (d) CX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 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AA  (b) BB   (c) DDDD  (d) EEEEE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	(a) Q3N   (b) P3N (c) Q4M	 (d) T2R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	(a) SV2  (b) GI2  (c) BD2  (d) NR4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9242027667_0_388"/>
          <p:cNvSpPr/>
          <p:nvPr/>
        </p:nvSpPr>
        <p:spPr>
          <a:xfrm>
            <a:off x="523301" y="1922926"/>
            <a:ext cx="11463000" cy="48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	1. Community		2. Locality		3. Family 4. Country			5. Person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4, 1, 2, 5,3	(b) 4, 2, 1, 3, 5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5, 3, 2, 1, 4			(d) 5, 3, 4, 2, 1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 Dress			2. Yarn			3. Cotton 4. Stitching			5. Plant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5, 3, 2, 4, 1	(b) 5, 3, 1, 4, 2  (c) 1, 2, 3, 4, 5			(d) 3, 5, 2, 1, 4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1. Consultation		2. Disease		3. Recovery   4. Doctor	5. Medicine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2, 4, 5, 1, 3		(b) 2, 4, 1, 5, 3  (c) 2, 1, 5, 4, 3		(d) 2, 1, 4, 5, 3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	1. Office			2. Cabin		3. City  4. Desk			5. Building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2, 4, 5, 3, 1		(b) 2, 4, 1, 5, 3	    (c) 4, 2, 1, 5, 3		(d) 4, 2, 5, 3, 1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9242027667_0_393"/>
          <p:cNvSpPr/>
          <p:nvPr/>
        </p:nvSpPr>
        <p:spPr>
          <a:xfrm>
            <a:off x="204470" y="1893570"/>
            <a:ext cx="10769700" cy="4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	1. Dress			2. Yarn			3. Cotton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 Stitching			5. Plant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5, 3, 2, 4, 1			(b) 5, 3, 1, 4, 2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1, 2, 3, 4, 5			(d) 3, 5, 2, 1, 4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9242027667_0_398"/>
          <p:cNvSpPr/>
          <p:nvPr/>
        </p:nvSpPr>
        <p:spPr>
          <a:xfrm>
            <a:off x="407035" y="1852930"/>
            <a:ext cx="10769700" cy="4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	1. Consultation		2. Disease		3. Recovery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 Doctor			5. Medicine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2, 4, 5, 1, 3		(b) 2, 4, 1, 5, 3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2, 1, 5, 4, 3		(d) 2, 1, 4, 5, 3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9242027667_0_403"/>
          <p:cNvSpPr/>
          <p:nvPr/>
        </p:nvSpPr>
        <p:spPr>
          <a:xfrm>
            <a:off x="98935" y="1743625"/>
            <a:ext cx="10769700" cy="4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	1. Office			2. Cabin		3. City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 Desk			5. Building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2, 4, 5, 3, 1		(b) 2, 4, 1, 5, 3	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4, 2, 1, 5, 3		(d) 4, 2, 5, 3, 1</a:t>
            </a:r>
            <a:endParaRPr sz="26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9242027667_0_576"/>
          <p:cNvSpPr/>
          <p:nvPr/>
        </p:nvSpPr>
        <p:spPr>
          <a:xfrm>
            <a:off x="193675" y="1680210"/>
            <a:ext cx="10769700" cy="53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7994" lvl="0" marL="467994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	A decision has to be taken on the basis of the given conditions. There are two cases based on the same set of conditions. Take a decision for both the cases and mark the correct answer for each.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Following are the conditions imposed by an employer for providing Rs.3 lacs as Leave Travel Concession to the employees.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employees: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	Must have performed 2 journeys in a block of 4 calendar years (Current block: 	2010-2013).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	Must have made only 1 trip in 1 year.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	Must have made one trip within India, while the other could have been outside 	India. 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	Should have made a trip with less than 5 people.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5.	The total cost of both the trips should not have exceeded Rs.7 lacs.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242027667_0_581"/>
          <p:cNvSpPr/>
          <p:nvPr/>
        </p:nvSpPr>
        <p:spPr>
          <a:xfrm>
            <a:off x="204470" y="1737360"/>
            <a:ext cx="11702400" cy="48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	if the employees fulfil all conditions except (4) then he/she would get R.2.5 	Iacs 	as concession.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	if the employees fulfil all conditions except (5) then he/she would get Rs.2 	lacs 	as concession.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concession would be given to the given employee? (The case is presented as on 1.12.2012) 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Rajesh, along with his wife and 2 kids went for vacations within India. He made his first trip in January, 2010 and second in May, 2010. The total cost of both the trips was Rs.2.5 lacs. 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Employee would not be given any concession 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(b) Employee would be given Rs.3 lacs concession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Employee would be given Rs.2 lacs concession 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(d) Employee would be given Rs.2.5 Iacs concession 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7994" lvl="0" marL="467994" marR="0" rtl="0" algn="just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3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(e) Data insufficient</a:t>
            </a:r>
            <a:endParaRPr sz="213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9242027667_0_754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19242027667_0_754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g19242027667_0_7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75" y="2380050"/>
            <a:ext cx="6163925" cy="20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9242027667_0_762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19242027667_0_762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g19242027667_0_7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500" y="2509250"/>
            <a:ext cx="7283150" cy="25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9242027667_0_770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19242027667_0_770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g19242027667_0_7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900" y="2833700"/>
            <a:ext cx="9371100" cy="186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ea12f4bd6_0_0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13ea12f4bd6_0_0"/>
          <p:cNvSpPr txBox="1"/>
          <p:nvPr>
            <p:ph idx="1" type="body"/>
          </p:nvPr>
        </p:nvSpPr>
        <p:spPr>
          <a:xfrm>
            <a:off x="34800" y="183330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  X, U, S, P, N, K?                       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I (2) M (3) L (4) Q (5) None of these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  FDS, JHW, NLA,?                   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QND (2) RQD (3) RPE (4) SOF (5) None of these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3.D-4, F-6, H-8,J-10, ?                  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K-12 (2) M-14 (3) L-12 (4) M-13 (5) None of these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4.3F, 6G, 11I, 18L,                        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(l) 21O (2) 25N (3) 27 P (4) 27Q (5) None of these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.bc-b-c-ac-ab-ac      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(l)aabcb (2)bbacb (3)cabbc (4)ccabc (5) None of these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-bdbc-d-c-bd-cd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(l)dbdcd (2)dcbcd (3)bcdcb.(4)cdbcb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ef-h-gfe-hef-ehgefg-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(1)ehhfg (2)ggfhe (3)ghgfh (4)egffh (5) None of these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aac-bba-cc-baa-cb-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(l)cabcb (2)bacab (3)aabcb (4)ccbcb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adb-ac-d-bcda-bcac-d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(l)bacbd (2)cbadb (3)dbacb (4)acbda (5) None of these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14.How many dots lie opposite to the face having three dots, when the given figure is folded to form a cube?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 2           b. 4     c. 5    d.	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99" name="Google Shape;2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4810" y="2522220"/>
            <a:ext cx="484695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15.Choose the box that is similar to the box formed from the given sheet of paper (X).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 1 only   b. 2 only    c. 1 and 3 only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 1, 2, 3 and 4 only</a:t>
            </a:r>
            <a:endParaRPr/>
          </a:p>
        </p:txBody>
      </p:sp>
      <p:pic>
        <p:nvPicPr>
          <p:cNvPr id="306" name="Google Shape;3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55" y="2421255"/>
            <a:ext cx="8739505" cy="1621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12" name="Google Shape;312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635" l="5883" r="10924" t="10494"/>
          <a:stretch/>
        </p:blipFill>
        <p:spPr>
          <a:xfrm>
            <a:off x="2062480" y="2423795"/>
            <a:ext cx="5217160" cy="250698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/>
          <p:nvPr/>
        </p:nvSpPr>
        <p:spPr>
          <a:xfrm>
            <a:off x="318135" y="1966595"/>
            <a:ext cx="1117028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given Sheet is folded to form a cube, which side will be opposite to X?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5F177DF95334430D8524309ECB4A2AFC</vt:lpwstr>
  </property>
  <property fmtid="{D5CDD505-2E9C-101B-9397-08002B2CF9AE}" pid="4" name="KSOProductBuildVer">
    <vt:lpwstr>1033-11.2.0.11074</vt:lpwstr>
  </property>
</Properties>
</file>