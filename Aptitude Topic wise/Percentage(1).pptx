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oZP0EgOqBYZcKppqczF3oKOJW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8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8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8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0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20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1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1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1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2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2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2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4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4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7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7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7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7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7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7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9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9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9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9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0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0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1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1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2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2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3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3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3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3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4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4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4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5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5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5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7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PERCENTAGE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1. 	Decimal value of  43%  is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0.43 (b) 0.73  (c) 0.83 (d) 0.93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2. 	What is 5% of Rs 200?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Rs.0.25 (b) Rs.25 (c) Rs.50 (d) Rs. 10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3.	(25 % of 360) +(35% of 400)=?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a) 210	b) 220	c)230	d) 240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4.	30% of 900 -20% of 500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170 (b) 270 (c) 200  (d) 100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	If John's father gives him 2% of his salary as pocket money, what is John's pocket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money if his father's salary is $20,000?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a) 600	b) 4000	c) 400	d) 200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	A retailer have 800 chocolates . He sold 40% of them , now how many chocolates with him now?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a) 32  	b) 320	c) 48	d) 480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	Saranya will get 30% hike of her salary. Her present salary is 8000. what is her salary 	next year ? 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a) 10000	b)10400	c) 12000	d) 6000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8. 	Micro sims Pvt.ltd produces 1200 phones everyday.If out of these 2 1/3 % 	are faulty 4 1/3 % are  defective in packaging. Then how 	many non 	faulty and non defective  	packaged  phones 	are produced 	everyday?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a) 1080	 b) 80		c) 1120	d) 120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9) 	Mickey has some pens.He sells 40% of the pens and still has 420 left with him. 	Originally how many pens did he have 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a) 680	b) 490	c)700	d) 720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10) 	15% of the total number of biscuits In a bottle Is 30. The total  number of biscuits Is .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(A) 100 (B) 200 (C) 150 (D) 300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11)  	A fruit seller had some apples. He sells 35% apples and still has 390 apples. Originally 	he had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(A) 600 (B) 540  (C) 650 (D) 580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12) 	Paul gets a hike of 5% in his salary this year . He now earns Rs.21000. What was paul’s 	salary last year ?  A) 20000	b) 14000  c) 19950	d) 17,900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13.	Arun spends 35% of his monthly salary on food, 15% on house rent, 10% on 	medical 	expense and 20% on miscellaneous expenditure. If still manages to save 	Rs.2500, 	then his annual salary is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(A) Rs.125000 (B) Rs.150000 (C) Rs.200000 (D) Rs.175000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14.	At an election there were two candidates. A candidates got 38% vote and lost by 	7200 number of votes. The total number of valid votes were: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(a) 13000 (b) 13800 (c) 16200 (d) 30000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person have some chocolates. He sold 40% , now he have 600 chocolates with him find the total number of chocolates originally 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15.	Passing marks in an examination is 36%. If a student gets 72 marks and 	fails by 18 marks, then the 	maximum marks in the examination are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100 .(b) 200 (c) 250  (d) 400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16.	In an examination, a student must get 36%marks to pass. A students who 	gets 190 marks failed by 35 	marks. The total marks in that examination 	is: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450 (b) 500 (c) 625 (d) 810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18.	If Robert is 50% richer than Anthony whose wealth is Rs. 50,00,000. What is the total 	wealth of Thomas who is 2% richer than Robert?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19.	Ram gave 30% of his salary to narmada and narmada gave 35% of that salary to 	krishana.If krishna got 2100 from narmada what is the salary of ram?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a) 30000	b)20000	c)40000	d) 20000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19.	In an election between two candidates, one got-65% of the total valid votes, 20% of 	the votes were invalid. If the total number of votes was 6500, the number of valid 	votes that the other candidate got, was 	</a:t>
            </a:r>
            <a:endParaRPr sz="2400"/>
          </a:p>
          <a:p>
            <a:pPr indent="-4572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AutoNum type="alphaLcParenBoth"/>
            </a:pPr>
            <a:r>
              <a:rPr lang="en-US" sz="2800"/>
              <a:t>1820 (b) 1840 (c) 1824 (d) 1844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20.	In a meeting 10% of the people were absent. Amongst the present, 20% 	were not interested 30 % were sleepy. If the number of people invited for 	the meeting was 120 . what was the number of people who was 	attentive  in the meeting?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a) 74	b) 64	c) 54	d) 44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21.	The total  population of a village is 20000 out  of which 60% are eligible to cast their to cast their 	vote.Unfortunately 4000 votes did not cast their vote and another 2000 votes are invalid. If the winning  	candidate got 60 % of the valid votes and losing candidate got 40% of the votes then what is the 	difference in the votes between winner and loser ? ( Assume that only 2 candidate contested in 	election)?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22.  	In an office 40% of the staff is female, 40% of the female and 60% of the male 	voted 	for me. The percentage of votes 	I got was: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 	(a) 24% (b) 42% (c) 50% (d) 52%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23.	In a party 60% people took vegetarian,In vegetarian  70 % are male. Among the non 	vegetarian 	40% are 	male. Find the percentage of Females in the party?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	a) 42%    b) 45 %	c) 50 % 	d) 58 %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 24.	A ’s salary is 40% of B’s salary and B ’s salary is 25% of C’s salary.   A’s salary is 	what percent of C’s 	salary? 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	(a) 15% (b) 10% (c)50% (d) 20%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25.	A exceeds B by 40%, B is less than C by 20%, then A:C is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	(a)60:40 (b) 75:25 (c) 28:25 (d) 30:25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26.	If A exceeds B by 60% and B is less than C by 20%, then A : C is:  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 	(a)32:25 (b)8:5 (c)4:5 (d) 25:32            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5255CC8FF37C443CB602C401452C0C5F</vt:lpwstr>
  </property>
  <property fmtid="{D5CDD505-2E9C-101B-9397-08002B2CF9AE}" pid="4" name="KSOProductBuildVer">
    <vt:lpwstr>1033-11.2.0.11191</vt:lpwstr>
  </property>
</Properties>
</file>