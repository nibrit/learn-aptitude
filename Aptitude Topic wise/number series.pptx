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custom-properties+xml" PartName="/docProps/custom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  <p:sldMasterId id="214748366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http://customooxmlschemas.google.com/">
      <go:slidesCustomData xmlns:go="http://customooxmlschemas.google.com/" r:id="rId15" roundtripDataSignature="AMtx7mhTRUSXeWdbumDxH7Tj+Sz8KQOva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slideMaster" Target="slideMasters/slideMaster2.xml"/><Relationship Id="rId9" Type="http://schemas.openxmlformats.org/officeDocument/2006/relationships/slide" Target="slides/slide4.xml"/><Relationship Id="rId15" Type="http://customschemas.google.com/relationships/presentationmetadata" Target="metadata"/><Relationship Id="rId14" Type="http://schemas.openxmlformats.org/officeDocument/2006/relationships/slide" Target="slides/slide9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4" name="Google Shape;254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" name="Google Shape;255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" name="Google Shape;261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" name="Google Shape;267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" name="Google Shape;273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" name="Google Shape;285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1" name="Google Shape;291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7" name="Google Shape;297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3" name="Google Shape;303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 Slide" showMasterSp="0">
  <p:cSld name="1_Title Slide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11"/>
          <p:cNvSpPr/>
          <p:nvPr/>
        </p:nvSpPr>
        <p:spPr>
          <a:xfrm>
            <a:off x="7972121" y="0"/>
            <a:ext cx="2857500" cy="6858000"/>
          </a:xfrm>
          <a:prstGeom prst="parallelogram">
            <a:avLst>
              <a:gd fmla="val 0" name="adj"/>
            </a:avLst>
          </a:prstGeom>
          <a:solidFill>
            <a:srgbClr val="F2F2F2">
              <a:alpha val="29803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" name="Google Shape;16;p11"/>
          <p:cNvSpPr/>
          <p:nvPr/>
        </p:nvSpPr>
        <p:spPr>
          <a:xfrm>
            <a:off x="6394450" y="0"/>
            <a:ext cx="153926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7;p11"/>
          <p:cNvSpPr txBox="1"/>
          <p:nvPr>
            <p:ph idx="10" type="dt"/>
          </p:nvPr>
        </p:nvSpPr>
        <p:spPr>
          <a:xfrm>
            <a:off x="6834126" y="6446838"/>
            <a:ext cx="25848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8" name="Google Shape;18;p11"/>
          <p:cNvSpPr txBox="1"/>
          <p:nvPr>
            <p:ph idx="11" type="ftr"/>
          </p:nvPr>
        </p:nvSpPr>
        <p:spPr>
          <a:xfrm>
            <a:off x="1097279" y="6446838"/>
            <a:ext cx="4846321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9" name="Google Shape;19;p11"/>
          <p:cNvSpPr txBox="1"/>
          <p:nvPr>
            <p:ph idx="12" type="sldNum"/>
          </p:nvPr>
        </p:nvSpPr>
        <p:spPr>
          <a:xfrm>
            <a:off x="10375670" y="6446838"/>
            <a:ext cx="7800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0" name="Google Shape;20;p11"/>
          <p:cNvSpPr/>
          <p:nvPr>
            <p:ph idx="2" type="pic"/>
          </p:nvPr>
        </p:nvSpPr>
        <p:spPr>
          <a:xfrm>
            <a:off x="0" y="0"/>
            <a:ext cx="6311900" cy="6858000"/>
          </a:xfrm>
          <a:prstGeom prst="rect">
            <a:avLst/>
          </a:prstGeom>
          <a:noFill/>
          <a:ln>
            <a:noFill/>
          </a:ln>
        </p:spPr>
      </p:sp>
      <p:sp>
        <p:nvSpPr>
          <p:cNvPr id="21" name="Google Shape;21;p11"/>
          <p:cNvSpPr txBox="1"/>
          <p:nvPr>
            <p:ph type="ctrTitle"/>
          </p:nvPr>
        </p:nvSpPr>
        <p:spPr>
          <a:xfrm>
            <a:off x="6629400" y="758952"/>
            <a:ext cx="4526280" cy="322751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Font typeface="Calibri"/>
              <a:buNone/>
              <a:defRPr b="1" sz="600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11"/>
          <p:cNvSpPr txBox="1"/>
          <p:nvPr>
            <p:ph idx="1" type="subTitle"/>
          </p:nvPr>
        </p:nvSpPr>
        <p:spPr>
          <a:xfrm>
            <a:off x="6632171" y="4508500"/>
            <a:ext cx="4526280" cy="12796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2400"/>
              <a:buNone/>
              <a:defRPr sz="2400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3" name="Google Shape;23;p11"/>
          <p:cNvSpPr/>
          <p:nvPr/>
        </p:nvSpPr>
        <p:spPr>
          <a:xfrm>
            <a:off x="6311900" y="0"/>
            <a:ext cx="153926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12"/>
          <p:cNvSpPr txBox="1"/>
          <p:nvPr>
            <p:ph type="title"/>
          </p:nvPr>
        </p:nvSpPr>
        <p:spPr>
          <a:xfrm>
            <a:off x="0" y="0"/>
            <a:ext cx="12192000" cy="173736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2"/>
          <p:cNvSpPr txBox="1"/>
          <p:nvPr>
            <p:ph idx="1" type="body"/>
          </p:nvPr>
        </p:nvSpPr>
        <p:spPr>
          <a:xfrm>
            <a:off x="0" y="1833154"/>
            <a:ext cx="12122331" cy="502484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  <a:defRPr/>
            </a:lvl1pPr>
            <a:lvl2pPr indent="-342900" lvl="1" marL="914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800"/>
              <a:buChar char="▪"/>
              <a:defRPr/>
            </a:lvl2pPr>
            <a:lvl3pPr indent="-3429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Char char="▪"/>
              <a:defRPr/>
            </a:lvl3pPr>
            <a:lvl4pPr indent="-3429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Char char="▪"/>
              <a:defRPr/>
            </a:lvl4pPr>
            <a:lvl5pPr indent="-3429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Char char="▪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27" name="Google Shape;27;p12"/>
          <p:cNvSpPr txBox="1"/>
          <p:nvPr>
            <p:ph idx="10" type="dt"/>
          </p:nvPr>
        </p:nvSpPr>
        <p:spPr>
          <a:xfrm>
            <a:off x="6834126" y="6446838"/>
            <a:ext cx="25848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8" name="Google Shape;28;p12"/>
          <p:cNvSpPr txBox="1"/>
          <p:nvPr>
            <p:ph idx="11" type="ftr"/>
          </p:nvPr>
        </p:nvSpPr>
        <p:spPr>
          <a:xfrm>
            <a:off x="1097279" y="6446838"/>
            <a:ext cx="4846321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9" name="Google Shape;29;p12"/>
          <p:cNvSpPr txBox="1"/>
          <p:nvPr>
            <p:ph idx="12" type="sldNum"/>
          </p:nvPr>
        </p:nvSpPr>
        <p:spPr>
          <a:xfrm>
            <a:off x="10375670" y="6446838"/>
            <a:ext cx="7800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showMasterSp="0">
  <p:cSld name="Title Slide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13"/>
          <p:cNvSpPr/>
          <p:nvPr>
            <p:ph idx="2" type="pic"/>
          </p:nvPr>
        </p:nvSpPr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sp>
      <p:sp>
        <p:nvSpPr>
          <p:cNvPr id="32" name="Google Shape;32;p13"/>
          <p:cNvSpPr txBox="1"/>
          <p:nvPr>
            <p:ph idx="10" type="dt"/>
          </p:nvPr>
        </p:nvSpPr>
        <p:spPr>
          <a:xfrm>
            <a:off x="6834126" y="6446838"/>
            <a:ext cx="25848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3" name="Google Shape;33;p13"/>
          <p:cNvSpPr txBox="1"/>
          <p:nvPr>
            <p:ph idx="11" type="ftr"/>
          </p:nvPr>
        </p:nvSpPr>
        <p:spPr>
          <a:xfrm>
            <a:off x="1097279" y="6446838"/>
            <a:ext cx="4846321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4" name="Google Shape;34;p13"/>
          <p:cNvSpPr txBox="1"/>
          <p:nvPr>
            <p:ph idx="12" type="sldNum"/>
          </p:nvPr>
        </p:nvSpPr>
        <p:spPr>
          <a:xfrm>
            <a:off x="10375670" y="6446838"/>
            <a:ext cx="7800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5" name="Google Shape;35;p13"/>
          <p:cNvSpPr txBox="1"/>
          <p:nvPr>
            <p:ph idx="1" type="subTitle"/>
          </p:nvPr>
        </p:nvSpPr>
        <p:spPr>
          <a:xfrm>
            <a:off x="1212850" y="4508500"/>
            <a:ext cx="5118100" cy="12796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2400"/>
              <a:buNone/>
              <a:defRPr sz="2400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6" name="Google Shape;36;p13"/>
          <p:cNvSpPr txBox="1"/>
          <p:nvPr>
            <p:ph type="ctrTitle"/>
          </p:nvPr>
        </p:nvSpPr>
        <p:spPr>
          <a:xfrm>
            <a:off x="1212850" y="2057400"/>
            <a:ext cx="5118100" cy="192906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Calibri"/>
              <a:buNone/>
              <a:defRPr b="1" sz="5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showMasterSp="0">
  <p:cSld name="Section Header">
    <p:bg>
      <p:bgPr>
        <a:solidFill>
          <a:schemeClr val="lt1"/>
        </a:solidFill>
      </p:bgPr>
    </p:bg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14"/>
          <p:cNvSpPr/>
          <p:nvPr/>
        </p:nvSpPr>
        <p:spPr>
          <a:xfrm>
            <a:off x="7972121" y="0"/>
            <a:ext cx="2857500" cy="6858000"/>
          </a:xfrm>
          <a:prstGeom prst="parallelogram">
            <a:avLst>
              <a:gd fmla="val 0" name="adj"/>
            </a:avLst>
          </a:prstGeom>
          <a:solidFill>
            <a:srgbClr val="F2F2F2">
              <a:alpha val="29803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14"/>
          <p:cNvSpPr txBox="1"/>
          <p:nvPr>
            <p:ph idx="10" type="dt"/>
          </p:nvPr>
        </p:nvSpPr>
        <p:spPr>
          <a:xfrm>
            <a:off x="6834126" y="6446838"/>
            <a:ext cx="25848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0" name="Google Shape;40;p14"/>
          <p:cNvSpPr txBox="1"/>
          <p:nvPr>
            <p:ph idx="11" type="ftr"/>
          </p:nvPr>
        </p:nvSpPr>
        <p:spPr>
          <a:xfrm>
            <a:off x="1097279" y="6446838"/>
            <a:ext cx="4846321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1" name="Google Shape;41;p14"/>
          <p:cNvSpPr txBox="1"/>
          <p:nvPr>
            <p:ph idx="12" type="sldNum"/>
          </p:nvPr>
        </p:nvSpPr>
        <p:spPr>
          <a:xfrm>
            <a:off x="10375670" y="6446838"/>
            <a:ext cx="7800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2" name="Google Shape;42;p14"/>
          <p:cNvSpPr/>
          <p:nvPr>
            <p:ph idx="2" type="pic"/>
          </p:nvPr>
        </p:nvSpPr>
        <p:spPr>
          <a:xfrm>
            <a:off x="0" y="0"/>
            <a:ext cx="6311900" cy="6858000"/>
          </a:xfrm>
          <a:prstGeom prst="rect">
            <a:avLst/>
          </a:prstGeom>
          <a:noFill/>
          <a:ln>
            <a:noFill/>
          </a:ln>
        </p:spPr>
      </p:sp>
      <p:sp>
        <p:nvSpPr>
          <p:cNvPr id="43" name="Google Shape;43;p14"/>
          <p:cNvSpPr/>
          <p:nvPr/>
        </p:nvSpPr>
        <p:spPr>
          <a:xfrm>
            <a:off x="2451099" y="3568700"/>
            <a:ext cx="8721725" cy="230822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14"/>
          <p:cNvSpPr txBox="1"/>
          <p:nvPr>
            <p:ph type="title"/>
          </p:nvPr>
        </p:nvSpPr>
        <p:spPr>
          <a:xfrm>
            <a:off x="2641599" y="3746500"/>
            <a:ext cx="8331202" cy="1308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Calibri"/>
              <a:buNone/>
              <a:defRPr b="1" sz="4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14"/>
          <p:cNvSpPr txBox="1"/>
          <p:nvPr>
            <p:ph idx="1" type="body"/>
          </p:nvPr>
        </p:nvSpPr>
        <p:spPr>
          <a:xfrm>
            <a:off x="2641600" y="5219700"/>
            <a:ext cx="8331201" cy="5867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2400"/>
              <a:buNone/>
              <a:defRPr sz="2400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46" name="Google Shape;46;p14"/>
          <p:cNvSpPr/>
          <p:nvPr/>
        </p:nvSpPr>
        <p:spPr>
          <a:xfrm>
            <a:off x="3752850" y="3469101"/>
            <a:ext cx="5118100" cy="125666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Section Header" showMasterSp="0">
  <p:cSld name="1_Section Header">
    <p:bg>
      <p:bgPr>
        <a:solidFill>
          <a:schemeClr val="lt1"/>
        </a:solidFill>
      </p:bgPr>
    </p:bg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5"/>
          <p:cNvSpPr txBox="1"/>
          <p:nvPr>
            <p:ph idx="10" type="dt"/>
          </p:nvPr>
        </p:nvSpPr>
        <p:spPr>
          <a:xfrm>
            <a:off x="6834126" y="6446838"/>
            <a:ext cx="25848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9" name="Google Shape;49;p15"/>
          <p:cNvSpPr txBox="1"/>
          <p:nvPr>
            <p:ph idx="11" type="ftr"/>
          </p:nvPr>
        </p:nvSpPr>
        <p:spPr>
          <a:xfrm>
            <a:off x="1097279" y="6446838"/>
            <a:ext cx="4846321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0" name="Google Shape;50;p15"/>
          <p:cNvSpPr txBox="1"/>
          <p:nvPr>
            <p:ph idx="12" type="sldNum"/>
          </p:nvPr>
        </p:nvSpPr>
        <p:spPr>
          <a:xfrm>
            <a:off x="10375670" y="6446838"/>
            <a:ext cx="7800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1" name="Google Shape;51;p15"/>
          <p:cNvSpPr/>
          <p:nvPr>
            <p:ph idx="2" type="pic"/>
          </p:nvPr>
        </p:nvSpPr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sp>
      <p:sp>
        <p:nvSpPr>
          <p:cNvPr id="52" name="Google Shape;52;p15"/>
          <p:cNvSpPr/>
          <p:nvPr/>
        </p:nvSpPr>
        <p:spPr>
          <a:xfrm>
            <a:off x="1735138" y="3568700"/>
            <a:ext cx="8721725" cy="230822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15"/>
          <p:cNvSpPr txBox="1"/>
          <p:nvPr>
            <p:ph type="title"/>
          </p:nvPr>
        </p:nvSpPr>
        <p:spPr>
          <a:xfrm>
            <a:off x="1930399" y="3746500"/>
            <a:ext cx="8331202" cy="1308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Calibri"/>
              <a:buNone/>
              <a:defRPr b="1" sz="4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15"/>
          <p:cNvSpPr txBox="1"/>
          <p:nvPr>
            <p:ph idx="1" type="body"/>
          </p:nvPr>
        </p:nvSpPr>
        <p:spPr>
          <a:xfrm>
            <a:off x="1930400" y="5219700"/>
            <a:ext cx="8331201" cy="5867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2400"/>
              <a:buNone/>
              <a:defRPr sz="2400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55" name="Google Shape;55;p15"/>
          <p:cNvSpPr/>
          <p:nvPr/>
        </p:nvSpPr>
        <p:spPr>
          <a:xfrm>
            <a:off x="3536950" y="3469101"/>
            <a:ext cx="5118100" cy="125666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6"/>
          <p:cNvSpPr txBox="1"/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16"/>
          <p:cNvSpPr txBox="1"/>
          <p:nvPr>
            <p:ph idx="1" type="body"/>
          </p:nvPr>
        </p:nvSpPr>
        <p:spPr>
          <a:xfrm>
            <a:off x="1097280" y="2120900"/>
            <a:ext cx="4639736" cy="374819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  <a:defRPr/>
            </a:lvl1pPr>
            <a:lvl2pPr indent="-342900" lvl="1" marL="914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800"/>
              <a:buChar char="▪"/>
              <a:defRPr/>
            </a:lvl2pPr>
            <a:lvl3pPr indent="-3429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Char char="▪"/>
              <a:defRPr/>
            </a:lvl3pPr>
            <a:lvl4pPr indent="-3429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Char char="▪"/>
              <a:defRPr/>
            </a:lvl4pPr>
            <a:lvl5pPr indent="-3429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Char char="▪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59" name="Google Shape;59;p16"/>
          <p:cNvSpPr txBox="1"/>
          <p:nvPr>
            <p:ph idx="2" type="body"/>
          </p:nvPr>
        </p:nvSpPr>
        <p:spPr>
          <a:xfrm>
            <a:off x="6515944" y="2120900"/>
            <a:ext cx="4639736" cy="374819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  <a:defRPr/>
            </a:lvl1pPr>
            <a:lvl2pPr indent="-342900" lvl="1" marL="914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800"/>
              <a:buChar char="▪"/>
              <a:defRPr/>
            </a:lvl2pPr>
            <a:lvl3pPr indent="-3429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Char char="▪"/>
              <a:defRPr/>
            </a:lvl3pPr>
            <a:lvl4pPr indent="-3429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Char char="▪"/>
              <a:defRPr/>
            </a:lvl4pPr>
            <a:lvl5pPr indent="-3429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Char char="▪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60" name="Google Shape;60;p16"/>
          <p:cNvSpPr txBox="1"/>
          <p:nvPr>
            <p:ph idx="10" type="dt"/>
          </p:nvPr>
        </p:nvSpPr>
        <p:spPr>
          <a:xfrm>
            <a:off x="6834126" y="6446838"/>
            <a:ext cx="25848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1" name="Google Shape;61;p16"/>
          <p:cNvSpPr txBox="1"/>
          <p:nvPr>
            <p:ph idx="11" type="ftr"/>
          </p:nvPr>
        </p:nvSpPr>
        <p:spPr>
          <a:xfrm>
            <a:off x="1097279" y="6446838"/>
            <a:ext cx="4846321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2" name="Google Shape;62;p16"/>
          <p:cNvSpPr txBox="1"/>
          <p:nvPr>
            <p:ph idx="12" type="sldNum"/>
          </p:nvPr>
        </p:nvSpPr>
        <p:spPr>
          <a:xfrm>
            <a:off x="10375670" y="6446838"/>
            <a:ext cx="7800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7"/>
          <p:cNvSpPr txBox="1"/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17"/>
          <p:cNvSpPr txBox="1"/>
          <p:nvPr>
            <p:ph idx="1" type="body"/>
          </p:nvPr>
        </p:nvSpPr>
        <p:spPr>
          <a:xfrm>
            <a:off x="1097280" y="2057400"/>
            <a:ext cx="4639736" cy="73628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2400"/>
              <a:buNone/>
              <a:defRPr b="1" sz="2400" cap="none">
                <a:solidFill>
                  <a:schemeClr val="accent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66" name="Google Shape;66;p17"/>
          <p:cNvSpPr txBox="1"/>
          <p:nvPr>
            <p:ph idx="2" type="body"/>
          </p:nvPr>
        </p:nvSpPr>
        <p:spPr>
          <a:xfrm>
            <a:off x="1186731" y="2958274"/>
            <a:ext cx="4639736" cy="29108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  <a:defRPr/>
            </a:lvl1pPr>
            <a:lvl2pPr indent="-342900" lvl="1" marL="914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800"/>
              <a:buChar char="▪"/>
              <a:defRPr/>
            </a:lvl2pPr>
            <a:lvl3pPr indent="-3429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Char char="▪"/>
              <a:defRPr/>
            </a:lvl3pPr>
            <a:lvl4pPr indent="-3429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Char char="▪"/>
              <a:defRPr/>
            </a:lvl4pPr>
            <a:lvl5pPr indent="-3429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Char char="▪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67" name="Google Shape;67;p17"/>
          <p:cNvSpPr txBox="1"/>
          <p:nvPr>
            <p:ph idx="3" type="body"/>
          </p:nvPr>
        </p:nvSpPr>
        <p:spPr>
          <a:xfrm>
            <a:off x="6515944" y="2057400"/>
            <a:ext cx="4639736" cy="73628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2400"/>
              <a:buNone/>
              <a:defRPr b="1" sz="2400" cap="none">
                <a:solidFill>
                  <a:schemeClr val="accent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68" name="Google Shape;68;p17"/>
          <p:cNvSpPr txBox="1"/>
          <p:nvPr>
            <p:ph idx="4" type="body"/>
          </p:nvPr>
        </p:nvSpPr>
        <p:spPr>
          <a:xfrm>
            <a:off x="6605395" y="2958273"/>
            <a:ext cx="4639736" cy="29108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  <a:defRPr/>
            </a:lvl1pPr>
            <a:lvl2pPr indent="-342900" lvl="1" marL="914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800"/>
              <a:buChar char="▪"/>
              <a:defRPr/>
            </a:lvl2pPr>
            <a:lvl3pPr indent="-3429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Char char="▪"/>
              <a:defRPr/>
            </a:lvl3pPr>
            <a:lvl4pPr indent="-3429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Char char="▪"/>
              <a:defRPr/>
            </a:lvl4pPr>
            <a:lvl5pPr indent="-3429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Char char="▪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69" name="Google Shape;69;p17"/>
          <p:cNvSpPr txBox="1"/>
          <p:nvPr>
            <p:ph idx="10" type="dt"/>
          </p:nvPr>
        </p:nvSpPr>
        <p:spPr>
          <a:xfrm>
            <a:off x="6834126" y="6446838"/>
            <a:ext cx="25848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0" name="Google Shape;70;p17"/>
          <p:cNvSpPr txBox="1"/>
          <p:nvPr>
            <p:ph idx="11" type="ftr"/>
          </p:nvPr>
        </p:nvSpPr>
        <p:spPr>
          <a:xfrm>
            <a:off x="1097279" y="6446838"/>
            <a:ext cx="4846321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1" name="Google Shape;71;p17"/>
          <p:cNvSpPr txBox="1"/>
          <p:nvPr>
            <p:ph idx="12" type="sldNum"/>
          </p:nvPr>
        </p:nvSpPr>
        <p:spPr>
          <a:xfrm>
            <a:off x="10375670" y="6446838"/>
            <a:ext cx="7800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8"/>
          <p:cNvSpPr txBox="1"/>
          <p:nvPr>
            <p:ph type="title"/>
          </p:nvPr>
        </p:nvSpPr>
        <p:spPr>
          <a:xfrm>
            <a:off x="0" y="0"/>
            <a:ext cx="12192000" cy="173736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showMasterSp="0" type="blank">
  <p:cSld name="BLANK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9"/>
          <p:cNvSpPr/>
          <p:nvPr/>
        </p:nvSpPr>
        <p:spPr>
          <a:xfrm>
            <a:off x="4667250" y="0"/>
            <a:ext cx="2857500" cy="6858000"/>
          </a:xfrm>
          <a:prstGeom prst="parallelogram">
            <a:avLst>
              <a:gd fmla="val 0" name="adj"/>
            </a:avLst>
          </a:prstGeom>
          <a:solidFill>
            <a:srgbClr val="F2F2F2">
              <a:alpha val="29803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19"/>
          <p:cNvSpPr txBox="1"/>
          <p:nvPr>
            <p:ph idx="10" type="dt"/>
          </p:nvPr>
        </p:nvSpPr>
        <p:spPr>
          <a:xfrm>
            <a:off x="6834126" y="6446838"/>
            <a:ext cx="25848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7" name="Google Shape;77;p19"/>
          <p:cNvSpPr txBox="1"/>
          <p:nvPr>
            <p:ph idx="11" type="ftr"/>
          </p:nvPr>
        </p:nvSpPr>
        <p:spPr>
          <a:xfrm>
            <a:off x="1097279" y="6446838"/>
            <a:ext cx="4846321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8" name="Google Shape;78;p19"/>
          <p:cNvSpPr txBox="1"/>
          <p:nvPr>
            <p:ph idx="12" type="sldNum"/>
          </p:nvPr>
        </p:nvSpPr>
        <p:spPr>
          <a:xfrm>
            <a:off x="10375670" y="6446838"/>
            <a:ext cx="7800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showMasterSp="0" type="objTx">
  <p:cSld name="OBJECT_WITH_CAPTION_TEXT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20"/>
          <p:cNvSpPr/>
          <p:nvPr/>
        </p:nvSpPr>
        <p:spPr>
          <a:xfrm>
            <a:off x="7448550" y="0"/>
            <a:ext cx="2857500" cy="6858000"/>
          </a:xfrm>
          <a:prstGeom prst="parallelogram">
            <a:avLst>
              <a:gd fmla="val 0" name="adj"/>
            </a:avLst>
          </a:prstGeom>
          <a:solidFill>
            <a:srgbClr val="F2F2F2">
              <a:alpha val="29803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20"/>
          <p:cNvSpPr/>
          <p:nvPr/>
        </p:nvSpPr>
        <p:spPr>
          <a:xfrm>
            <a:off x="16" y="0"/>
            <a:ext cx="4654296" cy="5864225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20"/>
          <p:cNvSpPr txBox="1"/>
          <p:nvPr>
            <p:ph type="title"/>
          </p:nvPr>
        </p:nvSpPr>
        <p:spPr>
          <a:xfrm>
            <a:off x="1092200" y="786383"/>
            <a:ext cx="3068833" cy="20939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alibri"/>
              <a:buNone/>
              <a:defRPr b="0" sz="3600">
                <a:solidFill>
                  <a:srgbClr val="FFFFFF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20"/>
          <p:cNvSpPr txBox="1"/>
          <p:nvPr>
            <p:ph idx="1" type="body"/>
          </p:nvPr>
        </p:nvSpPr>
        <p:spPr>
          <a:xfrm>
            <a:off x="5458984" y="812800"/>
            <a:ext cx="5713841" cy="486860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  <a:defRPr/>
            </a:lvl1pPr>
            <a:lvl2pPr indent="-342900" lvl="1" marL="914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800"/>
              <a:buChar char="▪"/>
              <a:defRPr/>
            </a:lvl2pPr>
            <a:lvl3pPr indent="-3429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Char char="▪"/>
              <a:defRPr/>
            </a:lvl3pPr>
            <a:lvl4pPr indent="-3429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Char char="▪"/>
              <a:defRPr/>
            </a:lvl4pPr>
            <a:lvl5pPr indent="-3429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Char char="▪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84" name="Google Shape;84;p20"/>
          <p:cNvSpPr txBox="1"/>
          <p:nvPr>
            <p:ph idx="2" type="body"/>
          </p:nvPr>
        </p:nvSpPr>
        <p:spPr>
          <a:xfrm>
            <a:off x="1092200" y="3043050"/>
            <a:ext cx="3068832" cy="263835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FFFFFF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85" name="Google Shape;85;p20"/>
          <p:cNvSpPr/>
          <p:nvPr/>
        </p:nvSpPr>
        <p:spPr>
          <a:xfrm>
            <a:off x="0" y="1397000"/>
            <a:ext cx="1036320" cy="132948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20"/>
          <p:cNvSpPr/>
          <p:nvPr/>
        </p:nvSpPr>
        <p:spPr>
          <a:xfrm>
            <a:off x="5458983" y="624142"/>
            <a:ext cx="5713840" cy="125666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20"/>
          <p:cNvSpPr txBox="1"/>
          <p:nvPr>
            <p:ph idx="10" type="dt"/>
          </p:nvPr>
        </p:nvSpPr>
        <p:spPr>
          <a:xfrm>
            <a:off x="6834126" y="6446838"/>
            <a:ext cx="25848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8" name="Google Shape;88;p20"/>
          <p:cNvSpPr txBox="1"/>
          <p:nvPr>
            <p:ph idx="11" type="ftr"/>
          </p:nvPr>
        </p:nvSpPr>
        <p:spPr>
          <a:xfrm>
            <a:off x="1097279" y="6446838"/>
            <a:ext cx="4846321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9" name="Google Shape;89;p20"/>
          <p:cNvSpPr txBox="1"/>
          <p:nvPr>
            <p:ph idx="12" type="sldNum"/>
          </p:nvPr>
        </p:nvSpPr>
        <p:spPr>
          <a:xfrm>
            <a:off x="10375670" y="6446838"/>
            <a:ext cx="7800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90" name="Google Shape;90;p20"/>
          <p:cNvCxnSpPr/>
          <p:nvPr/>
        </p:nvCxnSpPr>
        <p:spPr>
          <a:xfrm rot="10800000">
            <a:off x="1092200" y="6446838"/>
            <a:ext cx="1643438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1" name="Google Shape;91;p20"/>
          <p:cNvCxnSpPr/>
          <p:nvPr/>
        </p:nvCxnSpPr>
        <p:spPr>
          <a:xfrm rot="10800000">
            <a:off x="8420100" y="6429376"/>
            <a:ext cx="1000462" cy="0"/>
          </a:xfrm>
          <a:prstGeom prst="straightConnector1">
            <a:avLst/>
          </a:prstGeom>
          <a:noFill/>
          <a:ln cap="flat" cmpd="sng" w="2857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2" name="Google Shape;92;p20"/>
          <p:cNvCxnSpPr/>
          <p:nvPr/>
        </p:nvCxnSpPr>
        <p:spPr>
          <a:xfrm rot="10800000">
            <a:off x="10765675" y="6446838"/>
            <a:ext cx="407258" cy="6350"/>
          </a:xfrm>
          <a:prstGeom prst="straightConnector1">
            <a:avLst/>
          </a:prstGeom>
          <a:noFill/>
          <a:ln cap="flat" cmpd="sng" w="2857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 and Content">
  <p:cSld name="1_Title and Content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1"/>
          <p:cNvSpPr txBox="1"/>
          <p:nvPr>
            <p:ph type="title"/>
          </p:nvPr>
        </p:nvSpPr>
        <p:spPr>
          <a:xfrm>
            <a:off x="0" y="0"/>
            <a:ext cx="12192000" cy="173736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5" name="Google Shape;95;p21"/>
          <p:cNvSpPr txBox="1"/>
          <p:nvPr>
            <p:ph idx="1" type="body"/>
          </p:nvPr>
        </p:nvSpPr>
        <p:spPr>
          <a:xfrm>
            <a:off x="0" y="1833154"/>
            <a:ext cx="12122331" cy="502484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  <a:defRPr/>
            </a:lvl1pPr>
            <a:lvl2pPr indent="-342900" lvl="1" marL="914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800"/>
              <a:buChar char="▪"/>
              <a:defRPr/>
            </a:lvl2pPr>
            <a:lvl3pPr indent="-3429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Char char="▪"/>
              <a:defRPr/>
            </a:lvl3pPr>
            <a:lvl4pPr indent="-3429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Char char="▪"/>
              <a:defRPr/>
            </a:lvl4pPr>
            <a:lvl5pPr indent="-3429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Char char="▪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96" name="Google Shape;96;p21"/>
          <p:cNvSpPr txBox="1"/>
          <p:nvPr>
            <p:ph idx="10" type="dt"/>
          </p:nvPr>
        </p:nvSpPr>
        <p:spPr>
          <a:xfrm>
            <a:off x="6834126" y="6446838"/>
            <a:ext cx="25848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7" name="Google Shape;97;p21"/>
          <p:cNvSpPr txBox="1"/>
          <p:nvPr>
            <p:ph idx="11" type="ftr"/>
          </p:nvPr>
        </p:nvSpPr>
        <p:spPr>
          <a:xfrm>
            <a:off x="1097279" y="6446838"/>
            <a:ext cx="4846321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8" name="Google Shape;98;p21"/>
          <p:cNvSpPr txBox="1"/>
          <p:nvPr>
            <p:ph idx="12" type="sldNum"/>
          </p:nvPr>
        </p:nvSpPr>
        <p:spPr>
          <a:xfrm>
            <a:off x="10375670" y="6446838"/>
            <a:ext cx="7800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Content with Caption" showMasterSp="0">
  <p:cSld name="1_Content with Caption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2"/>
          <p:cNvSpPr/>
          <p:nvPr/>
        </p:nvSpPr>
        <p:spPr>
          <a:xfrm>
            <a:off x="7448550" y="0"/>
            <a:ext cx="2857500" cy="6858000"/>
          </a:xfrm>
          <a:prstGeom prst="parallelogram">
            <a:avLst>
              <a:gd fmla="val 0" name="adj"/>
            </a:avLst>
          </a:prstGeom>
          <a:solidFill>
            <a:srgbClr val="F2F2F2">
              <a:alpha val="29803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22"/>
          <p:cNvSpPr/>
          <p:nvPr/>
        </p:nvSpPr>
        <p:spPr>
          <a:xfrm>
            <a:off x="16" y="0"/>
            <a:ext cx="4654296" cy="5864225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22"/>
          <p:cNvSpPr txBox="1"/>
          <p:nvPr>
            <p:ph idx="1" type="body"/>
          </p:nvPr>
        </p:nvSpPr>
        <p:spPr>
          <a:xfrm>
            <a:off x="5458984" y="497808"/>
            <a:ext cx="5713841" cy="486860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  <a:defRPr/>
            </a:lvl1pPr>
            <a:lvl2pPr indent="-342900" lvl="1" marL="914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800"/>
              <a:buChar char="▪"/>
              <a:defRPr/>
            </a:lvl2pPr>
            <a:lvl3pPr indent="-3429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Char char="▪"/>
              <a:defRPr/>
            </a:lvl3pPr>
            <a:lvl4pPr indent="-3429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Char char="▪"/>
              <a:defRPr/>
            </a:lvl4pPr>
            <a:lvl5pPr indent="-3429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Char char="▪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103" name="Google Shape;103;p22"/>
          <p:cNvSpPr/>
          <p:nvPr/>
        </p:nvSpPr>
        <p:spPr>
          <a:xfrm>
            <a:off x="0" y="2003424"/>
            <a:ext cx="1036320" cy="185737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22"/>
          <p:cNvSpPr/>
          <p:nvPr/>
        </p:nvSpPr>
        <p:spPr>
          <a:xfrm>
            <a:off x="5458983" y="377398"/>
            <a:ext cx="5713840" cy="125666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22"/>
          <p:cNvSpPr txBox="1"/>
          <p:nvPr>
            <p:ph idx="10" type="dt"/>
          </p:nvPr>
        </p:nvSpPr>
        <p:spPr>
          <a:xfrm>
            <a:off x="6834126" y="6446838"/>
            <a:ext cx="25848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6" name="Google Shape;106;p22"/>
          <p:cNvSpPr txBox="1"/>
          <p:nvPr>
            <p:ph idx="11" type="ftr"/>
          </p:nvPr>
        </p:nvSpPr>
        <p:spPr>
          <a:xfrm>
            <a:off x="1097279" y="6446838"/>
            <a:ext cx="4846321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7" name="Google Shape;107;p22"/>
          <p:cNvSpPr txBox="1"/>
          <p:nvPr>
            <p:ph idx="12" type="sldNum"/>
          </p:nvPr>
        </p:nvSpPr>
        <p:spPr>
          <a:xfrm>
            <a:off x="10375670" y="6446838"/>
            <a:ext cx="7800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08" name="Google Shape;108;p22"/>
          <p:cNvSpPr/>
          <p:nvPr/>
        </p:nvSpPr>
        <p:spPr>
          <a:xfrm>
            <a:off x="1078230" y="2003423"/>
            <a:ext cx="3576082" cy="1857378"/>
          </a:xfrm>
          <a:prstGeom prst="rect">
            <a:avLst/>
          </a:prstGeom>
          <a:solidFill>
            <a:srgbClr val="27304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22"/>
          <p:cNvSpPr txBox="1"/>
          <p:nvPr>
            <p:ph type="title"/>
          </p:nvPr>
        </p:nvSpPr>
        <p:spPr>
          <a:xfrm>
            <a:off x="1092200" y="1885125"/>
            <a:ext cx="3314700" cy="20939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Calibri"/>
              <a:buNone/>
              <a:defRPr b="1" sz="4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0" name="Google Shape;110;p22"/>
          <p:cNvSpPr/>
          <p:nvPr/>
        </p:nvSpPr>
        <p:spPr>
          <a:xfrm>
            <a:off x="1092200" y="993775"/>
            <a:ext cx="1036320" cy="936626"/>
          </a:xfrm>
          <a:prstGeom prst="rect">
            <a:avLst/>
          </a:prstGeom>
          <a:solidFill>
            <a:srgbClr val="CFD3E6">
              <a:alpha val="25882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Content with Caption" showMasterSp="0">
  <p:cSld name="2_Content with Caption"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3"/>
          <p:cNvSpPr/>
          <p:nvPr>
            <p:ph idx="2" type="pic"/>
          </p:nvPr>
        </p:nvSpPr>
        <p:spPr>
          <a:xfrm>
            <a:off x="0" y="0"/>
            <a:ext cx="4654296" cy="5864225"/>
          </a:xfrm>
          <a:prstGeom prst="rect">
            <a:avLst/>
          </a:prstGeom>
          <a:noFill/>
          <a:ln>
            <a:noFill/>
          </a:ln>
        </p:spPr>
      </p:sp>
      <p:sp>
        <p:nvSpPr>
          <p:cNvPr id="113" name="Google Shape;113;p23"/>
          <p:cNvSpPr/>
          <p:nvPr/>
        </p:nvSpPr>
        <p:spPr>
          <a:xfrm>
            <a:off x="7448550" y="0"/>
            <a:ext cx="2857500" cy="6858000"/>
          </a:xfrm>
          <a:prstGeom prst="parallelogram">
            <a:avLst>
              <a:gd fmla="val 0" name="adj"/>
            </a:avLst>
          </a:prstGeom>
          <a:solidFill>
            <a:srgbClr val="F2F2F2">
              <a:alpha val="29803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23"/>
          <p:cNvSpPr txBox="1"/>
          <p:nvPr>
            <p:ph idx="1" type="body"/>
          </p:nvPr>
        </p:nvSpPr>
        <p:spPr>
          <a:xfrm>
            <a:off x="5458984" y="497808"/>
            <a:ext cx="5713841" cy="486860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  <a:defRPr/>
            </a:lvl1pPr>
            <a:lvl2pPr indent="-342900" lvl="1" marL="914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800"/>
              <a:buChar char="▪"/>
              <a:defRPr/>
            </a:lvl2pPr>
            <a:lvl3pPr indent="-3429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Char char="▪"/>
              <a:defRPr/>
            </a:lvl3pPr>
            <a:lvl4pPr indent="-3429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Char char="▪"/>
              <a:defRPr/>
            </a:lvl4pPr>
            <a:lvl5pPr indent="-3429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Char char="▪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115" name="Google Shape;115;p23"/>
          <p:cNvSpPr txBox="1"/>
          <p:nvPr>
            <p:ph idx="10" type="dt"/>
          </p:nvPr>
        </p:nvSpPr>
        <p:spPr>
          <a:xfrm>
            <a:off x="6834126" y="6446838"/>
            <a:ext cx="25848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16" name="Google Shape;116;p23"/>
          <p:cNvSpPr txBox="1"/>
          <p:nvPr>
            <p:ph idx="11" type="ftr"/>
          </p:nvPr>
        </p:nvSpPr>
        <p:spPr>
          <a:xfrm>
            <a:off x="1097279" y="6446838"/>
            <a:ext cx="4846321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17" name="Google Shape;117;p23"/>
          <p:cNvSpPr txBox="1"/>
          <p:nvPr>
            <p:ph idx="12" type="sldNum"/>
          </p:nvPr>
        </p:nvSpPr>
        <p:spPr>
          <a:xfrm>
            <a:off x="10375670" y="6446838"/>
            <a:ext cx="7800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18" name="Google Shape;118;p23"/>
          <p:cNvSpPr txBox="1"/>
          <p:nvPr>
            <p:ph type="title"/>
          </p:nvPr>
        </p:nvSpPr>
        <p:spPr>
          <a:xfrm>
            <a:off x="1092200" y="1885125"/>
            <a:ext cx="3068833" cy="20939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Calibri"/>
              <a:buNone/>
              <a:defRPr b="1" i="0" sz="4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6_Content with Caption" showMasterSp="0">
  <p:cSld name="6_Content with Caption"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4"/>
          <p:cNvSpPr/>
          <p:nvPr/>
        </p:nvSpPr>
        <p:spPr>
          <a:xfrm>
            <a:off x="7448550" y="0"/>
            <a:ext cx="2857500" cy="6858000"/>
          </a:xfrm>
          <a:prstGeom prst="parallelogram">
            <a:avLst>
              <a:gd fmla="val 0" name="adj"/>
            </a:avLst>
          </a:prstGeom>
          <a:solidFill>
            <a:srgbClr val="F2F2F2">
              <a:alpha val="29803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24"/>
          <p:cNvSpPr txBox="1"/>
          <p:nvPr>
            <p:ph type="title"/>
          </p:nvPr>
        </p:nvSpPr>
        <p:spPr>
          <a:xfrm>
            <a:off x="4984722" y="548355"/>
            <a:ext cx="6054846" cy="634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alibri"/>
              <a:buNone/>
              <a:defRPr b="1" i="0" sz="3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2" name="Google Shape;122;p24"/>
          <p:cNvSpPr txBox="1"/>
          <p:nvPr>
            <p:ph idx="1" type="body"/>
          </p:nvPr>
        </p:nvSpPr>
        <p:spPr>
          <a:xfrm>
            <a:off x="5100833" y="1611313"/>
            <a:ext cx="6072099" cy="37551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2400"/>
              <a:buNone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2000"/>
              <a:buChar char="▪"/>
              <a:defRPr sz="2000"/>
            </a:lvl2pPr>
            <a:lvl3pPr indent="-3302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600"/>
              <a:buChar char="▪"/>
              <a:defRPr sz="1600"/>
            </a:lvl3pPr>
            <a:lvl4pPr indent="-3302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600"/>
              <a:buChar char="▪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600"/>
              <a:buChar char="▪"/>
              <a:defRPr sz="1600"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123" name="Google Shape;123;p24"/>
          <p:cNvSpPr txBox="1"/>
          <p:nvPr>
            <p:ph idx="10" type="dt"/>
          </p:nvPr>
        </p:nvSpPr>
        <p:spPr>
          <a:xfrm>
            <a:off x="6834126" y="6446838"/>
            <a:ext cx="25848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4" name="Google Shape;124;p24"/>
          <p:cNvSpPr txBox="1"/>
          <p:nvPr>
            <p:ph idx="11" type="ftr"/>
          </p:nvPr>
        </p:nvSpPr>
        <p:spPr>
          <a:xfrm>
            <a:off x="1097279" y="6446838"/>
            <a:ext cx="4846321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5" name="Google Shape;125;p24"/>
          <p:cNvSpPr txBox="1"/>
          <p:nvPr>
            <p:ph idx="12" type="sldNum"/>
          </p:nvPr>
        </p:nvSpPr>
        <p:spPr>
          <a:xfrm>
            <a:off x="10375670" y="6446838"/>
            <a:ext cx="7800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26" name="Google Shape;126;p24"/>
          <p:cNvSpPr/>
          <p:nvPr>
            <p:ph idx="2" type="pic"/>
          </p:nvPr>
        </p:nvSpPr>
        <p:spPr>
          <a:xfrm>
            <a:off x="0" y="0"/>
            <a:ext cx="4654296" cy="5864225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7_Content with Caption" showMasterSp="0">
  <p:cSld name="7_Content with Caption"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5"/>
          <p:cNvSpPr/>
          <p:nvPr>
            <p:ph idx="2" type="pic"/>
          </p:nvPr>
        </p:nvSpPr>
        <p:spPr>
          <a:xfrm>
            <a:off x="0" y="0"/>
            <a:ext cx="12192000" cy="3541486"/>
          </a:xfrm>
          <a:prstGeom prst="rect">
            <a:avLst/>
          </a:prstGeom>
          <a:noFill/>
          <a:ln>
            <a:noFill/>
          </a:ln>
        </p:spPr>
      </p:sp>
      <p:sp>
        <p:nvSpPr>
          <p:cNvPr id="129" name="Google Shape;129;p25"/>
          <p:cNvSpPr/>
          <p:nvPr/>
        </p:nvSpPr>
        <p:spPr>
          <a:xfrm>
            <a:off x="7448550" y="0"/>
            <a:ext cx="2857500" cy="6858000"/>
          </a:xfrm>
          <a:prstGeom prst="parallelogram">
            <a:avLst>
              <a:gd fmla="val 0" name="adj"/>
            </a:avLst>
          </a:prstGeom>
          <a:solidFill>
            <a:srgbClr val="F2F2F2">
              <a:alpha val="29803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25"/>
          <p:cNvSpPr txBox="1"/>
          <p:nvPr>
            <p:ph type="title"/>
          </p:nvPr>
        </p:nvSpPr>
        <p:spPr>
          <a:xfrm>
            <a:off x="3068577" y="880375"/>
            <a:ext cx="6054846" cy="634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600"/>
              <a:buFont typeface="Calibri"/>
              <a:buNone/>
              <a:defRPr b="1" i="0" sz="36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1" name="Google Shape;131;p25"/>
          <p:cNvSpPr txBox="1"/>
          <p:nvPr>
            <p:ph idx="10" type="dt"/>
          </p:nvPr>
        </p:nvSpPr>
        <p:spPr>
          <a:xfrm>
            <a:off x="6834126" y="6446838"/>
            <a:ext cx="25848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2" name="Google Shape;132;p25"/>
          <p:cNvSpPr txBox="1"/>
          <p:nvPr>
            <p:ph idx="11" type="ftr"/>
          </p:nvPr>
        </p:nvSpPr>
        <p:spPr>
          <a:xfrm>
            <a:off x="1097279" y="6446838"/>
            <a:ext cx="4846321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3" name="Google Shape;133;p25"/>
          <p:cNvSpPr txBox="1"/>
          <p:nvPr>
            <p:ph idx="12" type="sldNum"/>
          </p:nvPr>
        </p:nvSpPr>
        <p:spPr>
          <a:xfrm>
            <a:off x="10375670" y="6446838"/>
            <a:ext cx="7800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34" name="Google Shape;134;p25"/>
          <p:cNvSpPr/>
          <p:nvPr/>
        </p:nvSpPr>
        <p:spPr>
          <a:xfrm>
            <a:off x="5577840" y="0"/>
            <a:ext cx="1036320" cy="685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Content with Caption" showMasterSp="0">
  <p:cSld name="3_Content with Caption"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6"/>
          <p:cNvSpPr/>
          <p:nvPr/>
        </p:nvSpPr>
        <p:spPr>
          <a:xfrm>
            <a:off x="7448550" y="0"/>
            <a:ext cx="2857500" cy="6858000"/>
          </a:xfrm>
          <a:prstGeom prst="parallelogram">
            <a:avLst>
              <a:gd fmla="val 0" name="adj"/>
            </a:avLst>
          </a:prstGeom>
          <a:solidFill>
            <a:srgbClr val="F2F2F2">
              <a:alpha val="29803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26"/>
          <p:cNvSpPr/>
          <p:nvPr/>
        </p:nvSpPr>
        <p:spPr>
          <a:xfrm>
            <a:off x="4654312" y="507333"/>
            <a:ext cx="7537688" cy="4849559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26"/>
          <p:cNvSpPr/>
          <p:nvPr/>
        </p:nvSpPr>
        <p:spPr>
          <a:xfrm>
            <a:off x="16" y="0"/>
            <a:ext cx="4654296" cy="5864225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26"/>
          <p:cNvSpPr txBox="1"/>
          <p:nvPr>
            <p:ph type="title"/>
          </p:nvPr>
        </p:nvSpPr>
        <p:spPr>
          <a:xfrm>
            <a:off x="1092200" y="1885125"/>
            <a:ext cx="3068833" cy="20939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Calibri"/>
              <a:buNone/>
              <a:defRPr b="1" i="0" sz="4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0" name="Google Shape;140;p26"/>
          <p:cNvSpPr txBox="1"/>
          <p:nvPr>
            <p:ph idx="1" type="body"/>
          </p:nvPr>
        </p:nvSpPr>
        <p:spPr>
          <a:xfrm>
            <a:off x="6473373" y="943430"/>
            <a:ext cx="4699452" cy="397736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2400"/>
              <a:buNone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2000"/>
              <a:buChar char="▪"/>
              <a:defRPr sz="2000"/>
            </a:lvl2pPr>
            <a:lvl3pPr indent="-3302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600"/>
              <a:buChar char="▪"/>
              <a:defRPr sz="1600"/>
            </a:lvl3pPr>
            <a:lvl4pPr indent="-3302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600"/>
              <a:buChar char="▪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600"/>
              <a:buChar char="▪"/>
              <a:defRPr sz="1600"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141" name="Google Shape;141;p26"/>
          <p:cNvSpPr txBox="1"/>
          <p:nvPr>
            <p:ph idx="10" type="dt"/>
          </p:nvPr>
        </p:nvSpPr>
        <p:spPr>
          <a:xfrm>
            <a:off x="6834126" y="6446838"/>
            <a:ext cx="25848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2" name="Google Shape;142;p26"/>
          <p:cNvSpPr txBox="1"/>
          <p:nvPr>
            <p:ph idx="11" type="ftr"/>
          </p:nvPr>
        </p:nvSpPr>
        <p:spPr>
          <a:xfrm>
            <a:off x="1097279" y="6446838"/>
            <a:ext cx="4846321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3" name="Google Shape;143;p26"/>
          <p:cNvSpPr txBox="1"/>
          <p:nvPr>
            <p:ph idx="12" type="sldNum"/>
          </p:nvPr>
        </p:nvSpPr>
        <p:spPr>
          <a:xfrm>
            <a:off x="10375670" y="6446838"/>
            <a:ext cx="7800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44" name="Google Shape;144;p26"/>
          <p:cNvSpPr/>
          <p:nvPr/>
        </p:nvSpPr>
        <p:spPr>
          <a:xfrm>
            <a:off x="4370251" y="2322780"/>
            <a:ext cx="1348378" cy="1218664"/>
          </a:xfrm>
          <a:prstGeom prst="rect">
            <a:avLst/>
          </a:prstGeom>
          <a:solidFill>
            <a:srgbClr val="BECAD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_Content with Caption" showMasterSp="0">
  <p:cSld name="4_Content with Caption"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7"/>
          <p:cNvSpPr/>
          <p:nvPr/>
        </p:nvSpPr>
        <p:spPr>
          <a:xfrm>
            <a:off x="7448550" y="0"/>
            <a:ext cx="2857500" cy="6858000"/>
          </a:xfrm>
          <a:prstGeom prst="parallelogram">
            <a:avLst>
              <a:gd fmla="val 0" name="adj"/>
            </a:avLst>
          </a:prstGeom>
          <a:solidFill>
            <a:srgbClr val="F2F2F2">
              <a:alpha val="29803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27"/>
          <p:cNvSpPr/>
          <p:nvPr/>
        </p:nvSpPr>
        <p:spPr>
          <a:xfrm>
            <a:off x="4654312" y="507333"/>
            <a:ext cx="7537688" cy="4849559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27"/>
          <p:cNvSpPr/>
          <p:nvPr/>
        </p:nvSpPr>
        <p:spPr>
          <a:xfrm>
            <a:off x="16" y="0"/>
            <a:ext cx="4654296" cy="586422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27"/>
          <p:cNvSpPr txBox="1"/>
          <p:nvPr>
            <p:ph type="title"/>
          </p:nvPr>
        </p:nvSpPr>
        <p:spPr>
          <a:xfrm>
            <a:off x="1092200" y="1885125"/>
            <a:ext cx="3068833" cy="20939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Calibri"/>
              <a:buNone/>
              <a:defRPr b="1" i="0" sz="4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0" name="Google Shape;150;p27"/>
          <p:cNvSpPr txBox="1"/>
          <p:nvPr>
            <p:ph idx="1" type="body"/>
          </p:nvPr>
        </p:nvSpPr>
        <p:spPr>
          <a:xfrm>
            <a:off x="6518529" y="943430"/>
            <a:ext cx="4654296" cy="397736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2400"/>
              <a:buNone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2000"/>
              <a:buChar char="▪"/>
              <a:defRPr sz="2000"/>
            </a:lvl2pPr>
            <a:lvl3pPr indent="-3302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600"/>
              <a:buChar char="▪"/>
              <a:defRPr sz="1600"/>
            </a:lvl3pPr>
            <a:lvl4pPr indent="-3302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600"/>
              <a:buChar char="▪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600"/>
              <a:buChar char="▪"/>
              <a:defRPr sz="1600"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151" name="Google Shape;151;p27"/>
          <p:cNvSpPr txBox="1"/>
          <p:nvPr>
            <p:ph idx="10" type="dt"/>
          </p:nvPr>
        </p:nvSpPr>
        <p:spPr>
          <a:xfrm>
            <a:off x="6834126" y="6446838"/>
            <a:ext cx="25848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52" name="Google Shape;152;p27"/>
          <p:cNvSpPr txBox="1"/>
          <p:nvPr>
            <p:ph idx="11" type="ftr"/>
          </p:nvPr>
        </p:nvSpPr>
        <p:spPr>
          <a:xfrm>
            <a:off x="1097279" y="6446838"/>
            <a:ext cx="4846321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53" name="Google Shape;153;p27"/>
          <p:cNvSpPr txBox="1"/>
          <p:nvPr>
            <p:ph idx="12" type="sldNum"/>
          </p:nvPr>
        </p:nvSpPr>
        <p:spPr>
          <a:xfrm>
            <a:off x="10375670" y="6446838"/>
            <a:ext cx="7800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54" name="Google Shape;154;p27"/>
          <p:cNvSpPr/>
          <p:nvPr/>
        </p:nvSpPr>
        <p:spPr>
          <a:xfrm>
            <a:off x="4370251" y="2322780"/>
            <a:ext cx="1348378" cy="1218664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showMasterSp="0" type="picTx">
  <p:cSld name="PICTURE_WITH_CAPTION_TEXT"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28"/>
          <p:cNvSpPr/>
          <p:nvPr/>
        </p:nvSpPr>
        <p:spPr>
          <a:xfrm>
            <a:off x="0" y="4578350"/>
            <a:ext cx="12188825" cy="227965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28"/>
          <p:cNvSpPr/>
          <p:nvPr>
            <p:ph idx="2" type="pic"/>
          </p:nvPr>
        </p:nvSpPr>
        <p:spPr>
          <a:xfrm>
            <a:off x="15" y="0"/>
            <a:ext cx="12191985" cy="457835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158" name="Google Shape;158;p28"/>
          <p:cNvSpPr txBox="1"/>
          <p:nvPr>
            <p:ph type="title"/>
          </p:nvPr>
        </p:nvSpPr>
        <p:spPr>
          <a:xfrm>
            <a:off x="1097279" y="4799362"/>
            <a:ext cx="10113645" cy="743682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425" spcFirstLastPara="1" rIns="91425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Calibri"/>
              <a:buNone/>
              <a:defRPr b="1" sz="4400">
                <a:solidFill>
                  <a:srgbClr val="FFFFFF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9" name="Google Shape;159;p28"/>
          <p:cNvSpPr txBox="1"/>
          <p:nvPr>
            <p:ph idx="1" type="body"/>
          </p:nvPr>
        </p:nvSpPr>
        <p:spPr>
          <a:xfrm>
            <a:off x="1097279" y="5715000"/>
            <a:ext cx="10113264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91425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FFFFFF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160" name="Google Shape;160;p28"/>
          <p:cNvSpPr txBox="1"/>
          <p:nvPr>
            <p:ph idx="10" type="dt"/>
          </p:nvPr>
        </p:nvSpPr>
        <p:spPr>
          <a:xfrm>
            <a:off x="6834126" y="6446838"/>
            <a:ext cx="25848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61" name="Google Shape;161;p28"/>
          <p:cNvSpPr txBox="1"/>
          <p:nvPr>
            <p:ph idx="11" type="ftr"/>
          </p:nvPr>
        </p:nvSpPr>
        <p:spPr>
          <a:xfrm>
            <a:off x="1097279" y="6446838"/>
            <a:ext cx="6818262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62" name="Google Shape;162;p28"/>
          <p:cNvSpPr txBox="1"/>
          <p:nvPr>
            <p:ph idx="12" type="sldNum"/>
          </p:nvPr>
        </p:nvSpPr>
        <p:spPr>
          <a:xfrm>
            <a:off x="10375670" y="6446838"/>
            <a:ext cx="7800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63" name="Google Shape;163;p28"/>
          <p:cNvSpPr/>
          <p:nvPr/>
        </p:nvSpPr>
        <p:spPr>
          <a:xfrm>
            <a:off x="3536950" y="4535901"/>
            <a:ext cx="5118100" cy="12566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9"/>
          <p:cNvSpPr txBox="1"/>
          <p:nvPr>
            <p:ph type="title"/>
          </p:nvPr>
        </p:nvSpPr>
        <p:spPr>
          <a:xfrm>
            <a:off x="0" y="0"/>
            <a:ext cx="12192000" cy="173736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6" name="Google Shape;166;p29"/>
          <p:cNvSpPr txBox="1"/>
          <p:nvPr>
            <p:ph idx="1" type="body"/>
          </p:nvPr>
        </p:nvSpPr>
        <p:spPr>
          <a:xfrm rot="5400000">
            <a:off x="3548743" y="-1715589"/>
            <a:ext cx="5024845" cy="121223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45700" spcFirstLastPara="1" rIns="4570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  <a:defRPr/>
            </a:lvl1pPr>
            <a:lvl2pPr indent="-342900" lvl="1" marL="914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800"/>
              <a:buChar char="▪"/>
              <a:defRPr/>
            </a:lvl2pPr>
            <a:lvl3pPr indent="-3429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Char char="▪"/>
              <a:defRPr/>
            </a:lvl3pPr>
            <a:lvl4pPr indent="-3429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Char char="▪"/>
              <a:defRPr/>
            </a:lvl4pPr>
            <a:lvl5pPr indent="-3429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Char char="▪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167" name="Google Shape;167;p29"/>
          <p:cNvSpPr txBox="1"/>
          <p:nvPr>
            <p:ph idx="10" type="dt"/>
          </p:nvPr>
        </p:nvSpPr>
        <p:spPr>
          <a:xfrm>
            <a:off x="6834126" y="6446838"/>
            <a:ext cx="25848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68" name="Google Shape;168;p29"/>
          <p:cNvSpPr txBox="1"/>
          <p:nvPr>
            <p:ph idx="11" type="ftr"/>
          </p:nvPr>
        </p:nvSpPr>
        <p:spPr>
          <a:xfrm>
            <a:off x="1097279" y="6446838"/>
            <a:ext cx="4846321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69" name="Google Shape;169;p29"/>
          <p:cNvSpPr txBox="1"/>
          <p:nvPr>
            <p:ph idx="12" type="sldNum"/>
          </p:nvPr>
        </p:nvSpPr>
        <p:spPr>
          <a:xfrm>
            <a:off x="10375670" y="6446838"/>
            <a:ext cx="7800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showMasterSp="0" type="vertTitleAndTx">
  <p:cSld name="VERTICAL_TITLE_AND_VERTICAL_TEXT"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30"/>
          <p:cNvSpPr txBox="1"/>
          <p:nvPr>
            <p:ph type="title"/>
          </p:nvPr>
        </p:nvSpPr>
        <p:spPr>
          <a:xfrm rot="5400000">
            <a:off x="7683554" y="2387546"/>
            <a:ext cx="4530725" cy="244803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2" name="Google Shape;172;p30"/>
          <p:cNvSpPr txBox="1"/>
          <p:nvPr>
            <p:ph idx="1" type="body"/>
          </p:nvPr>
        </p:nvSpPr>
        <p:spPr>
          <a:xfrm rot="5400000">
            <a:off x="2566989" y="-128588"/>
            <a:ext cx="4530723" cy="748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45700" spcFirstLastPara="1" rIns="4570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  <a:defRPr/>
            </a:lvl1pPr>
            <a:lvl2pPr indent="-342900" lvl="1" marL="914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800"/>
              <a:buChar char="▪"/>
              <a:defRPr/>
            </a:lvl2pPr>
            <a:lvl3pPr indent="-3429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Char char="▪"/>
              <a:defRPr/>
            </a:lvl3pPr>
            <a:lvl4pPr indent="-3429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Char char="▪"/>
              <a:defRPr/>
            </a:lvl4pPr>
            <a:lvl5pPr indent="-3429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Char char="▪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173" name="Google Shape;173;p30"/>
          <p:cNvSpPr txBox="1"/>
          <p:nvPr>
            <p:ph idx="10" type="dt"/>
          </p:nvPr>
        </p:nvSpPr>
        <p:spPr>
          <a:xfrm>
            <a:off x="6834126" y="6446838"/>
            <a:ext cx="25848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74" name="Google Shape;174;p30"/>
          <p:cNvSpPr txBox="1"/>
          <p:nvPr>
            <p:ph idx="11" type="ftr"/>
          </p:nvPr>
        </p:nvSpPr>
        <p:spPr>
          <a:xfrm>
            <a:off x="1097279" y="6446838"/>
            <a:ext cx="4846321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75" name="Google Shape;175;p30"/>
          <p:cNvSpPr txBox="1"/>
          <p:nvPr>
            <p:ph idx="12" type="sldNum"/>
          </p:nvPr>
        </p:nvSpPr>
        <p:spPr>
          <a:xfrm>
            <a:off x="10375670" y="6446838"/>
            <a:ext cx="7800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76" name="Google Shape;176;p30"/>
          <p:cNvSpPr/>
          <p:nvPr/>
        </p:nvSpPr>
        <p:spPr>
          <a:xfrm rot="-5400000">
            <a:off x="8871481" y="-146580"/>
            <a:ext cx="1036320" cy="132948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32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5" name="Google Shape;185;p32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86" name="Google Shape;186;p3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7" name="Google Shape;187;p3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8" name="Google Shape;188;p3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3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1" name="Google Shape;191;p3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92" name="Google Shape;192;p3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3" name="Google Shape;193;p3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4" name="Google Shape;194;p3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34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7" name="Google Shape;197;p34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98" name="Google Shape;198;p3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9" name="Google Shape;199;p3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0" name="Google Shape;200;p3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3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3" name="Google Shape;203;p35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4" name="Google Shape;204;p35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5" name="Google Shape;205;p3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6" name="Google Shape;206;p3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7" name="Google Shape;207;p3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36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0" name="Google Shape;210;p36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211" name="Google Shape;211;p36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12" name="Google Shape;212;p36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213" name="Google Shape;213;p36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14" name="Google Shape;214;p3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5" name="Google Shape;215;p3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6" name="Google Shape;216;p3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3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9" name="Google Shape;219;p3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0" name="Google Shape;220;p3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1" name="Google Shape;221;p3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3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4" name="Google Shape;224;p3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5" name="Google Shape;225;p3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39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8" name="Google Shape;228;p39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229" name="Google Shape;229;p39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230" name="Google Shape;230;p3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1" name="Google Shape;231;p3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2" name="Google Shape;232;p3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40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5" name="Google Shape;235;p40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236" name="Google Shape;236;p40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237" name="Google Shape;237;p4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8" name="Google Shape;238;p4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9" name="Google Shape;239;p4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4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2" name="Google Shape;242;p41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3" name="Google Shape;243;p4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4" name="Google Shape;244;p4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5" name="Google Shape;245;p4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42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8" name="Google Shape;248;p42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9" name="Google Shape;249;p4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0" name="Google Shape;250;p4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1" name="Google Shape;251;p4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10.xml"/><Relationship Id="rId22" Type="http://schemas.openxmlformats.org/officeDocument/2006/relationships/theme" Target="../theme/theme1.xml"/><Relationship Id="rId10" Type="http://schemas.openxmlformats.org/officeDocument/2006/relationships/slideLayout" Target="../slideLayouts/slideLayout9.xml"/><Relationship Id="rId21" Type="http://schemas.openxmlformats.org/officeDocument/2006/relationships/slideLayout" Target="../slideLayouts/slideLayout20.xml"/><Relationship Id="rId13" Type="http://schemas.openxmlformats.org/officeDocument/2006/relationships/slideLayout" Target="../slideLayouts/slideLayout12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15" Type="http://schemas.openxmlformats.org/officeDocument/2006/relationships/slideLayout" Target="../slideLayouts/slideLayout14.xml"/><Relationship Id="rId14" Type="http://schemas.openxmlformats.org/officeDocument/2006/relationships/slideLayout" Target="../slideLayouts/slideLayout13.xml"/><Relationship Id="rId17" Type="http://schemas.openxmlformats.org/officeDocument/2006/relationships/slideLayout" Target="../slideLayouts/slideLayout16.xml"/><Relationship Id="rId16" Type="http://schemas.openxmlformats.org/officeDocument/2006/relationships/slideLayout" Target="../slideLayouts/slideLayout15.xml"/><Relationship Id="rId5" Type="http://schemas.openxmlformats.org/officeDocument/2006/relationships/slideLayout" Target="../slideLayouts/slideLayout4.xml"/><Relationship Id="rId19" Type="http://schemas.openxmlformats.org/officeDocument/2006/relationships/slideLayout" Target="../slideLayouts/slideLayout18.xml"/><Relationship Id="rId6" Type="http://schemas.openxmlformats.org/officeDocument/2006/relationships/slideLayout" Target="../slideLayouts/slideLayout5.xml"/><Relationship Id="rId18" Type="http://schemas.openxmlformats.org/officeDocument/2006/relationships/slideLayout" Target="../slideLayouts/slideLayout17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31.xml"/><Relationship Id="rId10" Type="http://schemas.openxmlformats.org/officeDocument/2006/relationships/slideLayout" Target="../slideLayouts/slideLayout30.xml"/><Relationship Id="rId12" Type="http://schemas.openxmlformats.org/officeDocument/2006/relationships/theme" Target="../theme/theme3.xml"/><Relationship Id="rId1" Type="http://schemas.openxmlformats.org/officeDocument/2006/relationships/slideLayout" Target="../slideLayouts/slideLayout21.xml"/><Relationship Id="rId2" Type="http://schemas.openxmlformats.org/officeDocument/2006/relationships/slideLayout" Target="../slideLayouts/slideLayout22.xml"/><Relationship Id="rId3" Type="http://schemas.openxmlformats.org/officeDocument/2006/relationships/slideLayout" Target="../slideLayouts/slideLayout23.xml"/><Relationship Id="rId4" Type="http://schemas.openxmlformats.org/officeDocument/2006/relationships/slideLayout" Target="../slideLayouts/slideLayout24.xml"/><Relationship Id="rId9" Type="http://schemas.openxmlformats.org/officeDocument/2006/relationships/slideLayout" Target="../slideLayouts/slideLayout29.xml"/><Relationship Id="rId5" Type="http://schemas.openxmlformats.org/officeDocument/2006/relationships/slideLayout" Target="../slideLayouts/slideLayout25.xml"/><Relationship Id="rId6" Type="http://schemas.openxmlformats.org/officeDocument/2006/relationships/slideLayout" Target="../slideLayouts/slideLayout26.xml"/><Relationship Id="rId7" Type="http://schemas.openxmlformats.org/officeDocument/2006/relationships/slideLayout" Target="../slideLayouts/slideLayout27.xml"/><Relationship Id="rId8" Type="http://schemas.openxmlformats.org/officeDocument/2006/relationships/slideLayout" Target="../slideLayouts/slideLayout2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0"/>
          <p:cNvSpPr/>
          <p:nvPr/>
        </p:nvSpPr>
        <p:spPr>
          <a:xfrm>
            <a:off x="4667250" y="0"/>
            <a:ext cx="2857500" cy="6858000"/>
          </a:xfrm>
          <a:prstGeom prst="parallelogram">
            <a:avLst>
              <a:gd fmla="val 0" name="adj"/>
            </a:avLst>
          </a:prstGeom>
          <a:solidFill>
            <a:srgbClr val="F2F2F2">
              <a:alpha val="29803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" name="Google Shape;11;p10"/>
          <p:cNvSpPr txBox="1"/>
          <p:nvPr>
            <p:ph type="title"/>
          </p:nvPr>
        </p:nvSpPr>
        <p:spPr>
          <a:xfrm>
            <a:off x="0" y="0"/>
            <a:ext cx="12192000" cy="173736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  <a:defRPr b="1" i="0" sz="48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2" name="Google Shape;12;p10"/>
          <p:cNvSpPr txBox="1"/>
          <p:nvPr>
            <p:ph idx="1" type="body"/>
          </p:nvPr>
        </p:nvSpPr>
        <p:spPr>
          <a:xfrm>
            <a:off x="0" y="1833154"/>
            <a:ext cx="12122331" cy="502484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Noto Sans Symbols"/>
              <a:buNone/>
              <a:defRPr b="0" i="0" sz="2000" u="none" cap="none" strike="noStrike">
                <a:solidFill>
                  <a:srgbClr val="3F3F3F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indent="-342900" lvl="1" marL="91440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▪"/>
              <a:defRPr b="0" i="0" sz="18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17500" lvl="2" marL="1371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▪"/>
              <a:defRPr b="0" i="0" sz="14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▪"/>
              <a:defRPr b="0" i="0" sz="14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▪"/>
              <a:defRPr b="0" i="0" sz="14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b="0" i="0" sz="14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b="0" i="0" sz="14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b="0" i="0" sz="14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  <a:buSzPts val="1400"/>
              <a:buFont typeface="Calibri"/>
              <a:buChar char="◦"/>
              <a:defRPr b="0" i="0" sz="14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pic>
        <p:nvPicPr>
          <p:cNvPr id="13" name="Google Shape;13;p10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104503" y="-95794"/>
            <a:ext cx="12087497" cy="1833155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3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79" name="Google Shape;179;p3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80" name="Google Shape;180;p3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81" name="Google Shape;181;p3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82" name="Google Shape;182;p3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70" r:id="rId1"/>
    <p:sldLayoutId id="2147483671" r:id="rId2"/>
    <p:sldLayoutId id="2147483672" r:id="rId3"/>
    <p:sldLayoutId id="2147483673" r:id="rId4"/>
    <p:sldLayoutId id="2147483674" r:id="rId5"/>
    <p:sldLayoutId id="2147483675" r:id="rId6"/>
    <p:sldLayoutId id="2147483676" r:id="rId7"/>
    <p:sldLayoutId id="2147483677" r:id="rId8"/>
    <p:sldLayoutId id="2147483678" r:id="rId9"/>
    <p:sldLayoutId id="2147483679" r:id="rId10"/>
    <p:sldLayoutId id="2147483680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1"/>
          <p:cNvSpPr txBox="1"/>
          <p:nvPr>
            <p:ph type="ctrTitle"/>
          </p:nvPr>
        </p:nvSpPr>
        <p:spPr>
          <a:xfrm>
            <a:off x="6629399" y="696686"/>
            <a:ext cx="5144589" cy="328978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6000"/>
              <a:buFont typeface="Calibri"/>
              <a:buNone/>
            </a:pPr>
            <a:r>
              <a:rPr lang="en-US">
                <a:solidFill>
                  <a:srgbClr val="FF0000"/>
                </a:solidFill>
              </a:rPr>
              <a:t>Missing numbers</a:t>
            </a:r>
            <a:endParaRPr/>
          </a:p>
        </p:txBody>
      </p:sp>
      <p:sp>
        <p:nvSpPr>
          <p:cNvPr id="258" name="Google Shape;258;p1"/>
          <p:cNvSpPr txBox="1"/>
          <p:nvPr>
            <p:ph idx="1" type="subTitle"/>
          </p:nvPr>
        </p:nvSpPr>
        <p:spPr>
          <a:xfrm>
            <a:off x="6632171" y="4508500"/>
            <a:ext cx="4526280" cy="12796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VIGNESH M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2"/>
          <p:cNvSpPr txBox="1"/>
          <p:nvPr>
            <p:ph type="title"/>
          </p:nvPr>
        </p:nvSpPr>
        <p:spPr>
          <a:xfrm>
            <a:off x="0" y="0"/>
            <a:ext cx="12192000" cy="173736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264" name="Google Shape;264;p2"/>
          <p:cNvSpPr txBox="1"/>
          <p:nvPr>
            <p:ph idx="1" type="body"/>
          </p:nvPr>
        </p:nvSpPr>
        <p:spPr>
          <a:xfrm>
            <a:off x="0" y="1833154"/>
            <a:ext cx="12122331" cy="502484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/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US"/>
              <a:t>2  12   60   240   720   ? 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rPr lang="en-US"/>
              <a:t>a) 1445    b) 1440  c)1420  d)1444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rPr lang="en-US"/>
              <a:t>2.</a:t>
            </a:r>
            <a:r>
              <a:rPr lang="en-US"/>
              <a:t>  20   44    138    560    2810 ?</a:t>
            </a:r>
            <a:endParaRPr/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/>
              <a:t> (a)16818(b)16836 (c) 16854 (d) 16872 (e) 16890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rPr lang="en-US"/>
              <a:t>3. 3  7 19 55 163 ?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rPr lang="en-US"/>
              <a:t>(a) 467 (b) 487 (c) 475 (d) 485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rPr lang="en-US"/>
              <a:t>1440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3"/>
          <p:cNvSpPr txBox="1"/>
          <p:nvPr>
            <p:ph type="title"/>
          </p:nvPr>
        </p:nvSpPr>
        <p:spPr>
          <a:xfrm>
            <a:off x="0" y="0"/>
            <a:ext cx="12192000" cy="173736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270" name="Google Shape;270;p3"/>
          <p:cNvSpPr txBox="1"/>
          <p:nvPr>
            <p:ph idx="1" type="body"/>
          </p:nvPr>
        </p:nvSpPr>
        <p:spPr>
          <a:xfrm>
            <a:off x="0" y="1833154"/>
            <a:ext cx="12122400" cy="5024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/>
              <a:t>4.11  16  23   32   43  ?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rPr lang="en-US"/>
              <a:t>(a) 55  (b) 57  (c) 58 (d) 56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rPr lang="en-US"/>
              <a:t>5.   2  5   7  12    19    31 ?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rPr lang="en-US"/>
              <a:t> (a)50  (b)43  (c) 49 (d) 54 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rPr lang="en-US"/>
              <a:t>6.1 4 9 ?  25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rPr lang="en-US"/>
              <a:t>(a) 16    (b) 17 (c) 14   (d) 20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rPr lang="en-US"/>
              <a:t> 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4"/>
          <p:cNvSpPr txBox="1"/>
          <p:nvPr>
            <p:ph type="title"/>
          </p:nvPr>
        </p:nvSpPr>
        <p:spPr>
          <a:xfrm>
            <a:off x="0" y="0"/>
            <a:ext cx="12192000" cy="173736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276" name="Google Shape;276;p4"/>
          <p:cNvSpPr txBox="1"/>
          <p:nvPr>
            <p:ph idx="1" type="body"/>
          </p:nvPr>
        </p:nvSpPr>
        <p:spPr>
          <a:xfrm>
            <a:off x="78377" y="1837509"/>
            <a:ext cx="12043954" cy="50204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US" sz="2800"/>
              <a:t>7.17   19   16    20   ?    21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800"/>
              <a:buNone/>
            </a:pPr>
            <a:r>
              <a:rPr lang="en-US" sz="2800"/>
              <a:t>a) 25  b) 16   c) 15   d) 24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 sz="2800"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800"/>
              <a:buNone/>
            </a:pPr>
            <a:r>
              <a:rPr lang="en-US" sz="2800"/>
              <a:t>8.55000  11000   2200    440  88   ?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800"/>
              <a:buNone/>
            </a:pPr>
            <a:r>
              <a:rPr lang="en-US" sz="2800"/>
              <a:t>a) 16.4      b) 18.3     c) 17.6   d) 14.5 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 sz="2800"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800"/>
              <a:buNone/>
            </a:pPr>
            <a:r>
              <a:rPr lang="en-US" sz="2800"/>
              <a:t>9.15    50    155   470    1415  ?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800"/>
              <a:buNone/>
            </a:pPr>
            <a:r>
              <a:rPr lang="en-US" sz="2800"/>
              <a:t>a) 4250    b) 7078    c) 4245  d) 7015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5"/>
          <p:cNvSpPr txBox="1"/>
          <p:nvPr>
            <p:ph type="title"/>
          </p:nvPr>
        </p:nvSpPr>
        <p:spPr>
          <a:xfrm>
            <a:off x="0" y="0"/>
            <a:ext cx="12192000" cy="173736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282" name="Google Shape;282;p5"/>
          <p:cNvSpPr txBox="1"/>
          <p:nvPr>
            <p:ph idx="1" type="body"/>
          </p:nvPr>
        </p:nvSpPr>
        <p:spPr>
          <a:xfrm>
            <a:off x="0" y="1833154"/>
            <a:ext cx="12122331" cy="502484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-US" sz="2400"/>
              <a:t>10.3  7  18   26    ?   53   64   96  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400"/>
              <a:buNone/>
            </a:pPr>
            <a:r>
              <a:rPr lang="en-US" sz="2400"/>
              <a:t>(a) 34 (b) 37 (c) 32  (d) 38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sz="2400"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400"/>
              <a:buNone/>
            </a:pPr>
            <a:r>
              <a:rPr lang="en-US" sz="2400"/>
              <a:t>11.1.7   3.2     2.7   4.2    3.7   ?    4.7   6.2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400"/>
              <a:buNone/>
            </a:pPr>
            <a:r>
              <a:rPr lang="en-US" sz="2400"/>
              <a:t> (a)6.2 (b) 5.5 (c)5. 2(d) 4.3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sz="2400"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400"/>
              <a:buNone/>
            </a:pPr>
            <a:r>
              <a:rPr lang="en-US" sz="2400"/>
              <a:t>12. 19   115   691 ? 24883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400"/>
              <a:buNone/>
            </a:pPr>
            <a:r>
              <a:rPr lang="en-US" sz="2400"/>
              <a:t> (a) 6923 (b)4147 (c) 2719 (d) 1463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6"/>
          <p:cNvSpPr txBox="1"/>
          <p:nvPr>
            <p:ph type="title"/>
          </p:nvPr>
        </p:nvSpPr>
        <p:spPr>
          <a:xfrm>
            <a:off x="0" y="0"/>
            <a:ext cx="12192000" cy="173736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288" name="Google Shape;288;p6"/>
          <p:cNvSpPr txBox="1"/>
          <p:nvPr>
            <p:ph idx="1" type="body"/>
          </p:nvPr>
        </p:nvSpPr>
        <p:spPr>
          <a:xfrm>
            <a:off x="0" y="1833154"/>
            <a:ext cx="12122331" cy="502484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/>
              <a:t>13.5 10   20 ? 80 160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rPr lang="en-US"/>
              <a:t>(a) 40 (b) 60 (c) 45  (d) 55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rPr lang="en-US"/>
              <a:t>14.1598   798   398   198  ?   48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rPr lang="en-US"/>
              <a:t>(a) 56 (b) 74 (c) 68 (d) 98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rPr lang="en-US"/>
              <a:t>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rPr lang="en-US"/>
              <a:t>15. 888 888 444 148 ? 7.4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rPr lang="en-US"/>
              <a:t> (a) 32  (b) 37  (c) 35 (d) 36 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7"/>
          <p:cNvSpPr txBox="1"/>
          <p:nvPr>
            <p:ph type="title"/>
          </p:nvPr>
        </p:nvSpPr>
        <p:spPr>
          <a:xfrm>
            <a:off x="0" y="0"/>
            <a:ext cx="12192000" cy="173736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294" name="Google Shape;294;p7"/>
          <p:cNvSpPr txBox="1"/>
          <p:nvPr>
            <p:ph idx="1" type="body"/>
          </p:nvPr>
        </p:nvSpPr>
        <p:spPr>
          <a:xfrm>
            <a:off x="0" y="1833154"/>
            <a:ext cx="12122331" cy="502484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/>
              <a:t> 16.12  16 24 40 ?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rPr lang="en-US"/>
              <a:t> (a) 76 (b) 72  (c) 84 (d) 88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rPr lang="en-US"/>
              <a:t>17 . 6   8  4  12  -4  ?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rPr lang="en-US"/>
              <a:t> (a) 28  (b) -26  (c) 24 (d)-22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rPr lang="en-US"/>
              <a:t>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rPr lang="en-US"/>
              <a:t>18.23  32 45 62 83 ?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rPr lang="en-US"/>
              <a:t>(a.) 115 (b) 108 (c) 102 (d).118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8"/>
          <p:cNvSpPr txBox="1"/>
          <p:nvPr>
            <p:ph type="title"/>
          </p:nvPr>
        </p:nvSpPr>
        <p:spPr>
          <a:xfrm>
            <a:off x="0" y="0"/>
            <a:ext cx="12192000" cy="173736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300" name="Google Shape;300;p8"/>
          <p:cNvSpPr txBox="1"/>
          <p:nvPr>
            <p:ph idx="1" type="body"/>
          </p:nvPr>
        </p:nvSpPr>
        <p:spPr>
          <a:xfrm>
            <a:off x="0" y="1833154"/>
            <a:ext cx="12122331" cy="502484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/>
              <a:t>19.18   20   44    138    560    2810 ?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rPr lang="en-US"/>
              <a:t> (a)16818(b)16836 (c) 16854 (d) 16872 (e) 16890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rPr lang="en-US"/>
              <a:t>20.1548 516 129 43 ?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rPr lang="en-US"/>
              <a:t>(a) 11  (b) 10.75 (c) 9.5 (d) 12  (e)None of these 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9"/>
          <p:cNvSpPr txBox="1"/>
          <p:nvPr>
            <p:ph type="title"/>
          </p:nvPr>
        </p:nvSpPr>
        <p:spPr>
          <a:xfrm>
            <a:off x="0" y="0"/>
            <a:ext cx="12192000" cy="173736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306" name="Google Shape;306;p9"/>
          <p:cNvSpPr txBox="1"/>
          <p:nvPr>
            <p:ph idx="1" type="body"/>
          </p:nvPr>
        </p:nvSpPr>
        <p:spPr>
          <a:xfrm>
            <a:off x="0" y="1833154"/>
            <a:ext cx="12122331" cy="502484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rPr lang="en-US"/>
              <a:t>                                                                                       </a:t>
            </a:r>
            <a:r>
              <a:rPr lang="en-US" sz="3600"/>
              <a:t>THANK YOU</a:t>
            </a:r>
            <a:endParaRPr sz="36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Q spider">
  <a:themeElements>
    <a:clrScheme name="Retrospect">
      <a:dk1>
        <a:srgbClr val="000000"/>
      </a:dk1>
      <a:lt1>
        <a:srgbClr val="FFFFFF"/>
      </a:lt1>
      <a:dk2>
        <a:srgbClr val="344068"/>
      </a:dk2>
      <a:lt2>
        <a:srgbClr val="D9E0E6"/>
      </a:lt2>
      <a:accent1>
        <a:srgbClr val="1CADE4"/>
      </a:accent1>
      <a:accent2>
        <a:srgbClr val="2683C6"/>
      </a:accent2>
      <a:accent3>
        <a:srgbClr val="28C4CC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Custom Design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2022-04-07T04:00:00Z</dcterms:creat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ICV">
    <vt:lpwstr>76EEF8ED16804097848C2ABC9DA70090</vt:lpwstr>
  </property>
  <property fmtid="{D5CDD505-2E9C-101B-9397-08002B2CF9AE}" pid="4" name="KSOProductBuildVer">
    <vt:lpwstr>1033-11.2.0.11074</vt:lpwstr>
  </property>
</Properties>
</file>