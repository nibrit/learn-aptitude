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DbUXu0R6uuUCKQPawIEA2SxOQ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5db2c11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5db2c11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75db2c116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" name="Google Shape;20;p11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1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1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" name="Google Shape;35;p13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3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" name="Google Shape;42;p14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4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4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4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" name="Google Shape;51;p1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5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5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15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17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0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0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0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90" name="Google Shape;90;p20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0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0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2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8" name="Google Shape;108;p22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23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4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6" name="Google Shape;126;p24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Google Shape;134;p25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6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3" name="Google Shape;163;p28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6" name="Google Shape;176;p30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IN">
                <a:solidFill>
                  <a:srgbClr val="FF0000"/>
                </a:solidFill>
              </a:rPr>
              <a:t>Partnership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P and Q started a business with capitals of  Rs.25000 and Rs.40000 respectiveiy. Find the ratio of investments?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(a) 5:2 (b) 5:3 '(c) 5:8  (d) 5:10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 and B are the partners in fruit selling business .A invests Rs.40000 and B invests' Rs.60000 for their business. Find the ratio of their profit?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(a) 2:5 (b) 2:3 (c) 2:6   (d) 2:8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Mr. Deepak and Mr. Dharani invested Rs.18000 in a business. At the end of the year  Out of a total profit of Rs. 1800 Deepak's share is Re. 750.What was the investment of Mr. Deepak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(a) Rs. 5000 (b) rs. 6000  c) 7500  d) 8000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 txBox="1"/>
          <p:nvPr>
            <p:ph idx="1" type="body"/>
          </p:nvPr>
        </p:nvSpPr>
        <p:spPr>
          <a:xfrm>
            <a:off x="34925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The ratio of investments of two partners A and B is 11:12 and the ratio of their profit is ;2:3.If A invested the money for 8 months, then the time for Which B invested the money is: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(a) 3 months (b) 9 months (c) 10 months  (d) 11 months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Mathi and Nandhini started a business and invested Rs.4000 and Rs. 5000 respectively, After four months Sasi joined by Investing Rs.5000. At the end of the year, there was a prom of Rs. 3700. What is the share of Sasi?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a) Rs. 1200 0)Rs.1000 c) Rs.1100  d)Rs.1400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A began a business with Rs. 4500 and was  joined afterwards by B with Rs. 5400. When did B joind the profits at the end of the Year were divided in the ratio 2:1?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(a) After 4 months   (b)After 5 months.  (c) After 6 months . (d) After 7 months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Mr. Burkit started a business investing Rs.45000 .After 3 months Peter joined him with a capital of Rs.60000. After another 6 months, Ronald joined them with‘a capital of Rs'.90000. At the end of the year, they made a profit of Rs;16500. Find the ratio of their profits?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(a) 2:3:1 (b) 2:2:1 (c) 2:5:1  (d) 2:6:1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5db2c1163_0_0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75db2c1163_0_0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started a business with a capital of Rs.2,100. After 4 months he admitted another partner B. what amount should B put In so that the profit may be divided equally at the end of the year?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 and Q enter into partnership investing Rs.48000 and Rs.60000 respectively. after 3 months, P withdraws Rs. 8000 while Q invests Rs. 6000 after 6 months of starting of business. Out of the total amount of profIt if P gets  Rs. 12000 as his share, the total profit is?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(a) Rs.24000 (b) Rs.30000   (c). Rs.34000  (d) Rs.3700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Three friends A, B and c started a business by investing amount In the ratio of 5:7:6 respectively. After a period of six months C Withdrew half of the amount Invested by him. If the Profit received at the and of an year Is Rs. 33,000,what is c's share in rs. ?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9" name="Google Shape;289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1.Find the sum of the arithmetic series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	5+ 11 + 17 + ..... + 95 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	A. 800   B. 900   C. 850  D. 750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2.How many terms are there in the A.P. 20, 25, 30, … 130.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	(a) 22		(b) 23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	(c) 21		(d) 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3. The sum of numbers between 100 and 500 which are divisible by 6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	(a) 67		(b) 498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	(c) 2010	(d) 20100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12" l="0" r="0" t="-10"/>
            </a:stretch>
          </a:blip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The sum of the first two terms of a G.P is -8 and the sum of the first four terms is -80.Find the first term and the common ratio of the G.P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Find the value G. P series a=3 ,r=2,tn=384 find the value of n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Fifth term of G.P is 1875  .first term is 3 find the common ratio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A. 7   B. 9   C. 5  D.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Find the tenth term of the sequence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1/4 ,-1/2,1,-2.........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A. 2^7   B. (1/2)^7   C. - (1/2)^7   D. -2^7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                                                                                       </a:t>
            </a:r>
            <a:r>
              <a:rPr lang="en-IN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21C4EE35804E4274AF0588E6C6BC1E86</vt:lpwstr>
  </property>
  <property fmtid="{D5CDD505-2E9C-101B-9397-08002B2CF9AE}" pid="4" name="KSOProductBuildVer">
    <vt:lpwstr>1033-11.2.0.11191</vt:lpwstr>
  </property>
</Properties>
</file>