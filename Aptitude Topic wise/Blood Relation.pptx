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6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hx+6vo4uqHa2mr+xaN9OWIU23/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showMasterSp="0">
  <p:cSld name="1_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2"/>
          <p:cNvSpPr/>
          <p:nvPr/>
        </p:nvSpPr>
        <p:spPr>
          <a:xfrm>
            <a:off x="7972121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2"/>
          <p:cNvSpPr/>
          <p:nvPr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2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22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22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22"/>
          <p:cNvSpPr/>
          <p:nvPr>
            <p:ph idx="2" type="pic"/>
          </p:nvPr>
        </p:nvSpPr>
        <p:spPr>
          <a:xfrm>
            <a:off x="0" y="0"/>
            <a:ext cx="6311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Google Shape;21;p22"/>
          <p:cNvSpPr txBox="1"/>
          <p:nvPr>
            <p:ph type="ctrTitle"/>
          </p:nvPr>
        </p:nvSpPr>
        <p:spPr>
          <a:xfrm>
            <a:off x="6629400" y="758952"/>
            <a:ext cx="4526280" cy="3227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b="1" sz="6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" type="subTitle"/>
          </p:nvPr>
        </p:nvSpPr>
        <p:spPr>
          <a:xfrm>
            <a:off x="6632171" y="4508500"/>
            <a:ext cx="452628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22"/>
          <p:cNvSpPr/>
          <p:nvPr/>
        </p:nvSpPr>
        <p:spPr>
          <a:xfrm>
            <a:off x="6311900" y="0"/>
            <a:ext cx="15392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ntent with Caption" showMasterSp="0">
  <p:cSld name="6_Content with Caption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3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3"/>
          <p:cNvSpPr txBox="1"/>
          <p:nvPr>
            <p:ph type="title"/>
          </p:nvPr>
        </p:nvSpPr>
        <p:spPr>
          <a:xfrm>
            <a:off x="4984722" y="548355"/>
            <a:ext cx="6054846" cy="634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1" i="0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" type="body"/>
          </p:nvPr>
        </p:nvSpPr>
        <p:spPr>
          <a:xfrm>
            <a:off x="5100833" y="1611313"/>
            <a:ext cx="6072099" cy="375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23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23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23"/>
          <p:cNvSpPr/>
          <p:nvPr>
            <p:ph idx="2" type="pic"/>
          </p:nvPr>
        </p:nvSpPr>
        <p:spPr>
          <a:xfrm>
            <a:off x="0" y="0"/>
            <a:ext cx="4654296" cy="58642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24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24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5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25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25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25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25"/>
          <p:cNvSpPr txBox="1"/>
          <p:nvPr>
            <p:ph idx="1" type="subTitle"/>
          </p:nvPr>
        </p:nvSpPr>
        <p:spPr>
          <a:xfrm>
            <a:off x="1212850" y="4508500"/>
            <a:ext cx="511810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" name="Google Shape;44;p25"/>
          <p:cNvSpPr txBox="1"/>
          <p:nvPr>
            <p:ph type="ctrTitle"/>
          </p:nvPr>
        </p:nvSpPr>
        <p:spPr>
          <a:xfrm>
            <a:off x="1212850" y="2057400"/>
            <a:ext cx="5118100" cy="1929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  <a:defRPr b="1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6"/>
          <p:cNvSpPr/>
          <p:nvPr/>
        </p:nvSpPr>
        <p:spPr>
          <a:xfrm>
            <a:off x="7972121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6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26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26"/>
          <p:cNvSpPr/>
          <p:nvPr>
            <p:ph idx="2" type="pic"/>
          </p:nvPr>
        </p:nvSpPr>
        <p:spPr>
          <a:xfrm>
            <a:off x="0" y="0"/>
            <a:ext cx="6311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26"/>
          <p:cNvSpPr/>
          <p:nvPr/>
        </p:nvSpPr>
        <p:spPr>
          <a:xfrm>
            <a:off x="2451099" y="3568700"/>
            <a:ext cx="8721725" cy="2308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6"/>
          <p:cNvSpPr txBox="1"/>
          <p:nvPr>
            <p:ph type="title"/>
          </p:nvPr>
        </p:nvSpPr>
        <p:spPr>
          <a:xfrm>
            <a:off x="2641599" y="3746500"/>
            <a:ext cx="8331202" cy="13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" type="body"/>
          </p:nvPr>
        </p:nvSpPr>
        <p:spPr>
          <a:xfrm>
            <a:off x="2641600" y="5219700"/>
            <a:ext cx="8331201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4" name="Google Shape;54;p26"/>
          <p:cNvSpPr/>
          <p:nvPr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 showMasterSp="0">
  <p:cSld name="1_Section Header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7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27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27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27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27"/>
          <p:cNvSpPr/>
          <p:nvPr/>
        </p:nvSpPr>
        <p:spPr>
          <a:xfrm>
            <a:off x="1735138" y="3568700"/>
            <a:ext cx="8721725" cy="2308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7"/>
          <p:cNvSpPr txBox="1"/>
          <p:nvPr>
            <p:ph type="title"/>
          </p:nvPr>
        </p:nvSpPr>
        <p:spPr>
          <a:xfrm>
            <a:off x="1930399" y="3746500"/>
            <a:ext cx="8331202" cy="13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7"/>
          <p:cNvSpPr txBox="1"/>
          <p:nvPr>
            <p:ph idx="1" type="body"/>
          </p:nvPr>
        </p:nvSpPr>
        <p:spPr>
          <a:xfrm>
            <a:off x="1930400" y="5219700"/>
            <a:ext cx="8331201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27"/>
          <p:cNvSpPr/>
          <p:nvPr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" type="body"/>
          </p:nvPr>
        </p:nvSpPr>
        <p:spPr>
          <a:xfrm>
            <a:off x="1097280" y="2120900"/>
            <a:ext cx="4639736" cy="3748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2" type="body"/>
          </p:nvPr>
        </p:nvSpPr>
        <p:spPr>
          <a:xfrm>
            <a:off x="6515944" y="2120900"/>
            <a:ext cx="4639736" cy="374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8" name="Google Shape;68;p28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28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28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" type="body"/>
          </p:nvPr>
        </p:nvSpPr>
        <p:spPr>
          <a:xfrm>
            <a:off x="1097280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4" name="Google Shape;74;p29"/>
          <p:cNvSpPr txBox="1"/>
          <p:nvPr>
            <p:ph idx="2" type="body"/>
          </p:nvPr>
        </p:nvSpPr>
        <p:spPr>
          <a:xfrm>
            <a:off x="1186731" y="2958274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3" type="body"/>
          </p:nvPr>
        </p:nvSpPr>
        <p:spPr>
          <a:xfrm>
            <a:off x="6515944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6" name="Google Shape;76;p29"/>
          <p:cNvSpPr txBox="1"/>
          <p:nvPr>
            <p:ph idx="4" type="body"/>
          </p:nvPr>
        </p:nvSpPr>
        <p:spPr>
          <a:xfrm>
            <a:off x="6605395" y="2958273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0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1"/>
          <p:cNvSpPr/>
          <p:nvPr/>
        </p:nvSpPr>
        <p:spPr>
          <a:xfrm>
            <a:off x="46672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1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31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31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2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2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2"/>
          <p:cNvSpPr txBox="1"/>
          <p:nvPr>
            <p:ph type="title"/>
          </p:nvPr>
        </p:nvSpPr>
        <p:spPr>
          <a:xfrm>
            <a:off x="1092200" y="786383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2"/>
          <p:cNvSpPr txBox="1"/>
          <p:nvPr>
            <p:ph idx="1" type="body"/>
          </p:nvPr>
        </p:nvSpPr>
        <p:spPr>
          <a:xfrm>
            <a:off x="5458984" y="812800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2" name="Google Shape;92;p32"/>
          <p:cNvSpPr txBox="1"/>
          <p:nvPr>
            <p:ph idx="2" type="body"/>
          </p:nvPr>
        </p:nvSpPr>
        <p:spPr>
          <a:xfrm>
            <a:off x="1092200" y="3043050"/>
            <a:ext cx="3068832" cy="2638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3" name="Google Shape;93;p32"/>
          <p:cNvSpPr/>
          <p:nvPr/>
        </p:nvSpPr>
        <p:spPr>
          <a:xfrm>
            <a:off x="0" y="1397000"/>
            <a:ext cx="1036320" cy="13294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2"/>
          <p:cNvSpPr/>
          <p:nvPr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2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32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32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8" name="Google Shape;98;p32"/>
          <p:cNvCxnSpPr/>
          <p:nvPr/>
        </p:nvCxnSpPr>
        <p:spPr>
          <a:xfrm rot="10800000">
            <a:off x="1092200" y="6446838"/>
            <a:ext cx="1643438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32"/>
          <p:cNvCxnSpPr/>
          <p:nvPr/>
        </p:nvCxnSpPr>
        <p:spPr>
          <a:xfrm rot="10800000">
            <a:off x="8420100" y="6429376"/>
            <a:ext cx="1000462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32"/>
          <p:cNvCxnSpPr/>
          <p:nvPr/>
        </p:nvCxnSpPr>
        <p:spPr>
          <a:xfrm rot="10800000">
            <a:off x="10765675" y="6446838"/>
            <a:ext cx="407258" cy="635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3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3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4" name="Google Shape;104;p33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33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33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 showMasterSp="0">
  <p:cSld name="1_Content with Caption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4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4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4"/>
          <p:cNvSpPr txBox="1"/>
          <p:nvPr>
            <p:ph idx="1" type="body"/>
          </p:nvPr>
        </p:nvSpPr>
        <p:spPr>
          <a:xfrm>
            <a:off x="5458984" y="497808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11" name="Google Shape;111;p34"/>
          <p:cNvSpPr/>
          <p:nvPr/>
        </p:nvSpPr>
        <p:spPr>
          <a:xfrm>
            <a:off x="0" y="2003424"/>
            <a:ext cx="1036320" cy="1857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4"/>
          <p:cNvSpPr/>
          <p:nvPr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4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" name="Google Shape;114;p34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" name="Google Shape;115;p34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34"/>
          <p:cNvSpPr/>
          <p:nvPr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rgbClr val="2730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4"/>
          <p:cNvSpPr txBox="1"/>
          <p:nvPr>
            <p:ph type="title"/>
          </p:nvPr>
        </p:nvSpPr>
        <p:spPr>
          <a:xfrm>
            <a:off x="1092200" y="1885125"/>
            <a:ext cx="3314700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4"/>
          <p:cNvSpPr/>
          <p:nvPr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rgbClr val="CFD3E6">
              <a:alpha val="2588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ntent with Caption" showMasterSp="0">
  <p:cSld name="2_Content with Ca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5"/>
          <p:cNvSpPr/>
          <p:nvPr>
            <p:ph idx="2" type="pic"/>
          </p:nvPr>
        </p:nvSpPr>
        <p:spPr>
          <a:xfrm>
            <a:off x="0" y="0"/>
            <a:ext cx="4654296" cy="5864225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35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5"/>
          <p:cNvSpPr txBox="1"/>
          <p:nvPr>
            <p:ph idx="1" type="body"/>
          </p:nvPr>
        </p:nvSpPr>
        <p:spPr>
          <a:xfrm>
            <a:off x="5458984" y="497808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23" name="Google Shape;123;p35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35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" name="Google Shape;125;p35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35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ontent with Caption" showMasterSp="0">
  <p:cSld name="7_Content with Ca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6"/>
          <p:cNvSpPr/>
          <p:nvPr>
            <p:ph idx="2" type="pic"/>
          </p:nvPr>
        </p:nvSpPr>
        <p:spPr>
          <a:xfrm>
            <a:off x="0" y="0"/>
            <a:ext cx="12192000" cy="3541486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36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6"/>
          <p:cNvSpPr txBox="1"/>
          <p:nvPr>
            <p:ph type="title"/>
          </p:nvPr>
        </p:nvSpPr>
        <p:spPr>
          <a:xfrm>
            <a:off x="3068577" y="880375"/>
            <a:ext cx="6054846" cy="634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  <a:defRPr b="1" i="0" sz="3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6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" name="Google Shape;132;p36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" name="Google Shape;133;p36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36"/>
          <p:cNvSpPr/>
          <p:nvPr/>
        </p:nvSpPr>
        <p:spPr>
          <a:xfrm>
            <a:off x="5577840" y="0"/>
            <a:ext cx="103632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ntent with Caption" showMasterSp="0">
  <p:cSld name="3_Content with Caption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7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7"/>
          <p:cNvSpPr/>
          <p:nvPr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7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7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7"/>
          <p:cNvSpPr txBox="1"/>
          <p:nvPr>
            <p:ph idx="1" type="body"/>
          </p:nvPr>
        </p:nvSpPr>
        <p:spPr>
          <a:xfrm>
            <a:off x="6473373" y="943430"/>
            <a:ext cx="4699452" cy="3977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41" name="Google Shape;141;p37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Google Shape;142;p37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" name="Google Shape;143;p37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37"/>
          <p:cNvSpPr/>
          <p:nvPr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ontent with Caption" showMasterSp="0">
  <p:cSld name="4_Content with Caption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8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8"/>
          <p:cNvSpPr/>
          <p:nvPr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8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8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8"/>
          <p:cNvSpPr txBox="1"/>
          <p:nvPr>
            <p:ph idx="1" type="body"/>
          </p:nvPr>
        </p:nvSpPr>
        <p:spPr>
          <a:xfrm>
            <a:off x="6518529" y="943430"/>
            <a:ext cx="4654296" cy="3977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51" name="Google Shape;151;p38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" name="Google Shape;152;p38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p38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38"/>
          <p:cNvSpPr/>
          <p:nvPr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9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9"/>
          <p:cNvSpPr/>
          <p:nvPr>
            <p:ph idx="2" type="pic"/>
          </p:nvPr>
        </p:nvSpPr>
        <p:spPr>
          <a:xfrm>
            <a:off x="15" y="0"/>
            <a:ext cx="12191985" cy="457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8" name="Google Shape;158;p39"/>
          <p:cNvSpPr txBox="1"/>
          <p:nvPr>
            <p:ph type="title"/>
          </p:nvPr>
        </p:nvSpPr>
        <p:spPr>
          <a:xfrm>
            <a:off x="1097279" y="4799362"/>
            <a:ext cx="10113645" cy="74368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sz="4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9"/>
          <p:cNvSpPr txBox="1"/>
          <p:nvPr>
            <p:ph idx="1" type="body"/>
          </p:nvPr>
        </p:nvSpPr>
        <p:spPr>
          <a:xfrm>
            <a:off x="1097279" y="5715000"/>
            <a:ext cx="10113264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60" name="Google Shape;160;p39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39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39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39"/>
          <p:cNvSpPr/>
          <p:nvPr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0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40"/>
          <p:cNvSpPr txBox="1"/>
          <p:nvPr>
            <p:ph idx="1" type="body"/>
          </p:nvPr>
        </p:nvSpPr>
        <p:spPr>
          <a:xfrm rot="5400000">
            <a:off x="3548743" y="-1715589"/>
            <a:ext cx="5024845" cy="12122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67" name="Google Shape;167;p40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40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9" name="Google Shape;169;p40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1"/>
          <p:cNvSpPr txBox="1"/>
          <p:nvPr>
            <p:ph type="title"/>
          </p:nvPr>
        </p:nvSpPr>
        <p:spPr>
          <a:xfrm rot="5400000">
            <a:off x="7683554" y="2387546"/>
            <a:ext cx="4530725" cy="24480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41"/>
          <p:cNvSpPr txBox="1"/>
          <p:nvPr>
            <p:ph idx="1" type="body"/>
          </p:nvPr>
        </p:nvSpPr>
        <p:spPr>
          <a:xfrm rot="5400000">
            <a:off x="2566989" y="-128588"/>
            <a:ext cx="4530723" cy="7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73" name="Google Shape;173;p41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4" name="Google Shape;174;p41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5" name="Google Shape;175;p41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41"/>
          <p:cNvSpPr/>
          <p:nvPr/>
        </p:nvSpPr>
        <p:spPr>
          <a:xfrm rot="-5400000">
            <a:off x="8871481" y="-146580"/>
            <a:ext cx="1036320" cy="13294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4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6" name="Google Shape;186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4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2" name="Google Shape;192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4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8" name="Google Shape;198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4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p4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4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11" name="Google Shape;211;p4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" name="Google Shape;212;p4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13" name="Google Shape;213;p4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5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29" name="Google Shape;229;p5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0" name="Google Shape;230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5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5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7" name="Google Shape;237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5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3" name="Google Shape;243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5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9" name="Google Shape;249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/>
          <p:nvPr/>
        </p:nvSpPr>
        <p:spPr>
          <a:xfrm>
            <a:off x="46672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1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1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21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3" name="Google Shape;13;p2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4503" y="-95794"/>
            <a:ext cx="12087497" cy="183315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87">
          <p15:clr>
            <a:srgbClr val="F26B43"/>
          </p15:clr>
        </p15:guide>
        <p15:guide id="2" pos="688">
          <p15:clr>
            <a:srgbClr val="F26B43"/>
          </p15:clr>
        </p15:guide>
        <p15:guide id="3" pos="7038">
          <p15:clr>
            <a:srgbClr val="F26B43"/>
          </p15:clr>
        </p15:guide>
        <p15:guide id="4" orient="horz" pos="3702">
          <p15:clr>
            <a:srgbClr val="F26B43"/>
          </p15:clr>
        </p15:guide>
        <p15:guide id="5" orient="horz" pos="406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9" name="Google Shape;179;p4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0" name="Google Shape;180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1" name="Google Shape;181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2" name="Google Shape;182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"/>
          <p:cNvSpPr txBox="1"/>
          <p:nvPr>
            <p:ph type="ctrTitle"/>
          </p:nvPr>
        </p:nvSpPr>
        <p:spPr>
          <a:xfrm>
            <a:off x="6629399" y="696686"/>
            <a:ext cx="5144589" cy="32897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Font typeface="Calibri"/>
              <a:buNone/>
            </a:pPr>
            <a:r>
              <a:rPr lang="en-US">
                <a:solidFill>
                  <a:srgbClr val="FF0000"/>
                </a:solidFill>
              </a:rPr>
              <a:t>Blood Relation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58" name="Google Shape;258;p1"/>
          <p:cNvSpPr txBox="1"/>
          <p:nvPr>
            <p:ph idx="1" type="subTitle"/>
          </p:nvPr>
        </p:nvSpPr>
        <p:spPr>
          <a:xfrm>
            <a:off x="6632171" y="4508500"/>
            <a:ext cx="452628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VIGNESH 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p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4208" r="14208" t="0"/>
          <a:stretch/>
        </p:blipFill>
        <p:spPr>
          <a:xfrm>
            <a:off x="139336" y="69668"/>
            <a:ext cx="63119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6" name="Google Shape;266;p2"/>
          <p:cNvCxnSpPr/>
          <p:nvPr/>
        </p:nvCxnSpPr>
        <p:spPr>
          <a:xfrm>
            <a:off x="1193532" y="1897380"/>
            <a:ext cx="996696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7" name="Google Shape;267;p2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"/>
          <p:cNvSpPr txBox="1"/>
          <p:nvPr>
            <p:ph type="title"/>
          </p:nvPr>
        </p:nvSpPr>
        <p:spPr>
          <a:xfrm>
            <a:off x="4123853" y="226424"/>
            <a:ext cx="7062650" cy="1493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4800">
                <a:solidFill>
                  <a:srgbClr val="3F3F3F"/>
                </a:solidFill>
              </a:rPr>
              <a:t>	Family Tree</a:t>
            </a:r>
            <a:endParaRPr sz="4800">
              <a:solidFill>
                <a:srgbClr val="3F3F3F"/>
              </a:solidFill>
            </a:endParaRPr>
          </a:p>
        </p:txBody>
      </p:sp>
      <p:cxnSp>
        <p:nvCxnSpPr>
          <p:cNvPr id="269" name="Google Shape;269;p2"/>
          <p:cNvCxnSpPr/>
          <p:nvPr/>
        </p:nvCxnSpPr>
        <p:spPr>
          <a:xfrm>
            <a:off x="5242903" y="1917852"/>
            <a:ext cx="594360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70" name="Google Shape;270;p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3542" r="23543" t="0"/>
          <a:stretch/>
        </p:blipFill>
        <p:spPr>
          <a:xfrm>
            <a:off x="0" y="0"/>
            <a:ext cx="5080162" cy="6400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6" name="Google Shape;276;p3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 					Grand father</a:t>
            </a:r>
            <a:r>
              <a:rPr baseline="30000" lang="en-US"/>
              <a:t>+</a:t>
            </a:r>
            <a:r>
              <a:rPr lang="en-US"/>
              <a:t> = Grand mother</a:t>
            </a:r>
            <a:r>
              <a:rPr baseline="30000" lang="en-US"/>
              <a:t>-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                                                                                                 |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                          Maternal uncle</a:t>
            </a:r>
            <a:r>
              <a:rPr baseline="30000" lang="en-US"/>
              <a:t>+</a:t>
            </a:r>
            <a:r>
              <a:rPr lang="en-US"/>
              <a:t> – Maternal Aunt</a:t>
            </a:r>
            <a:r>
              <a:rPr baseline="30000" lang="en-US"/>
              <a:t>-</a:t>
            </a:r>
            <a:r>
              <a:rPr lang="en-US"/>
              <a:t> - Mother</a:t>
            </a:r>
            <a:r>
              <a:rPr baseline="30000" lang="en-US"/>
              <a:t>- </a:t>
            </a:r>
            <a:r>
              <a:rPr lang="en-US"/>
              <a:t>= Father</a:t>
            </a:r>
            <a:r>
              <a:rPr baseline="30000" lang="en-US"/>
              <a:t>+</a:t>
            </a:r>
            <a:r>
              <a:rPr lang="en-US"/>
              <a:t>      -                Paternal uncle</a:t>
            </a:r>
            <a:r>
              <a:rPr baseline="30000" lang="en-US"/>
              <a:t>+</a:t>
            </a:r>
            <a:r>
              <a:rPr lang="en-US"/>
              <a:t> -Paternal Aunt</a:t>
            </a:r>
            <a:r>
              <a:rPr baseline="30000" lang="en-US"/>
              <a:t>-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                                                                                                         |                                                                                            |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             Brother-in-law</a:t>
            </a:r>
            <a:r>
              <a:rPr baseline="30000" lang="en-US"/>
              <a:t>+</a:t>
            </a:r>
            <a:r>
              <a:rPr lang="en-US"/>
              <a:t>= Sister</a:t>
            </a:r>
            <a:r>
              <a:rPr baseline="30000" lang="en-US"/>
              <a:t>-</a:t>
            </a:r>
            <a:r>
              <a:rPr lang="en-US"/>
              <a:t> -   Brother</a:t>
            </a:r>
            <a:r>
              <a:rPr baseline="30000" lang="en-US"/>
              <a:t>+</a:t>
            </a:r>
            <a:r>
              <a:rPr lang="en-US"/>
              <a:t>   -  Me =  Wife</a:t>
            </a:r>
            <a:r>
              <a:rPr baseline="30000" lang="en-US"/>
              <a:t>-</a:t>
            </a:r>
            <a:r>
              <a:rPr lang="en-US"/>
              <a:t> –brother-in-law</a:t>
            </a:r>
            <a:r>
              <a:rPr baseline="30000" lang="en-US"/>
              <a:t>+</a:t>
            </a:r>
            <a:r>
              <a:rPr lang="en-US"/>
              <a:t> -  sister-in-law</a:t>
            </a:r>
            <a:r>
              <a:rPr baseline="30000" lang="en-US"/>
              <a:t>-</a:t>
            </a:r>
            <a:r>
              <a:rPr lang="en-US"/>
              <a:t>.  Cousins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                                                         |                 	                               |	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                  Niece</a:t>
            </a:r>
            <a:r>
              <a:rPr baseline="30000" lang="en-US"/>
              <a:t>-</a:t>
            </a:r>
            <a:r>
              <a:rPr lang="en-US"/>
              <a:t> - Nephew</a:t>
            </a:r>
            <a:r>
              <a:rPr baseline="30000" lang="en-US"/>
              <a:t>+</a:t>
            </a:r>
            <a:r>
              <a:rPr lang="en-US"/>
              <a:t>         daughter in law</a:t>
            </a:r>
            <a:r>
              <a:rPr baseline="30000" lang="en-US"/>
              <a:t>-</a:t>
            </a:r>
            <a:r>
              <a:rPr lang="en-US"/>
              <a:t>= Son</a:t>
            </a:r>
            <a:r>
              <a:rPr baseline="30000" lang="en-US"/>
              <a:t>+</a:t>
            </a:r>
            <a:r>
              <a:rPr lang="en-US"/>
              <a:t>  - Daughter</a:t>
            </a:r>
            <a:r>
              <a:rPr baseline="30000" lang="en-US"/>
              <a:t>-</a:t>
            </a:r>
            <a:r>
              <a:rPr lang="en-US"/>
              <a:t> = Son in law</a:t>
            </a:r>
            <a:r>
              <a:rPr baseline="30000" lang="en-US"/>
              <a:t>+</a:t>
            </a: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				                                |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				            Grand son</a:t>
            </a:r>
            <a:r>
              <a:rPr baseline="30000" lang="en-US"/>
              <a:t>+</a:t>
            </a:r>
            <a:r>
              <a:rPr lang="en-US"/>
              <a:t> - Grand daughter</a:t>
            </a:r>
            <a:r>
              <a:rPr baseline="30000" lang="en-US"/>
              <a:t>-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	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2" name="Google Shape;282;p4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1.B is the brother of A, S is the sister of B, E is the brother of D, D is the daughter of A, F is the father of S. Then, the uncle of E is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(a) A (b) B (c) F (d) D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2. How many male members are there 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5 (b) Can’t be determined (c) 4 (d) 2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8" name="Google Shape;288;p5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3.If R and D are married couple; G is the father of a P who has a sister R. L and B are brothers of C who is the female child of R, P is male .then who is the maternal uncle of B?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G  (B) P (C) L  (D) Can’t be determined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4. How many generations are there?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3  (B) Can’t be determined   (c) 4    (d) 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6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4" name="Google Shape;294;p6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5.D is brother of B. M is brother of B. K is father of M. T is wife of K. How is B related to T 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(1) Son    (2) Daughter     (3) Son or Daughter     (4) Data inadequate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6</a:t>
            </a:r>
            <a:r>
              <a:rPr lang="en-US"/>
              <a:t>.K is brother of T. M is mother of  K. W is brother of M. How is W related to T ? 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(l) Maternal uncle    (2) Paternal uncle    (3’ Grandfather   (4) Data inadequate 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7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0" name="Google Shape;300;p7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6. M is sister of K. D is brother of K. F is mother of M. How is K related to F 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(1) Son .    (2) Daughter    (3) Son or Daughter    (4) Data inadequate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8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6" name="Google Shape;306;p8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7.K is brother of T. M is mother of  K. W is brother of M. How is W related to T 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(l) Maternal uncle    (2) Paternal uncle    (3’ Grandfather   (4) Data inadequate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9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12" name="Google Shape;312;p9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8. B is the father of Q. B has only two children. Q is the brother of R. R is daughter of P. A is the granddaughter of P. S is the father A. How is S related to Q 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(1) Son’ (2) Son-in-law    (3) Brother    (4) Brother-in-law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18" name="Google Shape;318;p10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9.A is brother of B. G is brother of H. A is married to sister of G. Q is son of A. B is son of K. H is daughter of M. M is wife of'T‘.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How is Q related to G 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(1) Nephew    (2) Paternal Uncle    (3) Maternal Uncle   (4) Brother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10. How is 'T‘ related to A ?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(1) Father . (2) Father in law (3) Brother in law  (4) Brother  (5) Cannot be determined.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1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24" name="Google Shape;324;p11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11.D is the mother of S. S is the sister of T. T is the mother of R. R is the only son of J . J is the father of U. U is married to K.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How is J related to D? (1) Brother-in  law (2) Son-in-law (3) Grandson (4) Son (5) Nephew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12. If R is the father of X. then how is K related to X?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(1) Father (2) Aunt  (3) Uncle (4) Father-in-law (5) Mother 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13. How is S related to R? (1) Sister-in-law (2) Mother-in-law (3) Grandmother (4) Aunt (5) Mother 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2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30" name="Google Shape;330;p12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14. S is the mother of D. K is the brother of D. K is the only son of M. M is the son of U. U is the husband of T, T is the mother of Y.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If D is married to X, then how is X related to M?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(1) Son-in-law   (2) Daughter-in-law   (3) Son (4) Niece   (5) Daughter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15.How is T related to K?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(1) Mother (2) Aunt   (3) Granddaughter    (4) Grandmother   (5) Mother-in-law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16.How is S related to Y?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(1) Sister (2) Cousin (3) Mother-in-law   (4) Niece    (5) Sister-ln-law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3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36" name="Google Shape;336;p13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17.V is the brother of M and N. P is the mother of N. R is the father of V. Which of the following alternatives cannot be said to be definitely true?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(1) R is the brother of M (2) R is the husband of P (3) V is the son of P  (4) P is the mother of V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(5) M is either son or daughter of 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4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42" name="Google Shape;342;p14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2300"/>
              <a:t>18.Pointing to a girl, Mihir said “She is the only daughter of my grandfather’s only child”. How is the girl related to Mihir ? </a:t>
            </a:r>
            <a:endParaRPr sz="2300"/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r>
              <a:rPr lang="en-US" sz="2300"/>
              <a:t>(1) Daughter (2) Niece (3) Sister (4) None of these</a:t>
            </a:r>
            <a:endParaRPr sz="23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en-US" sz="2300"/>
              <a:t>19.Pointing to a boy in a photograph Sudhir said “He is the only child of my maternal grandfather’s only child”. How is the boy related to Sudhir ‘? </a:t>
            </a:r>
            <a:endParaRPr sz="2300"/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en-US" sz="2300"/>
              <a:t>(1)Sudhir himself    (2) Brother (3) Cousin brother (4) Data inadequate (5) None of these  </a:t>
            </a:r>
            <a:endParaRPr sz="23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2300"/>
              <a:t>0.Anil, introducing a girl in a party. said, ‘She is the wife of the grandson of my mother’. How is Anil related to the girl? </a:t>
            </a:r>
            <a:endParaRPr sz="2300"/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r>
              <a:rPr lang="en-US" sz="2300"/>
              <a:t>(1) Father (2) Grandfather (3) Husband (4) Father-in-law (5) None of these  </a:t>
            </a:r>
            <a:endParaRPr sz="23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2300"/>
              <a:t>21. Pointing to a photograph, Arun said “she is the mother of my son’s wife’s daughter”. How is the lady related to Arun ? </a:t>
            </a:r>
            <a:endParaRPr sz="2300"/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r>
              <a:rPr lang="en-US" sz="2300"/>
              <a:t>(I) Cousin (2) Daughter-in-law (3) Uncle      (4) Sister  (5) None of these</a:t>
            </a:r>
            <a:endParaRPr sz="2300"/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2300"/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2300"/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2300"/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sz="2300"/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2300"/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5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48" name="Google Shape;348;p15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19.Pointing to a boy in a photograph Sudhir said “He is the only child of my maternal grandfather’s only child”. How is the boy related to Sudhir ‘?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(1)Sudhir himself    (2) Brother (3) Cousin brother (4) Data inadequate (5) None of these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6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54" name="Google Shape;354;p16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20.Anil, introducing a girl in a party. said, ‘She is the wife of the grandson of my mother’. How is Anil related to the girl?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(1) Father (2) Grandfather (3) Husband (4) Father-in-law (5) None of these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7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60" name="Google Shape;360;p17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21. Pointing to a photograph, Arun said “she is the mother of my son’s wife’s daughter”. How is the lady related to Arun 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(I) Cousin (2) Daughter-in-law (3) Uncle      (4) Sister  (5) None of these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8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66" name="Google Shape;366;p18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22.When Anuj saw Manish, he recalled, “He is the son of the father of my daughter’s mother. ” Who is Manish to Anuj?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(1) Brother (2) Brother-in-law (3) Cousin (4) Uncle (5) None of these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9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72" name="Google Shape;372;p19"/>
          <p:cNvSpPr txBox="1"/>
          <p:nvPr>
            <p:ph idx="1" type="body"/>
          </p:nvPr>
        </p:nvSpPr>
        <p:spPr>
          <a:xfrm>
            <a:off x="78377" y="1837509"/>
            <a:ext cx="12043954" cy="5020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23-25)Directions  : Read the following information carefully and answer the questions which follow 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'P x Q‘ means ‘P is brother of Q.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(b) 'P - Q' means‘ P is mother of Q.      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(c) ‘P + Q' means' P is father of Q      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(d) ‘P  / Q‘ means ‘P is sister of Q'            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23. How B related to M in the expression ‘B + K /T x M’ ? 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(1) Father  (2) brother (3) Son or daughter (4) Data inadequate (5) None of these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24. Which of the following means “B Is the grandfather of F‘ 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(1) B+J-F (2) B-J-F (3)B x T-F (4) B/T+F (5) None of these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0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78" name="Google Shape;378;p20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                                                                                      </a:t>
            </a:r>
            <a:r>
              <a:rPr lang="en-US" sz="3600"/>
              <a:t>THANK YOU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 spider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2022-04-07T04:00:07Z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