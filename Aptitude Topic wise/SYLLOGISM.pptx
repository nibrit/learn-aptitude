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Zoqpe1pqejWN4BA+cq2ZahgHP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9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9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9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31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31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32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2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2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3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3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33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35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3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8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8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38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8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8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38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8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8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40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0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4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4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40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0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1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4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1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4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41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2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2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4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2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3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4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3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4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43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4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4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4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4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4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4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5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5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5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4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4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4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45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6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6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46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6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4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4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4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46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7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4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4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4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8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8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4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4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4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48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5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5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5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5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5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5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SYLLOGISM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34800" y="173730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1)Statements: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buildings are books.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books are roads.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roads are packs.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I)All books are packs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II) All packs are roads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and II follows    b) Only I and III follow  c) Only II and III follow d) All I, II and III follows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-695925" y="-333450"/>
            <a:ext cx="12192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288050" y="1618979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2)Statements: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bikes are cycles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cycles are trains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trains are rocket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I)Some trains are cycles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II)Some trains are bikes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566525" y="17373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3) Statements: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cups are circle.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circles are drums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drums are blue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I)Some blue are cups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II)Some blue are circles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III) Some drums are cups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/>
              <a:t>a) Only I follow b) Only II follows  c) Only III follow d) All I, II and III follows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 txBox="1"/>
          <p:nvPr>
            <p:ph idx="1" type="body"/>
          </p:nvPr>
        </p:nvSpPr>
        <p:spPr>
          <a:xfrm>
            <a:off x="775250" y="2041879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4.Statements: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pens are cats.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cats are rings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rings are mats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I)Some rings are pens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II)Some mats are cats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III) Some mats are pens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a)Only I and II follows   b) Only I and III follow         c) Only II and III follow d) All I, II and III follows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5.Statements: All the windows are doors. No door is a wall.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Conclusions:(I) Some windows are walls. (II) No wall is a door.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6. Statements: All buildings are chalks. No chalk is toffee.</a:t>
            </a:r>
            <a:endParaRPr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Conclusions:(I) No building is toffee(II) All chalks are buildings.</a:t>
            </a:r>
            <a:endParaRPr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7.Statement :Some A is B. No B is C</a:t>
            </a:r>
            <a:endParaRPr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Conclusion:1) No A is C 2) All A is B</a:t>
            </a:r>
            <a:endParaRPr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8. Statements: No door is dog. All the dogs are cats.</a:t>
            </a:r>
            <a:endParaRPr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Conclusions:(1)No door is cat. (2) No cat is door.</a:t>
            </a:r>
            <a:endParaRPr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(3) Some cats are dogs. 4) All the cats are dogs.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6. Statements: All buildings are chalks. No chalk is toffee.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(I) No building is toffee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(II) All chalks are buildings.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Only (1) conclusion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B.	Only (2) conclusion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C.	Either (1) or (2)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D.	Neither (1) nor (2)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E.	Both (1) and (2) follow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7.Statement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A is B. No B is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1) No A is C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2) All A is 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A.	Only (1) conclusion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B.	Only (2) conclusion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C.	Either (1) or (2)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D.	Neither (1) nor (2)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E.	Both (1) and (2) follow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8. Statements: No door is dog. All the dogs are cats.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(1)No door is cat.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(2) No cat is door.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(3) Some cats are dogs.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4) All the cats are dogs.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Only (2) and (4)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B.	Only (1) and (3)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C.	Only (3) and (4)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D.	Only (3)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E.	All the four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9.Statements: Some rats are cats. Some cats are dogs. No dog is cow.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cow is cat.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dog is rat.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cats are rats.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	Only (1)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B.	Only (1) and (2)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C.	Only (1) and (3)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D.	Only (2) and (3)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E.	Only (3)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10.Statements: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Some leaves are roots.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Some roots are stems.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All flowers are stems.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 I. No flower is a leaf.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II. Some leaves are stems.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If only conclusion 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(B) If only conclusion 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(C) If either conclusion I or 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If neither conclusion I nor 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(E) If both conclusions follow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11</a:t>
            </a: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.	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Some chairs are bottles.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All bottles are pots.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All pots are rats.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Some rats are buses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Conclusions: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I)Some buses are bottles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II) Some rats are chairs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III) No bus is bottles.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IV) Some rats are bottles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a) Only I and II follows b) Only I, II and III follows c) Only either I or III and II IV,follow d) Only either I or III and IV follow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keys are letters.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letters are locks.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locks are numbers.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number is a coin.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I.Some keys are numbers.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II.All letters are numbers.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III.Some locks are keys.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IV. No coin is a letter.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and II not follow b) Only I, II and III not follow  c) Only II and III not follow    d) All follows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13. 	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cells are bins.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bins are petals.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petal is root.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roots are leafs.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I.No cell is bin.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II.No bins are root.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III.All cells are petals.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IV. All leafs are roots.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and II not follow b) Only I and IV not follow c) Only I, II and III not follow d) All not follows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14.Statements: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boxes are chairs. 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chairs is roads.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roads are tents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I)Some tents are chairs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II)Some roads are boxes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III)No chairs is tents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a)Only either I or II follows  b) Only either I or III follows c) Only either II or III follows d) All I,II and III follows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15.Statements: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cups are stars.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stars are jugs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jug is glass.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glasses are tables.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I)Some tables are stars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II)Some glass are cups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III)No table is stars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IV)Some jugs are cups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none of these b) Only I, II and III follows c) Only either I or III follows d) Only either I or III follows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16)Statements: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stones are pearls.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pearls are shells.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shells are boxes.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box is container.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I.Some stones are shells.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II.No pearl is container.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III.No shell is container.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IV. Some boxes are stone is a possibility.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II not follows  b) Only II and III not follow  c) Only I, II and III not follows d) Only III follows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17-20).Give answer: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A. If only conclusion 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B. If only conclusion 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C. If either conclusion I or 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D. If neither conclusion I nor II follows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E. If both conclusion I and II follow.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17)Statements: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All rains are rivers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Some rains are waters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Some rivers are seas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I.All rivers being water is a possibility.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II. All rains can be water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6" name="Google Shape;366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18.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books are papers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book is a chair.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chairs are tables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I.At least some papers are books.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 All tables being paper is a possibility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2" name="Google Shape;372;p2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19)Statements: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triangle is a square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circle is a rectangle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</a:t>
            </a:r>
            <a:r>
              <a:rPr lang="en-US"/>
              <a:t>ome squares are circles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I.Some squares are not rectangle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 Some rectangles are square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20)	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cups are plates.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plates are boxes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box is spoon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I.All plates being spoon is a possibility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 Some boxes are not plate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16)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books are notes.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paper is a pen.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notes are papers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I.All books being paper is a possibility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II.All pens being books is a possibility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 All notes being books is a possibility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follows   b) Only II follows  c) Only III follows  d) ALL Follows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0" name="Google Shape;390;p2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17)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pins are threads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threads are fingers.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fingers are nails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	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I.Some fingers are pins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II.At least some fingers are threads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 All nails are fingers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follows      b) Only II follows     c) Only III follows    d) None follows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18.	Statements: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villages are towns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town is city.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cities are states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I.All villages being state is a possibility.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 All states being town is a possibility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 Some towns are villages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follows b) Only II follows  c) Only II and III follows   d) Only I and III follows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19.	Statements: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Banks are Parks.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Parks are Pencils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pencil is Monkey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All Monkeys are Brinjals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I.No Bank is Brinjal.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II.No Monkey is Park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 Some Banks are Brinjals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 Only I follows  B. Either III or I follows. C. Only I and II follow D. All follow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20.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pens are papers.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No paper is a pencil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All copies are pencils.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All pencils are inks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I.Some pens are not copies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II.All pencils being ink is a possibility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III.All pens are pencils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IV.Some copies are not papers.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Only I and II follows  b) Only I and IV follows   c) Only II, III and IV follows d) Only I, II and IV follows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4" name="Google Shape;414;p2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01A8067818C845B38C8AC524C0782BB2</vt:lpwstr>
  </property>
  <property fmtid="{D5CDD505-2E9C-101B-9397-08002B2CF9AE}" pid="4" name="KSOProductBuildVer">
    <vt:lpwstr>1033-11.2.0.11191</vt:lpwstr>
  </property>
</Properties>
</file>