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7" roundtripDataSignature="AMtx7mhdhkHCdGiBXDeEGLGxyplStP8h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87" Type="http://customschemas.google.com/relationships/presentationmetadata" Target="meta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image" Target="../media/image12.png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8" name="Google Shape;268;p3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0" name="Google Shape;280;p4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3" name="Google Shape;303;p7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5" name="Google Shape;315;p8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8" name="Google Shape;328;p9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7" name="Google Shape;347;p11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6" name="Google Shape;356;p12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4" name="Google Shape;364;p13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2" name="Google Shape;372;p14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0" name="Google Shape;380;p15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8" name="Google Shape;388;p16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6" name="Google Shape;396;p17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4" name="Google Shape;404;p18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2" name="Google Shape;412;p19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0" name="Google Shape;420;p20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4" name="Google Shape;434;p21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2" name="Google Shape;442;p22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9" name="Google Shape;459;p23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7" name="Google Shape;467;p24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5" name="Google Shape;475;p25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3" name="Google Shape;483;p26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1" name="Google Shape;491;p27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1" name="Google Shape;611;p48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5" name="Google Shape;625;p50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3" name="Google Shape;633;p51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1" name="Google Shape;641;p52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8" name="Google Shape;648;p53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8" name="Google Shape;668;p56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7" name="Google Shape;717;p64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9" name="Google Shape;729;p65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1" name="Google Shape;741;p66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53" name="Google Shape;753;p67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5" name="Google Shape;765;p68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7" name="Google Shape;777;p69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89" name="Google Shape;789;p70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1" name="Google Shape;801;p71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3" name="Google Shape;813;p72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5" name="Google Shape;825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6" name="Google Shape;826;p74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8" name="Google Shape;838;p75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0" name="Google Shape;850;p76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4" name="Google Shape;864;p77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7" name="Google Shape;877;p79:notes"/>
          <p:cNvPicPr preferRelativeResize="0"/>
          <p:nvPr/>
        </p:nvPicPr>
        <p:blipFill rotWithShape="1">
          <a:blip r:embed="rId2">
            <a:alphaModFix/>
          </a:blip>
          <a:srcRect b="42844" l="0" r="51071" t="0"/>
          <a:stretch/>
        </p:blipFill>
        <p:spPr>
          <a:xfrm>
            <a:off x="1138535" y="4910903"/>
            <a:ext cx="4580930" cy="2278567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3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83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8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8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8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83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83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3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83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4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8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8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8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2" name="Google Shape;32;p8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8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8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8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8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8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86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" name="Google Shape;41;p86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7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8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8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8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87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87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87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7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Google Shape;51;p87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88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88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8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8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88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9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4" name="Google Shape;64;p89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5" name="Google Shape;65;p8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8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8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0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90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2" name="Google Shape;72;p90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90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9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9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9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2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2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2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2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92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92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2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9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9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0" name="Google Shape;90;p92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92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92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9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4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4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4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94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4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9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9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94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4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94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5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95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5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9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9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9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95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6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6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96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9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9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9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96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7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97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7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9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9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9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97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8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8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8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8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98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9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9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9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98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9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9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9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9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99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9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9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9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99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0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0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100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00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10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100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10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100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01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10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10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10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2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02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10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10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10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102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0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6" name="Google Shape;186;p10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0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0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0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10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0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0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0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8" name="Google Shape;198;p10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0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0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0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10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10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0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10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0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10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10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10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10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0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0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10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0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0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1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9" name="Google Shape;229;p1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0" name="Google Shape;230;p1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1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1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1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1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1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1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3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2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8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8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9" name="Google Shape;179;p10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10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10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10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image" Target="../media/image31.png"/><Relationship Id="rId6" Type="http://schemas.openxmlformats.org/officeDocument/2006/relationships/image" Target="../media/image22.png"/><Relationship Id="rId7" Type="http://schemas.openxmlformats.org/officeDocument/2006/relationships/image" Target="../media/image30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5" Type="http://schemas.openxmlformats.org/officeDocument/2006/relationships/image" Target="../media/image34.png"/><Relationship Id="rId6" Type="http://schemas.openxmlformats.org/officeDocument/2006/relationships/image" Target="../media/image40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jpg"/><Relationship Id="rId4" Type="http://schemas.openxmlformats.org/officeDocument/2006/relationships/image" Target="../media/image3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62.png"/><Relationship Id="rId5" Type="http://schemas.openxmlformats.org/officeDocument/2006/relationships/image" Target="../media/image68.png"/><Relationship Id="rId6" Type="http://schemas.openxmlformats.org/officeDocument/2006/relationships/image" Target="../media/image36.png"/><Relationship Id="rId7" Type="http://schemas.openxmlformats.org/officeDocument/2006/relationships/image" Target="../media/image47.png"/><Relationship Id="rId8" Type="http://schemas.openxmlformats.org/officeDocument/2006/relationships/image" Target="../media/image5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6.png"/><Relationship Id="rId10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0.png"/><Relationship Id="rId4" Type="http://schemas.openxmlformats.org/officeDocument/2006/relationships/image" Target="../media/image55.png"/><Relationship Id="rId9" Type="http://schemas.openxmlformats.org/officeDocument/2006/relationships/image" Target="../media/image48.png"/><Relationship Id="rId5" Type="http://schemas.openxmlformats.org/officeDocument/2006/relationships/image" Target="../media/image64.png"/><Relationship Id="rId6" Type="http://schemas.openxmlformats.org/officeDocument/2006/relationships/image" Target="../media/image51.png"/><Relationship Id="rId7" Type="http://schemas.openxmlformats.org/officeDocument/2006/relationships/image" Target="../media/image53.png"/><Relationship Id="rId8" Type="http://schemas.openxmlformats.org/officeDocument/2006/relationships/image" Target="../media/image6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5.png"/><Relationship Id="rId4" Type="http://schemas.openxmlformats.org/officeDocument/2006/relationships/image" Target="../media/image84.png"/><Relationship Id="rId9" Type="http://schemas.openxmlformats.org/officeDocument/2006/relationships/image" Target="../media/image86.png"/><Relationship Id="rId5" Type="http://schemas.openxmlformats.org/officeDocument/2006/relationships/image" Target="../media/image78.png"/><Relationship Id="rId6" Type="http://schemas.openxmlformats.org/officeDocument/2006/relationships/image" Target="../media/image81.png"/><Relationship Id="rId7" Type="http://schemas.openxmlformats.org/officeDocument/2006/relationships/image" Target="../media/image69.png"/><Relationship Id="rId8" Type="http://schemas.openxmlformats.org/officeDocument/2006/relationships/image" Target="../media/image5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6.jpg"/><Relationship Id="rId4" Type="http://schemas.openxmlformats.org/officeDocument/2006/relationships/image" Target="../media/image6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9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0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8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4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3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8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7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2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9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5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7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4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12.png"/><Relationship Id="rId4" Type="http://schemas.openxmlformats.org/officeDocument/2006/relationships/image" Target="../media/image9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34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9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06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9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0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3.jpg"/><Relationship Id="rId4" Type="http://schemas.openxmlformats.org/officeDocument/2006/relationships/image" Target="../media/image116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05.jpg"/><Relationship Id="rId4" Type="http://schemas.openxmlformats.org/officeDocument/2006/relationships/image" Target="../media/image130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08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0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07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29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2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25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1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2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2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3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3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3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44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45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4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46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4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51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55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53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45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Game based Aptitude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58" name="Google Shape;258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"/>
          <p:cNvSpPr txBox="1"/>
          <p:nvPr/>
        </p:nvSpPr>
        <p:spPr>
          <a:xfrm>
            <a:off x="1916430" y="1029335"/>
            <a:ext cx="30988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shot_20220425-234248_YouTube (2)" id="264" name="Google Shape;2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1615"/>
            <a:ext cx="4825365" cy="6118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"/>
          <p:cNvSpPr/>
          <p:nvPr/>
        </p:nvSpPr>
        <p:spPr>
          <a:xfrm>
            <a:off x="1585595" y="149432"/>
            <a:ext cx="8077200" cy="7057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1.Find the missing part.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1.PNG" id="272" name="Google Shape;2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4626" y="1219200"/>
            <a:ext cx="3040174" cy="29501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cription: C:\Users\SWATHI MANICKAM\Pictures\1c.PNG" id="273" name="Google Shape;2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1292" y="4495800"/>
            <a:ext cx="692541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cription: C:\Users\SWATHI MANICKAM\Pictures\1a.PNG" id="274" name="Google Shape;27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8050" y="4487990"/>
            <a:ext cx="691012" cy="617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cription: C:\Users\SWATHI MANICKAM\Pictures\1b.PNG" id="275" name="Google Shape;27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93890" y="5422075"/>
            <a:ext cx="613692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cription: C:\Users\SWATHI MANICKAM\Pictures\1d.PNG" id="276" name="Google Shape;27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1119" y="5392309"/>
            <a:ext cx="627425" cy="566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"/>
          <p:cNvSpPr/>
          <p:nvPr/>
        </p:nvSpPr>
        <p:spPr>
          <a:xfrm>
            <a:off x="2133600" y="626317"/>
            <a:ext cx="8077200" cy="7632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Please choose the correct option.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4"/>
          <p:cNvPicPr preferRelativeResize="0"/>
          <p:nvPr/>
        </p:nvPicPr>
        <p:blipFill rotWithShape="1">
          <a:blip r:embed="rId3">
            <a:alphaModFix/>
          </a:blip>
          <a:srcRect b="2152" l="3772" r="38532" t="24640"/>
          <a:stretch/>
        </p:blipFill>
        <p:spPr>
          <a:xfrm>
            <a:off x="5037582" y="1219200"/>
            <a:ext cx="272643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"/>
          <p:cNvPicPr preferRelativeResize="0"/>
          <p:nvPr/>
        </p:nvPicPr>
        <p:blipFill rotWithShape="1">
          <a:blip r:embed="rId3">
            <a:alphaModFix/>
          </a:blip>
          <a:srcRect b="70717" l="85433" r="2270" t="13922"/>
          <a:stretch/>
        </p:blipFill>
        <p:spPr>
          <a:xfrm>
            <a:off x="3200400" y="4162377"/>
            <a:ext cx="533400" cy="560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"/>
          <p:cNvPicPr preferRelativeResize="0"/>
          <p:nvPr/>
        </p:nvPicPr>
        <p:blipFill rotWithShape="1">
          <a:blip r:embed="rId3">
            <a:alphaModFix/>
          </a:blip>
          <a:srcRect b="47675" l="85245" r="2269" t="36724"/>
          <a:stretch/>
        </p:blipFill>
        <p:spPr>
          <a:xfrm>
            <a:off x="6781800" y="4162377"/>
            <a:ext cx="533400" cy="557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399" y="5333999"/>
            <a:ext cx="621793" cy="60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"/>
          <p:cNvPicPr preferRelativeResize="0"/>
          <p:nvPr/>
        </p:nvPicPr>
        <p:blipFill rotWithShape="1">
          <a:blip r:embed="rId3">
            <a:alphaModFix/>
          </a:blip>
          <a:srcRect b="925" l="85394" r="2179" t="83528"/>
          <a:stretch/>
        </p:blipFill>
        <p:spPr>
          <a:xfrm>
            <a:off x="6831873" y="5333999"/>
            <a:ext cx="492944" cy="53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5-234408_YouTube (2)" id="293" name="Google Shape;29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7275" y="197485"/>
            <a:ext cx="529336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5-234538_YouTube (2)" id="298" name="Google Shape;2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420" y="314325"/>
            <a:ext cx="613029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_20220425-234456_YouTube (2)" id="299" name="Google Shape;2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6205" y="314325"/>
            <a:ext cx="538543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"/>
          <p:cNvSpPr/>
          <p:nvPr/>
        </p:nvSpPr>
        <p:spPr>
          <a:xfrm>
            <a:off x="2133600" y="609600"/>
            <a:ext cx="8077200" cy="7632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Please choose the correct option.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7"/>
          <p:cNvPicPr preferRelativeResize="0"/>
          <p:nvPr/>
        </p:nvPicPr>
        <p:blipFill rotWithShape="1">
          <a:blip r:embed="rId3">
            <a:alphaModFix/>
          </a:blip>
          <a:srcRect b="5287" l="4168" r="33200" t="19771"/>
          <a:stretch/>
        </p:blipFill>
        <p:spPr>
          <a:xfrm>
            <a:off x="5181600" y="1219200"/>
            <a:ext cx="24384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7"/>
          <p:cNvPicPr preferRelativeResize="0"/>
          <p:nvPr/>
        </p:nvPicPr>
        <p:blipFill rotWithShape="1">
          <a:blip r:embed="rId3">
            <a:alphaModFix/>
          </a:blip>
          <a:srcRect b="64573" l="85783" r="2545" t="21528"/>
          <a:stretch/>
        </p:blipFill>
        <p:spPr>
          <a:xfrm>
            <a:off x="3217030" y="4152925"/>
            <a:ext cx="627542" cy="579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7"/>
          <p:cNvPicPr preferRelativeResize="0"/>
          <p:nvPr/>
        </p:nvPicPr>
        <p:blipFill rotWithShape="1">
          <a:blip r:embed="rId3">
            <a:alphaModFix/>
          </a:blip>
          <a:srcRect b="45359" l="85985" r="2781" t="41078"/>
          <a:stretch/>
        </p:blipFill>
        <p:spPr>
          <a:xfrm>
            <a:off x="6790765" y="4144759"/>
            <a:ext cx="591671" cy="579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7030" y="5333999"/>
            <a:ext cx="745370" cy="730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7"/>
          <p:cNvPicPr preferRelativeResize="0"/>
          <p:nvPr/>
        </p:nvPicPr>
        <p:blipFill rotWithShape="1">
          <a:blip r:embed="rId3">
            <a:alphaModFix/>
          </a:blip>
          <a:srcRect b="6462" l="85656" r="2397" t="79692"/>
          <a:stretch/>
        </p:blipFill>
        <p:spPr>
          <a:xfrm>
            <a:off x="6790763" y="5313217"/>
            <a:ext cx="676835" cy="615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"/>
          <p:cNvSpPr/>
          <p:nvPr/>
        </p:nvSpPr>
        <p:spPr>
          <a:xfrm>
            <a:off x="2133600" y="626317"/>
            <a:ext cx="8077200" cy="8037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missing part.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(e)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1.PNG" id="319" name="Google Shape;3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6562" y="1237125"/>
            <a:ext cx="2188477" cy="218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a.PNG" id="320" name="Google Shape;32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995" y="3613555"/>
            <a:ext cx="457200" cy="4740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b.PNG" id="321" name="Google Shape;32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4873" y="3669038"/>
            <a:ext cx="381000" cy="363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c.PNG" id="322" name="Google Shape;32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77580" y="4836733"/>
            <a:ext cx="406953" cy="3661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d.PNG" id="323" name="Google Shape;32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29300" y="4795680"/>
            <a:ext cx="437409" cy="457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.PNG" id="324" name="Google Shape;32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46945" y="5838700"/>
            <a:ext cx="349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9"/>
          <p:cNvSpPr/>
          <p:nvPr/>
        </p:nvSpPr>
        <p:spPr>
          <a:xfrm>
            <a:off x="2133600" y="626317"/>
            <a:ext cx="8077200" cy="121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missing part.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	(c)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(d) 	(e)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3.PNG" id="332" name="Google Shape;3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7174" y="1191290"/>
            <a:ext cx="2359025" cy="2847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.PNG" id="333" name="Google Shape;3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142" y="42147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c.PNG" id="334" name="Google Shape;33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49566" y="4191334"/>
            <a:ext cx="466038" cy="4567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d.PNG" id="335" name="Google Shape;33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01392" y="4249660"/>
            <a:ext cx="390208" cy="351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a.PNG" id="336" name="Google Shape;33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13267" y="5398325"/>
            <a:ext cx="359156" cy="3980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b.PNG" id="337" name="Google Shape;33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2166" y="5429686"/>
            <a:ext cx="41465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5-234613_YouTube (2)" id="342" name="Google Shape;3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930" y="0"/>
            <a:ext cx="661225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_20220425-234800_YouTube (2)" id="343" name="Google Shape;34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8475" y="314960"/>
            <a:ext cx="5343525" cy="713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"/>
          <p:cNvSpPr/>
          <p:nvPr/>
        </p:nvSpPr>
        <p:spPr>
          <a:xfrm>
            <a:off x="2209800" y="661942"/>
            <a:ext cx="8077200" cy="744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3.Find the missing part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1	(b) 2	(c) 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(d) 4	(e) 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1.PNG" id="351" name="Google Shape;3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0462" y="1219200"/>
            <a:ext cx="17526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.PNG" id="352" name="Google Shape;35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2762" y="3133791"/>
            <a:ext cx="3048000" cy="125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"/>
          <p:cNvSpPr/>
          <p:nvPr/>
        </p:nvSpPr>
        <p:spPr>
          <a:xfrm>
            <a:off x="2133600" y="626317"/>
            <a:ext cx="8077200" cy="5272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the odd one.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2.PNG" id="360" name="Google Shape;3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030" y="1371600"/>
            <a:ext cx="6492339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"/>
          <p:cNvSpPr/>
          <p:nvPr/>
        </p:nvSpPr>
        <p:spPr>
          <a:xfrm>
            <a:off x="2133600" y="626317"/>
            <a:ext cx="8077200" cy="7632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the order of rearrangement.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2341	(b) 4321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3241	(d) None of these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2.PNG" id="368" name="Google Shape;3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985" y="1219200"/>
            <a:ext cx="3093629" cy="3394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"/>
          <p:cNvSpPr/>
          <p:nvPr/>
        </p:nvSpPr>
        <p:spPr>
          <a:xfrm>
            <a:off x="2133600" y="626317"/>
            <a:ext cx="8077200" cy="7632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function of the funnel used here?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3142	(b) 2341	(c) 3412	(d) 3421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943" y="1447800"/>
            <a:ext cx="4005714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"/>
          <p:cNvSpPr/>
          <p:nvPr/>
        </p:nvSpPr>
        <p:spPr>
          <a:xfrm>
            <a:off x="2620925" y="138992"/>
            <a:ext cx="8077200" cy="76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function of the funnel used here?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3214	(b) 2413	(c) 4321	(d) 2314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0100" y="1295400"/>
            <a:ext cx="3581400" cy="3754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"/>
          <p:cNvSpPr/>
          <p:nvPr/>
        </p:nvSpPr>
        <p:spPr>
          <a:xfrm>
            <a:off x="2133600" y="626317"/>
            <a:ext cx="8077200" cy="8221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operator is needed?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Operator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2341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(b)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2413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2431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(d)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None of these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2.PNG" id="392" name="Google Shape;3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7100" y="1447800"/>
            <a:ext cx="4571999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"/>
          <p:cNvSpPr/>
          <p:nvPr/>
        </p:nvSpPr>
        <p:spPr>
          <a:xfrm>
            <a:off x="2133600" y="626317"/>
            <a:ext cx="8077200" cy="586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 the unique digits that satisfy the given equation.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2.PNG" id="400" name="Google Shape;4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2052" y="1447800"/>
            <a:ext cx="2817495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8"/>
          <p:cNvSpPr/>
          <p:nvPr/>
        </p:nvSpPr>
        <p:spPr>
          <a:xfrm>
            <a:off x="2133600" y="626317"/>
            <a:ext cx="8077200" cy="716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the one that doesn’t fit the group.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3.PNG" id="408" name="Google Shape;4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4700" y="1414153"/>
            <a:ext cx="61722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9"/>
          <p:cNvSpPr/>
          <p:nvPr/>
        </p:nvSpPr>
        <p:spPr>
          <a:xfrm>
            <a:off x="2133600" y="626317"/>
            <a:ext cx="8077200" cy="716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14.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 the unique digits that satisfy the given equation.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1.PNG" id="416" name="Google Shape;4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1175" y="1448955"/>
            <a:ext cx="3124200" cy="3427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"/>
          <p:cNvSpPr/>
          <p:nvPr/>
        </p:nvSpPr>
        <p:spPr>
          <a:xfrm>
            <a:off x="2133600" y="626317"/>
            <a:ext cx="8077200" cy="744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missing part.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	(c)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(d)  	(e) 	(f)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2.PNG" id="424" name="Google Shape;4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5900" y="1257795"/>
            <a:ext cx="22098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a.PNG" id="425" name="Google Shape;4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3879928"/>
            <a:ext cx="685800" cy="692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b.PNG" id="426" name="Google Shape;42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4096" y="3925342"/>
            <a:ext cx="612458" cy="646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c.PNG" id="427" name="Google Shape;42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84870" y="3907422"/>
            <a:ext cx="635330" cy="588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d.PNG" id="428" name="Google Shape;42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94438" y="5066102"/>
            <a:ext cx="767962" cy="713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e.PNG" id="429" name="Google Shape;42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4096" y="5040512"/>
            <a:ext cx="679422" cy="750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f.PNG" id="430" name="Google Shape;43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34400" y="5065624"/>
            <a:ext cx="711530" cy="700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1"/>
          <p:cNvSpPr/>
          <p:nvPr/>
        </p:nvSpPr>
        <p:spPr>
          <a:xfrm>
            <a:off x="2133600" y="626317"/>
            <a:ext cx="8077200" cy="9806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 the unique digits that satisfy the given equation.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1.PNG" id="438" name="Google Shape;4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483" y="1372736"/>
            <a:ext cx="3368633" cy="3504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"/>
          <p:cNvSpPr/>
          <p:nvPr/>
        </p:nvSpPr>
        <p:spPr>
          <a:xfrm>
            <a:off x="2133600" y="626317"/>
            <a:ext cx="4267200" cy="9691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17.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two grids follow a rule.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two of these grids follow the same rule?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2.PNG" id="446" name="Google Shape;4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2825" y="1066800"/>
            <a:ext cx="142875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/>
          <p:nvPr/>
        </p:nvSpPr>
        <p:spPr>
          <a:xfrm>
            <a:off x="6405748" y="626317"/>
            <a:ext cx="3805052" cy="4682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(a) 	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(b)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(c)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2.PNG" id="448" name="Google Shape;4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5098" y="2133600"/>
            <a:ext cx="1009650" cy="802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3.PNG" id="449" name="Google Shape;44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8675" y="2112200"/>
            <a:ext cx="952500" cy="811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.PNG" id="450" name="Google Shape;45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7900" y="3288475"/>
            <a:ext cx="1060450" cy="8870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4.PNG" id="451" name="Google Shape;45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01398" y="3288474"/>
            <a:ext cx="1042865" cy="8870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3.PNG" id="452" name="Google Shape;45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10400" y="4409760"/>
            <a:ext cx="100965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.PNG" id="453" name="Google Shape;45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37944" y="1066800"/>
            <a:ext cx="1054100" cy="84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2.PNG" id="454" name="Google Shape;454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34614" y="1022681"/>
            <a:ext cx="1009650" cy="8470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4.PNG" id="455" name="Google Shape;455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97928" y="4409760"/>
            <a:ext cx="1006771" cy="798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3"/>
          <p:cNvSpPr/>
          <p:nvPr/>
        </p:nvSpPr>
        <p:spPr>
          <a:xfrm>
            <a:off x="2133600" y="626317"/>
            <a:ext cx="8077200" cy="3502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the one that doesn’t fit the group.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2.PNG" id="463" name="Google Shape;4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1425330"/>
            <a:ext cx="6934200" cy="1470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4"/>
          <p:cNvSpPr/>
          <p:nvPr/>
        </p:nvSpPr>
        <p:spPr>
          <a:xfrm>
            <a:off x="2133600" y="626317"/>
            <a:ext cx="8077200" cy="6462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19.	Pick the one that doesn’t fit the group.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(b)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II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III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(d)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(e)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(f)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(g)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VII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(h)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VIII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(i)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IX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2.PNG" id="471" name="Google Shape;47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1371600"/>
            <a:ext cx="74676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5"/>
          <p:cNvSpPr/>
          <p:nvPr/>
        </p:nvSpPr>
        <p:spPr>
          <a:xfrm>
            <a:off x="2133600" y="626317"/>
            <a:ext cx="8077200" cy="4061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20.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 the unique digits that satisfy the given equation.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1.PNG" id="479" name="Google Shape;4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6486" y="1219200"/>
            <a:ext cx="2628628" cy="3279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6"/>
          <p:cNvSpPr/>
          <p:nvPr/>
        </p:nvSpPr>
        <p:spPr>
          <a:xfrm>
            <a:off x="2133600" y="626317"/>
            <a:ext cx="8077200" cy="4041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21.	Pick the one that doesn’t fit the group.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2.PNG" id="487" name="Google Shape;48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5100" y="1438478"/>
            <a:ext cx="7277100" cy="1304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7"/>
          <p:cNvSpPr/>
          <p:nvPr/>
        </p:nvSpPr>
        <p:spPr>
          <a:xfrm>
            <a:off x="2133600" y="626317"/>
            <a:ext cx="4267200" cy="9493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22.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two grids follow a rule.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Which two of these grids follow 	the same rule?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6405748" y="626317"/>
            <a:ext cx="3805052" cy="4682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(a) 	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(b)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(c)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SWATHI MANICKAM\Pictures\3.PNG" id="496" name="Google Shape;49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1800" y="1180977"/>
            <a:ext cx="10668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3.PNG" id="497" name="Google Shape;49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4587" y="2285183"/>
            <a:ext cx="1066800" cy="1076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.PNG" id="498" name="Google Shape;49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0400" y="1083625"/>
            <a:ext cx="875030" cy="855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2.PNG" id="499" name="Google Shape;49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0" y="1073094"/>
            <a:ext cx="836295" cy="855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3.PNG" id="500" name="Google Shape;50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10400" y="2145030"/>
            <a:ext cx="846455" cy="855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4.PNG" id="501" name="Google Shape;501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01635" y="2145030"/>
            <a:ext cx="835660" cy="855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2.PNG" id="502" name="Google Shape;50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10400" y="3258820"/>
            <a:ext cx="836295" cy="855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3.PNG" id="503" name="Google Shape;50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90840" y="3258820"/>
            <a:ext cx="846455" cy="855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4.PNG" id="504" name="Google Shape;50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51114" y="4486110"/>
            <a:ext cx="836295" cy="817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SWATHI MANICKAM\Pictures\1.PNG" id="505" name="Google Shape;50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13510" y="4474235"/>
            <a:ext cx="875030" cy="816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1159_YouTube (2)" id="510" name="Google Shape;5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720" y="49530"/>
            <a:ext cx="11360150" cy="4258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_20220426-081240_YouTube (2)" id="511" name="Google Shape;51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970" y="2728595"/>
            <a:ext cx="11279505" cy="5144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1300_YouTube (2)" id="516" name="Google Shape;5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6930"/>
            <a:ext cx="12192000" cy="518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1325_YouTube (2)" id="521" name="Google Shape;52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19455"/>
            <a:ext cx="12192000" cy="5419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1404_YouTube (2)" id="526" name="Google Shape;52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98805"/>
            <a:ext cx="12192000" cy="5660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1618_YouTube (2)" id="531" name="Google Shape;53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87705"/>
            <a:ext cx="12192000" cy="5482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3115_YouTube (2)" id="536" name="Google Shape;53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645" y="257810"/>
            <a:ext cx="11172190" cy="6342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3129_YouTube (2)" id="541" name="Google Shape;54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620" y="81280"/>
            <a:ext cx="10084435" cy="669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2300_YouTube (2)" id="546" name="Google Shape;54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755" y="0"/>
            <a:ext cx="1077785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2314_YouTube (2)" id="551" name="Google Shape;55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060" y="0"/>
            <a:ext cx="1148524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2325_YouTube (2)" id="556" name="Google Shape;5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600" y="0"/>
            <a:ext cx="10464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2349_YouTube (2)" id="561" name="Google Shape;56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3230"/>
            <a:ext cx="12192000" cy="597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03220_YouTube (2)" id="566" name="Google Shape;5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015" y="0"/>
            <a:ext cx="1118933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2438_YouTube (2)" id="571" name="Google Shape;57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9775" y="0"/>
            <a:ext cx="563181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2850_YouTube" id="576" name="Google Shape;57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63550"/>
            <a:ext cx="12192000" cy="593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2036_YouTube (2)" id="581" name="Google Shape;58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6220" y="109220"/>
            <a:ext cx="6638925" cy="66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2110_YouTube (2)" id="586" name="Google Shape;58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920" y="175895"/>
            <a:ext cx="10677525" cy="650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2157_YouTube (2)" id="591" name="Google Shape;59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1675" y="0"/>
            <a:ext cx="570801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2225_YouTube (2)" id="596" name="Google Shape;59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2995" y="0"/>
            <a:ext cx="490601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3800_YouTube (2)" id="601" name="Google Shape;60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5190" y="0"/>
            <a:ext cx="53416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413933"/>
            <a:ext cx="9144000" cy="4030133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7"/>
          <p:cNvSpPr txBox="1"/>
          <p:nvPr/>
        </p:nvSpPr>
        <p:spPr>
          <a:xfrm>
            <a:off x="1752600" y="1031901"/>
            <a:ext cx="16129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 5 seconds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8"/>
          <p:cNvSpPr/>
          <p:nvPr/>
        </p:nvSpPr>
        <p:spPr>
          <a:xfrm>
            <a:off x="2133600" y="626317"/>
            <a:ext cx="8077200" cy="26930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23.	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5" name="Google Shape;61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4397" y="973775"/>
            <a:ext cx="4114800" cy="767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0371" y="2057400"/>
            <a:ext cx="7278029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304800"/>
            <a:ext cx="6492614" cy="58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0"/>
          <p:cNvSpPr/>
          <p:nvPr/>
        </p:nvSpPr>
        <p:spPr>
          <a:xfrm>
            <a:off x="2133600" y="626317"/>
            <a:ext cx="8077200" cy="744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Solve the following equation.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3	(b) 2	(c) 4	(d) 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9" name="Google Shape;629;p50"/>
          <p:cNvPicPr preferRelativeResize="0"/>
          <p:nvPr/>
        </p:nvPicPr>
        <p:blipFill rotWithShape="1">
          <a:blip r:embed="rId3">
            <a:alphaModFix/>
          </a:blip>
          <a:srcRect b="15468" l="18578" r="57429" t="29412"/>
          <a:stretch/>
        </p:blipFill>
        <p:spPr>
          <a:xfrm>
            <a:off x="4855527" y="1447800"/>
            <a:ext cx="3090545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1"/>
          <p:cNvSpPr/>
          <p:nvPr/>
        </p:nvSpPr>
        <p:spPr>
          <a:xfrm>
            <a:off x="2133600" y="626317"/>
            <a:ext cx="8077200" cy="6323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be show a few figures your job, is to mark image/images 	that don’t fit the rule logically.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35667" l="0" r="2624" t="36333"/>
          <a:stretch/>
        </p:blipFill>
        <p:spPr>
          <a:xfrm>
            <a:off x="2495550" y="1981200"/>
            <a:ext cx="73533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3850" y="1400550"/>
            <a:ext cx="7430791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3"/>
          <p:cNvSpPr/>
          <p:nvPr/>
        </p:nvSpPr>
        <p:spPr>
          <a:xfrm>
            <a:off x="2133600" y="626317"/>
            <a:ext cx="4267200" cy="10314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25.</a:t>
            </a: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be shown a few figures, your 	job is to mark other set of 	image/images that fit the same rules.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Fits the rule challenge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two grids follow a specific rule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53"/>
          <p:cNvSpPr/>
          <p:nvPr/>
        </p:nvSpPr>
        <p:spPr>
          <a:xfrm>
            <a:off x="6477000" y="626317"/>
            <a:ext cx="3733800" cy="5631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these groups follow the same rule?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1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(b)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 3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(d)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3" name="Google Shape;653;p53"/>
          <p:cNvPicPr preferRelativeResize="0"/>
          <p:nvPr/>
        </p:nvPicPr>
        <p:blipFill rotWithShape="1">
          <a:blip r:embed="rId3">
            <a:alphaModFix/>
          </a:blip>
          <a:srcRect b="6259" l="6531" r="76964" t="40229"/>
          <a:stretch/>
        </p:blipFill>
        <p:spPr>
          <a:xfrm>
            <a:off x="3368040" y="3124199"/>
            <a:ext cx="2042160" cy="2970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53"/>
          <p:cNvPicPr preferRelativeResize="0"/>
          <p:nvPr/>
        </p:nvPicPr>
        <p:blipFill rotWithShape="1">
          <a:blip r:embed="rId3">
            <a:alphaModFix/>
          </a:blip>
          <a:srcRect b="3142" l="32913" r="29373" t="40042"/>
          <a:stretch/>
        </p:blipFill>
        <p:spPr>
          <a:xfrm>
            <a:off x="6737191" y="1614054"/>
            <a:ext cx="3213418" cy="350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863035"/>
            <a:ext cx="5775585" cy="521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1" y="838200"/>
            <a:ext cx="6324600" cy="5346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6"/>
          <p:cNvSpPr/>
          <p:nvPr/>
        </p:nvSpPr>
        <p:spPr>
          <a:xfrm>
            <a:off x="2133600" y="626317"/>
            <a:ext cx="8077200" cy="7042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2" name="Google Shape;672;p56"/>
          <p:cNvPicPr preferRelativeResize="0"/>
          <p:nvPr/>
        </p:nvPicPr>
        <p:blipFill rotWithShape="1">
          <a:blip r:embed="rId3">
            <a:alphaModFix/>
          </a:blip>
          <a:srcRect b="49048" l="8148" r="4075" t="1162"/>
          <a:stretch/>
        </p:blipFill>
        <p:spPr>
          <a:xfrm>
            <a:off x="2590800" y="990600"/>
            <a:ext cx="2209800" cy="224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56"/>
          <p:cNvPicPr preferRelativeResize="0"/>
          <p:nvPr/>
        </p:nvPicPr>
        <p:blipFill rotWithShape="1">
          <a:blip r:embed="rId3">
            <a:alphaModFix/>
          </a:blip>
          <a:srcRect b="24560" l="9758" r="47140" t="51190"/>
          <a:stretch/>
        </p:blipFill>
        <p:spPr>
          <a:xfrm>
            <a:off x="3136075" y="3429000"/>
            <a:ext cx="762000" cy="793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56"/>
          <p:cNvPicPr preferRelativeResize="0"/>
          <p:nvPr/>
        </p:nvPicPr>
        <p:blipFill rotWithShape="1">
          <a:blip r:embed="rId3">
            <a:alphaModFix/>
          </a:blip>
          <a:srcRect b="24405" l="52859" r="4579" t="51189"/>
          <a:stretch/>
        </p:blipFill>
        <p:spPr>
          <a:xfrm>
            <a:off x="6781800" y="3504861"/>
            <a:ext cx="685800" cy="686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56"/>
          <p:cNvPicPr preferRelativeResize="0"/>
          <p:nvPr/>
        </p:nvPicPr>
        <p:blipFill rotWithShape="1">
          <a:blip r:embed="rId3">
            <a:alphaModFix/>
          </a:blip>
          <a:srcRect b="0" l="9758" r="47410" t="75439"/>
          <a:stretch/>
        </p:blipFill>
        <p:spPr>
          <a:xfrm>
            <a:off x="3147950" y="4630709"/>
            <a:ext cx="762000" cy="720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56"/>
          <p:cNvPicPr preferRelativeResize="0"/>
          <p:nvPr/>
        </p:nvPicPr>
        <p:blipFill rotWithShape="1">
          <a:blip r:embed="rId3">
            <a:alphaModFix/>
          </a:blip>
          <a:srcRect b="0" l="52590" r="4851" t="75439"/>
          <a:stretch/>
        </p:blipFill>
        <p:spPr>
          <a:xfrm>
            <a:off x="6824638" y="4623816"/>
            <a:ext cx="646161" cy="699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9294" y="819686"/>
            <a:ext cx="5773412" cy="5218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3355_YouTube (2)" id="686" name="Google Shape;68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" y="38100"/>
            <a:ext cx="6800850" cy="681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_20220426-083541_YouTube (2)" id="687" name="Google Shape;687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2915" y="521335"/>
            <a:ext cx="4807585" cy="5814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_20220426-083219_YouTube (2)" id="692" name="Google Shape;69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0160" y="60960"/>
            <a:ext cx="496697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_20220426-083144_YouTube (2)" id="693" name="Google Shape;69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9870" y="0"/>
            <a:ext cx="529971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062566"/>
            <a:ext cx="9144000" cy="4732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Google Shape;70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9294" y="819686"/>
            <a:ext cx="5773412" cy="5218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952500"/>
            <a:ext cx="914400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863035"/>
            <a:ext cx="5775585" cy="521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4"/>
          <p:cNvSpPr/>
          <p:nvPr/>
        </p:nvSpPr>
        <p:spPr>
          <a:xfrm>
            <a:off x="2133600" y="626317"/>
            <a:ext cx="8077200" cy="6741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1" name="Google Shape;721;p64"/>
          <p:cNvPicPr preferRelativeResize="0"/>
          <p:nvPr/>
        </p:nvPicPr>
        <p:blipFill rotWithShape="1">
          <a:blip r:embed="rId3">
            <a:alphaModFix/>
          </a:blip>
          <a:srcRect b="49228" l="3736" r="3735" t="1389"/>
          <a:stretch/>
        </p:blipFill>
        <p:spPr>
          <a:xfrm>
            <a:off x="2639767" y="837666"/>
            <a:ext cx="2465633" cy="2028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64"/>
          <p:cNvPicPr preferRelativeResize="0"/>
          <p:nvPr/>
        </p:nvPicPr>
        <p:blipFill rotWithShape="1">
          <a:blip r:embed="rId3">
            <a:alphaModFix/>
          </a:blip>
          <a:srcRect b="25155" l="5173" r="49425" t="51100"/>
          <a:stretch/>
        </p:blipFill>
        <p:spPr>
          <a:xfrm>
            <a:off x="3200400" y="3200400"/>
            <a:ext cx="593725" cy="59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64"/>
          <p:cNvPicPr preferRelativeResize="0"/>
          <p:nvPr/>
        </p:nvPicPr>
        <p:blipFill rotWithShape="1">
          <a:blip r:embed="rId3">
            <a:alphaModFix/>
          </a:blip>
          <a:srcRect b="25043" l="50541" r="4135" t="51100"/>
          <a:stretch/>
        </p:blipFill>
        <p:spPr>
          <a:xfrm>
            <a:off x="6781800" y="3200400"/>
            <a:ext cx="593725" cy="59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64"/>
          <p:cNvPicPr preferRelativeResize="0"/>
          <p:nvPr/>
        </p:nvPicPr>
        <p:blipFill rotWithShape="1">
          <a:blip r:embed="rId3">
            <a:alphaModFix/>
          </a:blip>
          <a:srcRect b="894" l="5755" r="49640" t="75344"/>
          <a:stretch/>
        </p:blipFill>
        <p:spPr>
          <a:xfrm>
            <a:off x="3166753" y="4431665"/>
            <a:ext cx="593725" cy="59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64"/>
          <p:cNvPicPr preferRelativeResize="0"/>
          <p:nvPr/>
        </p:nvPicPr>
        <p:blipFill rotWithShape="1">
          <a:blip r:embed="rId3">
            <a:alphaModFix/>
          </a:blip>
          <a:srcRect b="701" l="50900" r="3776" t="75247"/>
          <a:stretch/>
        </p:blipFill>
        <p:spPr>
          <a:xfrm>
            <a:off x="6798623" y="4431664"/>
            <a:ext cx="593725" cy="597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5"/>
          <p:cNvSpPr/>
          <p:nvPr/>
        </p:nvSpPr>
        <p:spPr>
          <a:xfrm>
            <a:off x="2133600" y="626317"/>
            <a:ext cx="8077200" cy="6741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3" name="Google Shape;733;p65"/>
          <p:cNvPicPr preferRelativeResize="0"/>
          <p:nvPr/>
        </p:nvPicPr>
        <p:blipFill rotWithShape="1">
          <a:blip r:embed="rId3">
            <a:alphaModFix/>
          </a:blip>
          <a:srcRect b="49126" l="2135" r="2339" t="1270"/>
          <a:stretch/>
        </p:blipFill>
        <p:spPr>
          <a:xfrm>
            <a:off x="2590800" y="878775"/>
            <a:ext cx="18288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65"/>
          <p:cNvPicPr preferRelativeResize="0"/>
          <p:nvPr/>
        </p:nvPicPr>
        <p:blipFill rotWithShape="1">
          <a:blip r:embed="rId3">
            <a:alphaModFix/>
          </a:blip>
          <a:srcRect b="24959" l="3663" r="49338" t="50557"/>
          <a:stretch/>
        </p:blipFill>
        <p:spPr>
          <a:xfrm>
            <a:off x="3124200" y="3276600"/>
            <a:ext cx="593725" cy="59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65"/>
          <p:cNvPicPr preferRelativeResize="0"/>
          <p:nvPr/>
        </p:nvPicPr>
        <p:blipFill rotWithShape="1">
          <a:blip r:embed="rId3">
            <a:alphaModFix/>
          </a:blip>
          <a:srcRect b="24959" l="50049" r="2340" t="50557"/>
          <a:stretch/>
        </p:blipFill>
        <p:spPr>
          <a:xfrm>
            <a:off x="6781800" y="3240975"/>
            <a:ext cx="619760" cy="612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65"/>
          <p:cNvPicPr preferRelativeResize="0"/>
          <p:nvPr/>
        </p:nvPicPr>
        <p:blipFill rotWithShape="1">
          <a:blip r:embed="rId3">
            <a:alphaModFix/>
          </a:blip>
          <a:srcRect b="0" l="3357" r="49642" t="75039"/>
          <a:stretch/>
        </p:blipFill>
        <p:spPr>
          <a:xfrm>
            <a:off x="3114992" y="4419600"/>
            <a:ext cx="612140" cy="623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65"/>
          <p:cNvPicPr preferRelativeResize="0"/>
          <p:nvPr/>
        </p:nvPicPr>
        <p:blipFill rotWithShape="1">
          <a:blip r:embed="rId3">
            <a:alphaModFix/>
          </a:blip>
          <a:srcRect b="0" l="50661" r="2339" t="75199"/>
          <a:stretch/>
        </p:blipFill>
        <p:spPr>
          <a:xfrm>
            <a:off x="6781800" y="4396744"/>
            <a:ext cx="612140" cy="6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6"/>
          <p:cNvSpPr/>
          <p:nvPr/>
        </p:nvSpPr>
        <p:spPr>
          <a:xfrm>
            <a:off x="2133600" y="626317"/>
            <a:ext cx="8077200" cy="6741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5" name="Google Shape;745;p66"/>
          <p:cNvPicPr preferRelativeResize="0"/>
          <p:nvPr/>
        </p:nvPicPr>
        <p:blipFill rotWithShape="1">
          <a:blip r:embed="rId3">
            <a:alphaModFix/>
          </a:blip>
          <a:srcRect b="49740" l="1754" r="1503" t="1282"/>
          <a:stretch/>
        </p:blipFill>
        <p:spPr>
          <a:xfrm>
            <a:off x="2599708" y="950025"/>
            <a:ext cx="17526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66"/>
          <p:cNvPicPr preferRelativeResize="0"/>
          <p:nvPr/>
        </p:nvPicPr>
        <p:blipFill rotWithShape="1">
          <a:blip r:embed="rId3">
            <a:alphaModFix/>
          </a:blip>
          <a:srcRect b="25574" l="3258" r="48871" t="50321"/>
          <a:stretch/>
        </p:blipFill>
        <p:spPr>
          <a:xfrm>
            <a:off x="3171843" y="3210389"/>
            <a:ext cx="608330" cy="59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66"/>
          <p:cNvPicPr preferRelativeResize="0"/>
          <p:nvPr/>
        </p:nvPicPr>
        <p:blipFill rotWithShape="1">
          <a:blip r:embed="rId3">
            <a:alphaModFix/>
          </a:blip>
          <a:srcRect b="25446" l="50628" r="2003" t="50320"/>
          <a:stretch/>
        </p:blipFill>
        <p:spPr>
          <a:xfrm>
            <a:off x="6781800" y="3241165"/>
            <a:ext cx="608330" cy="59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66"/>
          <p:cNvPicPr preferRelativeResize="0"/>
          <p:nvPr/>
        </p:nvPicPr>
        <p:blipFill rotWithShape="1">
          <a:blip r:embed="rId3">
            <a:alphaModFix/>
          </a:blip>
          <a:srcRect b="1086" l="3258" r="49123" t="74810"/>
          <a:stretch/>
        </p:blipFill>
        <p:spPr>
          <a:xfrm>
            <a:off x="3159825" y="4402965"/>
            <a:ext cx="608330" cy="59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66"/>
          <p:cNvPicPr preferRelativeResize="0"/>
          <p:nvPr/>
        </p:nvPicPr>
        <p:blipFill rotWithShape="1">
          <a:blip r:embed="rId3">
            <a:alphaModFix/>
          </a:blip>
          <a:srcRect b="1086" l="50876" r="1754" t="74553"/>
          <a:stretch/>
        </p:blipFill>
        <p:spPr>
          <a:xfrm>
            <a:off x="6781800" y="4402965"/>
            <a:ext cx="608330" cy="597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7"/>
          <p:cNvSpPr/>
          <p:nvPr/>
        </p:nvSpPr>
        <p:spPr>
          <a:xfrm>
            <a:off x="2133600" y="626317"/>
            <a:ext cx="8077200" cy="6741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7" name="Google Shape;757;p67"/>
          <p:cNvPicPr preferRelativeResize="0"/>
          <p:nvPr/>
        </p:nvPicPr>
        <p:blipFill rotWithShape="1">
          <a:blip r:embed="rId3">
            <a:alphaModFix/>
          </a:blip>
          <a:srcRect b="49728" l="2597" r="2225" t="1258"/>
          <a:stretch/>
        </p:blipFill>
        <p:spPr>
          <a:xfrm>
            <a:off x="2638300" y="802575"/>
            <a:ext cx="19050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67"/>
          <p:cNvPicPr preferRelativeResize="0"/>
          <p:nvPr/>
        </p:nvPicPr>
        <p:blipFill rotWithShape="1">
          <a:blip r:embed="rId3">
            <a:alphaModFix/>
          </a:blip>
          <a:srcRect b="25242" l="3968" r="49952" t="50415"/>
          <a:stretch/>
        </p:blipFill>
        <p:spPr>
          <a:xfrm>
            <a:off x="3124200" y="320040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67"/>
          <p:cNvPicPr preferRelativeResize="0"/>
          <p:nvPr/>
        </p:nvPicPr>
        <p:blipFill rotWithShape="1">
          <a:blip r:embed="rId3">
            <a:alphaModFix/>
          </a:blip>
          <a:srcRect b="25386" l="50597" r="2226" t="50414"/>
          <a:stretch/>
        </p:blipFill>
        <p:spPr>
          <a:xfrm>
            <a:off x="6781800" y="3200400"/>
            <a:ext cx="1066800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67"/>
          <p:cNvPicPr preferRelativeResize="0"/>
          <p:nvPr/>
        </p:nvPicPr>
        <p:blipFill rotWithShape="1">
          <a:blip r:embed="rId3">
            <a:alphaModFix/>
          </a:blip>
          <a:srcRect b="901" l="3968" r="49952" t="74899"/>
          <a:stretch/>
        </p:blipFill>
        <p:spPr>
          <a:xfrm>
            <a:off x="3105397" y="441960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67"/>
          <p:cNvPicPr preferRelativeResize="0"/>
          <p:nvPr/>
        </p:nvPicPr>
        <p:blipFill rotWithShape="1">
          <a:blip r:embed="rId3">
            <a:alphaModFix/>
          </a:blip>
          <a:srcRect b="1044" l="50323" r="2226" t="74757"/>
          <a:stretch/>
        </p:blipFill>
        <p:spPr>
          <a:xfrm>
            <a:off x="6781799" y="4419600"/>
            <a:ext cx="1066800" cy="60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8"/>
          <p:cNvSpPr/>
          <p:nvPr/>
        </p:nvSpPr>
        <p:spPr>
          <a:xfrm>
            <a:off x="2133600" y="626317"/>
            <a:ext cx="8077200" cy="6741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9" name="Google Shape;769;p68"/>
          <p:cNvPicPr preferRelativeResize="0"/>
          <p:nvPr/>
        </p:nvPicPr>
        <p:blipFill rotWithShape="1">
          <a:blip r:embed="rId3">
            <a:alphaModFix/>
          </a:blip>
          <a:srcRect b="49868" l="0" r="1575" t="922"/>
          <a:stretch/>
        </p:blipFill>
        <p:spPr>
          <a:xfrm>
            <a:off x="2595581" y="838200"/>
            <a:ext cx="1842000" cy="200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68"/>
          <p:cNvPicPr preferRelativeResize="0"/>
          <p:nvPr/>
        </p:nvPicPr>
        <p:blipFill rotWithShape="1">
          <a:blip r:embed="rId3">
            <a:alphaModFix/>
          </a:blip>
          <a:srcRect b="25487" l="1837" r="50131" t="50254"/>
          <a:stretch/>
        </p:blipFill>
        <p:spPr>
          <a:xfrm>
            <a:off x="3124200" y="323418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68"/>
          <p:cNvPicPr preferRelativeResize="0"/>
          <p:nvPr/>
        </p:nvPicPr>
        <p:blipFill rotWithShape="1">
          <a:blip r:embed="rId3">
            <a:alphaModFix/>
          </a:blip>
          <a:srcRect b="25487" l="50132" r="1574" t="50254"/>
          <a:stretch/>
        </p:blipFill>
        <p:spPr>
          <a:xfrm>
            <a:off x="6781800" y="323418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68"/>
          <p:cNvPicPr preferRelativeResize="0"/>
          <p:nvPr/>
        </p:nvPicPr>
        <p:blipFill rotWithShape="1">
          <a:blip r:embed="rId3">
            <a:alphaModFix/>
          </a:blip>
          <a:srcRect b="1096" l="1837" r="50131" t="74777"/>
          <a:stretch/>
        </p:blipFill>
        <p:spPr>
          <a:xfrm>
            <a:off x="3124199" y="441960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68"/>
          <p:cNvPicPr preferRelativeResize="0"/>
          <p:nvPr/>
        </p:nvPicPr>
        <p:blipFill rotWithShape="1">
          <a:blip r:embed="rId3">
            <a:alphaModFix/>
          </a:blip>
          <a:srcRect b="965" l="50393" r="1574" t="74776"/>
          <a:stretch/>
        </p:blipFill>
        <p:spPr>
          <a:xfrm>
            <a:off x="6781800" y="4404756"/>
            <a:ext cx="597535" cy="60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/>
          <p:nvPr/>
        </p:nvSpPr>
        <p:spPr>
          <a:xfrm>
            <a:off x="2133600" y="626317"/>
            <a:ext cx="8077200" cy="6741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1" name="Google Shape;781;p69"/>
          <p:cNvPicPr preferRelativeResize="0"/>
          <p:nvPr/>
        </p:nvPicPr>
        <p:blipFill rotWithShape="1">
          <a:blip r:embed="rId3">
            <a:alphaModFix/>
          </a:blip>
          <a:srcRect b="49264" l="2716" r="1728" t="1147"/>
          <a:stretch/>
        </p:blipFill>
        <p:spPr>
          <a:xfrm>
            <a:off x="2626425" y="826325"/>
            <a:ext cx="19812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69"/>
          <p:cNvPicPr preferRelativeResize="0"/>
          <p:nvPr/>
        </p:nvPicPr>
        <p:blipFill rotWithShape="1">
          <a:blip r:embed="rId3">
            <a:alphaModFix/>
          </a:blip>
          <a:srcRect b="25171" l="4446" r="48641" t="50608"/>
          <a:stretch/>
        </p:blipFill>
        <p:spPr>
          <a:xfrm>
            <a:off x="3124200" y="3264725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69"/>
          <p:cNvPicPr preferRelativeResize="0"/>
          <p:nvPr/>
        </p:nvPicPr>
        <p:blipFill rotWithShape="1">
          <a:blip r:embed="rId3">
            <a:alphaModFix/>
          </a:blip>
          <a:srcRect b="25171" l="51605" r="1235" t="50608"/>
          <a:stretch/>
        </p:blipFill>
        <p:spPr>
          <a:xfrm>
            <a:off x="6781800" y="3264725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69"/>
          <p:cNvPicPr preferRelativeResize="0"/>
          <p:nvPr/>
        </p:nvPicPr>
        <p:blipFill rotWithShape="1">
          <a:blip r:embed="rId3">
            <a:alphaModFix/>
          </a:blip>
          <a:srcRect b="696" l="4446" r="48641" t="75083"/>
          <a:stretch/>
        </p:blipFill>
        <p:spPr>
          <a:xfrm>
            <a:off x="3136074" y="441960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69"/>
          <p:cNvPicPr preferRelativeResize="0"/>
          <p:nvPr/>
        </p:nvPicPr>
        <p:blipFill rotWithShape="1">
          <a:blip r:embed="rId3">
            <a:alphaModFix/>
          </a:blip>
          <a:srcRect b="699" l="51852" r="1240" t="75210"/>
          <a:stretch/>
        </p:blipFill>
        <p:spPr>
          <a:xfrm>
            <a:off x="6781800" y="4419600"/>
            <a:ext cx="597535" cy="60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0"/>
          <p:cNvSpPr/>
          <p:nvPr/>
        </p:nvSpPr>
        <p:spPr>
          <a:xfrm>
            <a:off x="2133600" y="626317"/>
            <a:ext cx="8077200" cy="6741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3" name="Google Shape;793;p70"/>
          <p:cNvPicPr preferRelativeResize="0"/>
          <p:nvPr/>
        </p:nvPicPr>
        <p:blipFill rotWithShape="1">
          <a:blip r:embed="rId3">
            <a:alphaModFix/>
          </a:blip>
          <a:srcRect b="49739" l="1765" r="2352" t="758"/>
          <a:stretch/>
        </p:blipFill>
        <p:spPr>
          <a:xfrm>
            <a:off x="2667000" y="838200"/>
            <a:ext cx="19050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70"/>
          <p:cNvPicPr preferRelativeResize="0"/>
          <p:nvPr/>
        </p:nvPicPr>
        <p:blipFill rotWithShape="1">
          <a:blip r:embed="rId3">
            <a:alphaModFix/>
          </a:blip>
          <a:srcRect b="25442" l="2647" r="49999" t="50413"/>
          <a:stretch/>
        </p:blipFill>
        <p:spPr>
          <a:xfrm>
            <a:off x="3200400" y="322415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70"/>
          <p:cNvPicPr preferRelativeResize="0"/>
          <p:nvPr/>
        </p:nvPicPr>
        <p:blipFill rotWithShape="1">
          <a:blip r:embed="rId3">
            <a:alphaModFix/>
          </a:blip>
          <a:srcRect b="25594" l="50000" r="2941" t="50413"/>
          <a:stretch/>
        </p:blipFill>
        <p:spPr>
          <a:xfrm>
            <a:off x="6781800" y="3239984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70"/>
          <p:cNvPicPr preferRelativeResize="0"/>
          <p:nvPr/>
        </p:nvPicPr>
        <p:blipFill rotWithShape="1">
          <a:blip r:embed="rId3">
            <a:alphaModFix/>
          </a:blip>
          <a:srcRect b="1148" l="2647" r="49999" t="75012"/>
          <a:stretch/>
        </p:blipFill>
        <p:spPr>
          <a:xfrm>
            <a:off x="3200399" y="441960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70"/>
          <p:cNvPicPr preferRelativeResize="0"/>
          <p:nvPr/>
        </p:nvPicPr>
        <p:blipFill rotWithShape="1">
          <a:blip r:embed="rId3">
            <a:alphaModFix/>
          </a:blip>
          <a:srcRect b="1147" l="49705" r="2942" t="74860"/>
          <a:stretch/>
        </p:blipFill>
        <p:spPr>
          <a:xfrm>
            <a:off x="6793675" y="4419600"/>
            <a:ext cx="597535" cy="60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71"/>
          <p:cNvSpPr/>
          <p:nvPr/>
        </p:nvSpPr>
        <p:spPr>
          <a:xfrm>
            <a:off x="2133600" y="626317"/>
            <a:ext cx="8077200" cy="6741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5" name="Google Shape;805;p71"/>
          <p:cNvPicPr preferRelativeResize="0"/>
          <p:nvPr/>
        </p:nvPicPr>
        <p:blipFill rotWithShape="1">
          <a:blip r:embed="rId3">
            <a:alphaModFix/>
          </a:blip>
          <a:srcRect b="49305" l="2326" r="1809" t="934"/>
          <a:stretch/>
        </p:blipFill>
        <p:spPr>
          <a:xfrm>
            <a:off x="2602675" y="866900"/>
            <a:ext cx="19050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1"/>
          <p:cNvPicPr preferRelativeResize="0"/>
          <p:nvPr/>
        </p:nvPicPr>
        <p:blipFill rotWithShape="1">
          <a:blip r:embed="rId3">
            <a:alphaModFix/>
          </a:blip>
          <a:srcRect b="25293" l="3617" r="49354" t="50426"/>
          <a:stretch/>
        </p:blipFill>
        <p:spPr>
          <a:xfrm>
            <a:off x="3124200" y="3264725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71"/>
          <p:cNvPicPr preferRelativeResize="0"/>
          <p:nvPr/>
        </p:nvPicPr>
        <p:blipFill rotWithShape="1">
          <a:blip r:embed="rId3">
            <a:alphaModFix/>
          </a:blip>
          <a:srcRect b="25293" l="51164" r="1808" t="50426"/>
          <a:stretch/>
        </p:blipFill>
        <p:spPr>
          <a:xfrm>
            <a:off x="6781800" y="323418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71"/>
          <p:cNvPicPr preferRelativeResize="0"/>
          <p:nvPr/>
        </p:nvPicPr>
        <p:blipFill rotWithShape="1">
          <a:blip r:embed="rId3">
            <a:alphaModFix/>
          </a:blip>
          <a:srcRect b="880" l="3876" r="48837" t="75107"/>
          <a:stretch/>
        </p:blipFill>
        <p:spPr>
          <a:xfrm>
            <a:off x="3159825" y="441960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71"/>
          <p:cNvPicPr preferRelativeResize="0"/>
          <p:nvPr/>
        </p:nvPicPr>
        <p:blipFill rotWithShape="1">
          <a:blip r:embed="rId3">
            <a:alphaModFix/>
          </a:blip>
          <a:srcRect b="614" l="50646" r="2326" t="74840"/>
          <a:stretch/>
        </p:blipFill>
        <p:spPr>
          <a:xfrm>
            <a:off x="6781800" y="4419600"/>
            <a:ext cx="597535" cy="60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2"/>
          <p:cNvSpPr/>
          <p:nvPr/>
        </p:nvSpPr>
        <p:spPr>
          <a:xfrm>
            <a:off x="2133600" y="626317"/>
            <a:ext cx="8077200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Take 5 seconds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7" name="Google Shape;81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981200"/>
            <a:ext cx="9144000" cy="5088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Google Shape;82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813929"/>
            <a:ext cx="5715000" cy="5164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4"/>
          <p:cNvSpPr/>
          <p:nvPr/>
        </p:nvSpPr>
        <p:spPr>
          <a:xfrm>
            <a:off x="2133600" y="626317"/>
            <a:ext cx="8077200" cy="6741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0" name="Google Shape;830;p74"/>
          <p:cNvPicPr preferRelativeResize="0"/>
          <p:nvPr/>
        </p:nvPicPr>
        <p:blipFill rotWithShape="1">
          <a:blip r:embed="rId3">
            <a:alphaModFix/>
          </a:blip>
          <a:srcRect b="49178" l="2517" r="0" t="1174"/>
          <a:stretch/>
        </p:blipFill>
        <p:spPr>
          <a:xfrm>
            <a:off x="2719450" y="773875"/>
            <a:ext cx="21336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4"/>
          <p:cNvPicPr preferRelativeResize="0"/>
          <p:nvPr/>
        </p:nvPicPr>
        <p:blipFill rotWithShape="1">
          <a:blip r:embed="rId3">
            <a:alphaModFix/>
          </a:blip>
          <a:srcRect b="24648" l="3432" r="48741" t="50939"/>
          <a:stretch/>
        </p:blipFill>
        <p:spPr>
          <a:xfrm>
            <a:off x="3217414" y="320040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4"/>
          <p:cNvPicPr preferRelativeResize="0"/>
          <p:nvPr/>
        </p:nvPicPr>
        <p:blipFill rotWithShape="1">
          <a:blip r:embed="rId3">
            <a:alphaModFix/>
          </a:blip>
          <a:srcRect b="24648" l="51487" r="0" t="50939"/>
          <a:stretch/>
        </p:blipFill>
        <p:spPr>
          <a:xfrm>
            <a:off x="6781800" y="320040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74"/>
          <p:cNvPicPr preferRelativeResize="0"/>
          <p:nvPr/>
        </p:nvPicPr>
        <p:blipFill rotWithShape="1">
          <a:blip r:embed="rId3">
            <a:alphaModFix/>
          </a:blip>
          <a:srcRect b="0" l="3890" r="48513" t="75585"/>
          <a:stretch/>
        </p:blipFill>
        <p:spPr>
          <a:xfrm>
            <a:off x="3217414" y="441960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74"/>
          <p:cNvPicPr preferRelativeResize="0"/>
          <p:nvPr/>
        </p:nvPicPr>
        <p:blipFill rotWithShape="1">
          <a:blip r:embed="rId3">
            <a:alphaModFix/>
          </a:blip>
          <a:srcRect b="0" l="51716" r="0" t="75703"/>
          <a:stretch/>
        </p:blipFill>
        <p:spPr>
          <a:xfrm>
            <a:off x="6781800" y="4392881"/>
            <a:ext cx="597535" cy="60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5"/>
          <p:cNvSpPr/>
          <p:nvPr/>
        </p:nvSpPr>
        <p:spPr>
          <a:xfrm>
            <a:off x="2133600" y="626317"/>
            <a:ext cx="8077200" cy="6741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2" name="Google Shape;842;p75"/>
          <p:cNvPicPr preferRelativeResize="0"/>
          <p:nvPr/>
        </p:nvPicPr>
        <p:blipFill rotWithShape="1">
          <a:blip r:embed="rId3">
            <a:alphaModFix/>
          </a:blip>
          <a:srcRect b="49542" l="3416" r="1139" t="1739"/>
          <a:stretch/>
        </p:blipFill>
        <p:spPr>
          <a:xfrm>
            <a:off x="2719450" y="762000"/>
            <a:ext cx="20574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5"/>
          <p:cNvPicPr preferRelativeResize="0"/>
          <p:nvPr/>
        </p:nvPicPr>
        <p:blipFill rotWithShape="1">
          <a:blip r:embed="rId3">
            <a:alphaModFix/>
          </a:blip>
          <a:srcRect b="25415" l="4784" r="48291" t="50922"/>
          <a:stretch/>
        </p:blipFill>
        <p:spPr>
          <a:xfrm>
            <a:off x="3276600" y="325285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5"/>
          <p:cNvPicPr preferRelativeResize="0"/>
          <p:nvPr/>
        </p:nvPicPr>
        <p:blipFill rotWithShape="1">
          <a:blip r:embed="rId3">
            <a:alphaModFix/>
          </a:blip>
          <a:srcRect b="25531" l="51709" r="0" t="50342"/>
          <a:stretch/>
        </p:blipFill>
        <p:spPr>
          <a:xfrm>
            <a:off x="6781800" y="325285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75"/>
          <p:cNvPicPr preferRelativeResize="0"/>
          <p:nvPr/>
        </p:nvPicPr>
        <p:blipFill rotWithShape="1">
          <a:blip r:embed="rId3">
            <a:alphaModFix/>
          </a:blip>
          <a:srcRect b="1288" l="4784" r="48291" t="74933"/>
          <a:stretch/>
        </p:blipFill>
        <p:spPr>
          <a:xfrm>
            <a:off x="3276600" y="4419600"/>
            <a:ext cx="597535" cy="6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75"/>
          <p:cNvPicPr preferRelativeResize="0"/>
          <p:nvPr/>
        </p:nvPicPr>
        <p:blipFill rotWithShape="1">
          <a:blip r:embed="rId3">
            <a:alphaModFix/>
          </a:blip>
          <a:srcRect b="1635" l="51709" r="0" t="75049"/>
          <a:stretch/>
        </p:blipFill>
        <p:spPr>
          <a:xfrm>
            <a:off x="6817426" y="4419600"/>
            <a:ext cx="597535" cy="60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6"/>
          <p:cNvSpPr/>
          <p:nvPr/>
        </p:nvSpPr>
        <p:spPr>
          <a:xfrm>
            <a:off x="2133600" y="626317"/>
            <a:ext cx="8077200" cy="792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	(b)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(c) 	(d)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(e) 	(f) 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4" name="Google Shape;854;p76"/>
          <p:cNvPicPr preferRelativeResize="0"/>
          <p:nvPr/>
        </p:nvPicPr>
        <p:blipFill rotWithShape="1">
          <a:blip r:embed="rId3">
            <a:alphaModFix/>
          </a:blip>
          <a:srcRect b="52220" l="2655" r="5313" t="682"/>
          <a:stretch/>
        </p:blipFill>
        <p:spPr>
          <a:xfrm>
            <a:off x="2731325" y="838200"/>
            <a:ext cx="2057400" cy="2086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76"/>
          <p:cNvPicPr preferRelativeResize="0"/>
          <p:nvPr/>
        </p:nvPicPr>
        <p:blipFill rotWithShape="1">
          <a:blip r:embed="rId3">
            <a:alphaModFix/>
          </a:blip>
          <a:srcRect b="34996" l="0" r="67552" t="47974"/>
          <a:stretch/>
        </p:blipFill>
        <p:spPr>
          <a:xfrm>
            <a:off x="3276600" y="3276600"/>
            <a:ext cx="1246017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6"/>
          <p:cNvPicPr preferRelativeResize="0"/>
          <p:nvPr/>
        </p:nvPicPr>
        <p:blipFill rotWithShape="1">
          <a:blip r:embed="rId3">
            <a:alphaModFix/>
          </a:blip>
          <a:srcRect b="34996" l="32827" r="34535" t="47974"/>
          <a:stretch/>
        </p:blipFill>
        <p:spPr>
          <a:xfrm>
            <a:off x="6781800" y="3276600"/>
            <a:ext cx="16764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76"/>
          <p:cNvPicPr preferRelativeResize="0"/>
          <p:nvPr/>
        </p:nvPicPr>
        <p:blipFill rotWithShape="1">
          <a:blip r:embed="rId3">
            <a:alphaModFix/>
          </a:blip>
          <a:srcRect b="34996" l="65844" r="949" t="47974"/>
          <a:stretch/>
        </p:blipFill>
        <p:spPr>
          <a:xfrm>
            <a:off x="3249783" y="4419600"/>
            <a:ext cx="1246017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6"/>
          <p:cNvPicPr preferRelativeResize="0"/>
          <p:nvPr/>
        </p:nvPicPr>
        <p:blipFill rotWithShape="1">
          <a:blip r:embed="rId3">
            <a:alphaModFix/>
          </a:blip>
          <a:srcRect b="17675" l="0" r="67742" t="65101"/>
          <a:stretch/>
        </p:blipFill>
        <p:spPr>
          <a:xfrm>
            <a:off x="6781800" y="4419600"/>
            <a:ext cx="1676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76"/>
          <p:cNvPicPr preferRelativeResize="0"/>
          <p:nvPr/>
        </p:nvPicPr>
        <p:blipFill rotWithShape="1">
          <a:blip r:embed="rId3">
            <a:alphaModFix/>
          </a:blip>
          <a:srcRect b="17675" l="32828" r="34724" t="65101"/>
          <a:stretch/>
        </p:blipFill>
        <p:spPr>
          <a:xfrm>
            <a:off x="3226032" y="5603175"/>
            <a:ext cx="1498368" cy="628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76"/>
          <p:cNvPicPr preferRelativeResize="0"/>
          <p:nvPr/>
        </p:nvPicPr>
        <p:blipFill rotWithShape="1">
          <a:blip r:embed="rId3">
            <a:alphaModFix/>
          </a:blip>
          <a:srcRect b="17675" l="65844" r="949" t="65101"/>
          <a:stretch/>
        </p:blipFill>
        <p:spPr>
          <a:xfrm>
            <a:off x="6781800" y="5492337"/>
            <a:ext cx="1371600" cy="60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/>
          <p:nvPr/>
        </p:nvSpPr>
        <p:spPr>
          <a:xfrm>
            <a:off x="2133600" y="626317"/>
            <a:ext cx="8077200" cy="6741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Take 5 Seconds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	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2489200"/>
            <a:ext cx="7696200" cy="187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6728" y="847120"/>
            <a:ext cx="5718544" cy="5163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9"/>
          <p:cNvSpPr/>
          <p:nvPr/>
        </p:nvSpPr>
        <p:spPr>
          <a:xfrm>
            <a:off x="2133600" y="626317"/>
            <a:ext cx="8077200" cy="792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 Take 5 seconds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1" name="Google Shape;88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2286000"/>
            <a:ext cx="6796195" cy="5531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Google Shape;886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813929"/>
            <a:ext cx="5715000" cy="5164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8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92" name="Google Shape;892;p8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</a:t>
            </a:r>
            <a:r>
              <a:rPr lang="en-US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872A04AF4CF04DE189062C7F8129A750</vt:lpwstr>
  </property>
  <property fmtid="{D5CDD505-2E9C-101B-9397-08002B2CF9AE}" pid="4" name="KSOProductBuildVer">
    <vt:lpwstr>1033-11.2.0.11074</vt:lpwstr>
  </property>
</Properties>
</file>