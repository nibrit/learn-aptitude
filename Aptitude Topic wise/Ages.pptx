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9" r:id="rId3"/>
  </p:sldMasterIdLst>
  <p:notesMasterIdLst>
    <p:notesMasterId r:id="rId5"/>
  </p:notesMasterIdLst>
  <p:handoutMasterIdLst>
    <p:handoutMasterId r:id="rId14"/>
  </p:handoutMasterIdLst>
  <p:sldIdLst>
    <p:sldId id="258" r:id="rId4"/>
    <p:sldId id="319" r:id="rId6"/>
    <p:sldId id="298" r:id="rId7"/>
    <p:sldId id="301" r:id="rId8"/>
    <p:sldId id="336" r:id="rId9"/>
    <p:sldId id="303" r:id="rId10"/>
    <p:sldId id="337" r:id="rId11"/>
    <p:sldId id="338" r:id="rId12"/>
    <p:sldId id="31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39" autoAdjust="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F5CEFB0D-6DB6-450D-981E-DB5B064ABC8F}" type="datetime1">
              <a:rPr lang="en-US" noProof="0" smtClean="0"/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/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666C8650-8C82-4FB0-9266-0148B376A8CE}" type="datetime1">
              <a:rPr lang="en-US" noProof="0" smtClean="0"/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1529DE01-3159-42E8-9946-B3F7564EBC72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/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1FC6A6-F894-471F-8AA4-AE4112290279}" type="datetime1">
              <a:rPr lang="en-US" noProof="0" smtClean="0"/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14" name="Rectangle 13"/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3D98FD-B63D-46E0-B974-EC5BBAC02E27}" type="datetime1">
              <a:rPr lang="en-US" noProof="0" smtClean="0"/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14" name="Rectangle 13"/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7E74ECCD-A9BB-4C40-8999-9FDE0B2AF02D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B9A11315-80A2-4A6F-99BC-2337EDBA509A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/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7909053-E1DD-4959-BC7A-C98D3D2614DC}" type="datetime1">
              <a:rPr lang="en-US" noProof="0" smtClean="0"/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9" name="Rectangle 8"/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B9C849-F1D8-4230-9F2F-9250D675BB2A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cxnSp>
        <p:nvCxnSpPr>
          <p:cNvPr id="15" name="Connecteur droit 19"/>
          <p:cNvCxnSpPr/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/>
          <p:cNvCxnSpPr/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/>
          <p:cNvCxnSpPr/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F2DB7022-84E8-42F0-8AEA-ADED76AFD446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Rectangle 8"/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D4C0741-442A-4788-81DA-4F081D559C5A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5" name="Rectangle 4"/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8" name="Rectangle 17"/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70BDB9F-6784-464D-8ED7-29E60E2B21A9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A3ABBD-A00D-4624-9D57-736F5DDBFABC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6BF20AA-C418-460A-B9CF-8F3DD94C436D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3F5CE0-F8B8-4EAA-822E-6451047E7D5F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F8AE65-7CE3-49A8-B2CC-A5A64E5730FA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046700-360D-4474-9946-7580E8968658}" type="datetime1">
              <a:rPr lang="en-US" noProof="0" smtClean="0"/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42F667F3-A942-43B7-9681-6435F4941075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5D576BB9-001A-4B59-8C51-603E71AE3226}" type="datetime1">
              <a:rPr lang="en-US" noProof="0" smtClean="0"/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4" name="Rectangle 13"/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/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833154"/>
            <a:ext cx="12122331" cy="50248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endParaRPr lang="en-US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4503" y="-95794"/>
            <a:ext cx="12087497" cy="18331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629399" y="696686"/>
            <a:ext cx="5144589" cy="3289780"/>
          </a:xfrm>
        </p:spPr>
        <p:txBody>
          <a:bodyPr/>
          <a:lstStyle/>
          <a:p>
            <a:r>
              <a:rPr lang="en-IN" altLang="en-US" dirty="0">
                <a:solidFill>
                  <a:srgbClr val="FF0000"/>
                </a:solidFill>
              </a:rPr>
              <a:t>IMPORTANCE OF APTITUDE</a:t>
            </a:r>
            <a:endParaRPr lang="en-IN" altLang="en-US" dirty="0">
              <a:solidFill>
                <a:srgbClr val="FF0000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+mj-lt"/>
              </a:rPr>
              <a:t>Vignesh m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WIPRO</a:t>
            </a:r>
            <a:endParaRPr lang="en-IN"/>
          </a:p>
          <a:p>
            <a:r>
              <a:rPr lang="en-IN"/>
              <a:t>QUANTITATIVE APTITUDE- 16</a:t>
            </a:r>
            <a:endParaRPr lang="en-IN"/>
          </a:p>
          <a:p>
            <a:r>
              <a:rPr lang="en-IN"/>
              <a:t>LOGICAL REASONING  - 14</a:t>
            </a:r>
            <a:endParaRPr lang="en-IN"/>
          </a:p>
          <a:p>
            <a:r>
              <a:rPr lang="en-IN"/>
              <a:t>ENGLISH -22</a:t>
            </a:r>
            <a:endParaRPr lang="en-IN"/>
          </a:p>
          <a:p>
            <a:r>
              <a:rPr lang="en-IN"/>
              <a:t>CODING - 2</a:t>
            </a:r>
            <a:endParaRPr lang="en-IN"/>
          </a:p>
          <a:p>
            <a:r>
              <a:rPr lang="en-IN"/>
              <a:t>ESSAY WEITTING -1</a:t>
            </a:r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 dirty="0"/>
              <a:t>CTS</a:t>
            </a:r>
            <a:endParaRPr lang="en-IN" altLang="en-US" dirty="0"/>
          </a:p>
          <a:p>
            <a:r>
              <a:rPr lang="en-IN">
                <a:sym typeface="+mn-ea"/>
              </a:rPr>
              <a:t>QUANTITATIVE APTITUDE- 24</a:t>
            </a:r>
            <a:endParaRPr lang="en-IN"/>
          </a:p>
          <a:p>
            <a:r>
              <a:rPr lang="en-IN">
                <a:sym typeface="+mn-ea"/>
              </a:rPr>
              <a:t>LOGICAL REASONING  - 25</a:t>
            </a:r>
            <a:endParaRPr lang="en-IN"/>
          </a:p>
          <a:p>
            <a:r>
              <a:rPr lang="en-IN">
                <a:sym typeface="+mn-ea"/>
              </a:rPr>
              <a:t>ENGLISH - 1 ( ESSAY WRITTING)</a:t>
            </a:r>
            <a:endParaRPr lang="en-IN"/>
          </a:p>
          <a:p>
            <a:r>
              <a:rPr lang="en-IN">
                <a:sym typeface="+mn-ea"/>
              </a:rPr>
              <a:t>CODING - 11</a:t>
            </a:r>
            <a:endParaRPr lang="en-IN"/>
          </a:p>
          <a:p>
            <a:endParaRPr lang="en-I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/>
              <a:t>TCS</a:t>
            </a:r>
            <a:endParaRPr lang="en-IN" altLang="en-US"/>
          </a:p>
          <a:p>
            <a:r>
              <a:rPr lang="en-IN" altLang="en-US"/>
              <a:t>VERBAL -24</a:t>
            </a:r>
            <a:endParaRPr lang="en-IN" altLang="en-US"/>
          </a:p>
          <a:p>
            <a:r>
              <a:rPr lang="en-IN" altLang="en-US"/>
              <a:t>QUANTITATIVE APTITUDE-26</a:t>
            </a:r>
            <a:endParaRPr lang="en-IN" altLang="en-US"/>
          </a:p>
          <a:p>
            <a:r>
              <a:rPr lang="en-IN" altLang="en-US"/>
              <a:t>REASONING -30</a:t>
            </a:r>
            <a:endParaRPr lang="en-IN" altLang="en-US"/>
          </a:p>
          <a:p>
            <a:r>
              <a:rPr lang="en-IN" altLang="en-US"/>
              <a:t>PROGRAMMING LOGIC -10(mcq)</a:t>
            </a:r>
            <a:endParaRPr lang="en-IN" altLang="en-US"/>
          </a:p>
          <a:p>
            <a:r>
              <a:rPr lang="en-IN" altLang="en-US"/>
              <a:t>CODING -2</a:t>
            </a:r>
            <a:endParaRPr lang="en-I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INFOSYS</a:t>
            </a:r>
            <a:endParaRPr lang="en-IN" altLang="en-US"/>
          </a:p>
          <a:p>
            <a:r>
              <a:rPr lang="en-IN">
                <a:sym typeface="+mn-ea"/>
              </a:rPr>
              <a:t>QUANTITATIVE APTITUDE- 15</a:t>
            </a:r>
            <a:endParaRPr lang="en-IN"/>
          </a:p>
          <a:p>
            <a:r>
              <a:rPr lang="en-IN">
                <a:sym typeface="+mn-ea"/>
              </a:rPr>
              <a:t>LOGICAL REASONING  - 10</a:t>
            </a:r>
            <a:endParaRPr lang="en-IN"/>
          </a:p>
          <a:p>
            <a:r>
              <a:rPr lang="en-IN">
                <a:sym typeface="+mn-ea"/>
              </a:rPr>
              <a:t>ENGLISH -20</a:t>
            </a:r>
            <a:endParaRPr lang="en-IN"/>
          </a:p>
          <a:p>
            <a:r>
              <a:rPr lang="en-IN"/>
              <a:t>PSEUDO CODE -5</a:t>
            </a:r>
            <a:endParaRPr lang="en-IN"/>
          </a:p>
          <a:p>
            <a:r>
              <a:rPr lang="en-IN"/>
              <a:t>PUZZLE SOLVING -4</a:t>
            </a:r>
            <a:endParaRPr lang="en-IN"/>
          </a:p>
          <a:p>
            <a:endParaRPr lang="en-IN"/>
          </a:p>
          <a:p>
            <a:endParaRPr lang="en-I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 dirty="0"/>
              <a:t>CAPGEMINI</a:t>
            </a:r>
            <a:endParaRPr lang="en-IN" altLang="en-US" dirty="0"/>
          </a:p>
          <a:p>
            <a:r>
              <a:rPr lang="en-IN" altLang="en-US" dirty="0"/>
              <a:t>Pseudo code-30</a:t>
            </a:r>
            <a:endParaRPr lang="en-IN" altLang="en-US" dirty="0"/>
          </a:p>
          <a:p>
            <a:r>
              <a:rPr lang="en-IN" altLang="en-US" dirty="0"/>
              <a:t>English -30</a:t>
            </a:r>
            <a:endParaRPr lang="en-IN" altLang="en-US" dirty="0"/>
          </a:p>
          <a:p>
            <a:r>
              <a:rPr lang="en-IN" altLang="en-US" dirty="0"/>
              <a:t>Game based aptitude - 4 games</a:t>
            </a:r>
            <a:endParaRPr lang="en-IN" altLang="en-US" dirty="0"/>
          </a:p>
          <a:p>
            <a:endParaRPr lang="en-I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VIRTUSA</a:t>
            </a:r>
            <a:endParaRPr lang="en-IN" altLang="en-US"/>
          </a:p>
          <a:p>
            <a:r>
              <a:rPr lang="en-IN" altLang="en-US"/>
              <a:t>Aptitude - 10</a:t>
            </a:r>
            <a:endParaRPr lang="en-IN" altLang="en-US"/>
          </a:p>
          <a:p>
            <a:r>
              <a:rPr lang="en-IN" altLang="en-US"/>
              <a:t>Verbal - 10</a:t>
            </a:r>
            <a:endParaRPr lang="en-IN" altLang="en-US"/>
          </a:p>
          <a:p>
            <a:r>
              <a:rPr lang="en-IN" altLang="en-US"/>
              <a:t>computer fundamentals- 30</a:t>
            </a:r>
            <a:endParaRPr lang="en-IN" altLang="en-US"/>
          </a:p>
          <a:p>
            <a:r>
              <a:rPr lang="en-IN" altLang="en-US"/>
              <a:t>Psudo code -10</a:t>
            </a:r>
            <a:endParaRPr lang="en-IN" altLang="en-US"/>
          </a:p>
          <a:p>
            <a:r>
              <a:rPr lang="en-IN" altLang="en-US"/>
              <a:t>Coding - 4</a:t>
            </a:r>
            <a:endParaRPr lang="en-IN" altLang="en-US"/>
          </a:p>
          <a:p>
            <a:r>
              <a:rPr lang="en-IN" altLang="en-US"/>
              <a:t>Power coding - 3</a:t>
            </a:r>
            <a:endParaRPr lang="en-I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T-sat</a:t>
            </a:r>
            <a:endParaRPr lang="en-IN" altLang="en-US"/>
          </a:p>
          <a:p>
            <a:r>
              <a:rPr lang="en-IN" altLang="en-US"/>
              <a:t>Quantitative aptitude - 35</a:t>
            </a:r>
            <a:endParaRPr lang="en-IN" altLang="en-US"/>
          </a:p>
          <a:p>
            <a:r>
              <a:rPr lang="en-IN" altLang="en-US"/>
              <a:t>Reasoning- 35</a:t>
            </a:r>
            <a:endParaRPr lang="en-IN" altLang="en-US"/>
          </a:p>
          <a:p>
            <a:r>
              <a:rPr lang="en-IN" altLang="en-US"/>
              <a:t>Verbal -30</a:t>
            </a:r>
            <a:endParaRPr lang="en-I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r>
              <a:rPr lang="en-IN" dirty="0" smtClean="0"/>
              <a:t>                                                                                       </a:t>
            </a:r>
            <a:r>
              <a:rPr lang="en-IN" sz="3600" dirty="0" smtClean="0"/>
              <a:t>THANK YOU</a:t>
            </a:r>
            <a:endParaRPr lang="en-IN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 spider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0</TotalTime>
  <Words>705</Words>
  <Application>WPS Presentation</Application>
  <PresentationFormat>Widescreen</PresentationFormat>
  <Paragraphs>58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Cambria</vt:lpstr>
      <vt:lpstr>Calibri</vt:lpstr>
      <vt:lpstr>Calibri Light</vt:lpstr>
      <vt:lpstr>Microsoft YaHei</vt:lpstr>
      <vt:lpstr>Arial Unicode MS</vt:lpstr>
      <vt:lpstr>Q spider</vt:lpstr>
      <vt:lpstr>Custom Design</vt:lpstr>
      <vt:lpstr>AGES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vignesh</cp:lastModifiedBy>
  <cp:revision>4</cp:revision>
  <dcterms:created xsi:type="dcterms:W3CDTF">2022-04-07T04:00:00Z</dcterms:created>
  <dcterms:modified xsi:type="dcterms:W3CDTF">2022-06-14T10:28:41Z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8DC1FFC2EE3342AD89056A4284B7A1F5</vt:lpwstr>
  </property>
  <property fmtid="{D5CDD505-2E9C-101B-9397-08002B2CF9AE}" pid="4" name="KSOProductBuildVer">
    <vt:lpwstr>1033-11.2.0.11156</vt:lpwstr>
  </property>
</Properties>
</file>