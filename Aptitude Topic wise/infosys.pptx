
<file path=[Content_Types].xml><?xml version="1.0" encoding="utf-8"?>
<Types xmlns="http://schemas.openxmlformats.org/package/2006/content-types">
  <Default Extension="xlsx" ContentType="application/vnd.openxmlformats-officedocument.spreadsheetml.sheet"/>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10.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10.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 id="2147483669" r:id="rId3"/>
  </p:sldMasterIdLst>
  <p:notesMasterIdLst>
    <p:notesMasterId r:id="rId5"/>
  </p:notesMasterIdLst>
  <p:handoutMasterIdLst>
    <p:handoutMasterId r:id="rId110"/>
  </p:handoutMasterIdLst>
  <p:sldIdLst>
    <p:sldId id="258" r:id="rId4"/>
    <p:sldId id="319" r:id="rId6"/>
    <p:sldId id="318" r:id="rId7"/>
    <p:sldId id="314" r:id="rId8"/>
    <p:sldId id="300" r:id="rId9"/>
    <p:sldId id="298" r:id="rId10"/>
    <p:sldId id="301" r:id="rId11"/>
    <p:sldId id="302" r:id="rId12"/>
    <p:sldId id="303" r:id="rId13"/>
    <p:sldId id="304" r:id="rId14"/>
    <p:sldId id="306" r:id="rId15"/>
    <p:sldId id="308" r:id="rId16"/>
    <p:sldId id="307" r:id="rId17"/>
    <p:sldId id="309" r:id="rId18"/>
    <p:sldId id="311" r:id="rId19"/>
    <p:sldId id="313" r:id="rId20"/>
    <p:sldId id="316" r:id="rId21"/>
    <p:sldId id="312" r:id="rId22"/>
    <p:sldId id="310" r:id="rId23"/>
    <p:sldId id="317" r:id="rId24"/>
    <p:sldId id="339" r:id="rId25"/>
    <p:sldId id="340" r:id="rId26"/>
    <p:sldId id="341" r:id="rId27"/>
    <p:sldId id="342" r:id="rId28"/>
    <p:sldId id="343" r:id="rId29"/>
    <p:sldId id="344" r:id="rId30"/>
    <p:sldId id="345" r:id="rId31"/>
    <p:sldId id="347" r:id="rId32"/>
    <p:sldId id="350" r:id="rId33"/>
    <p:sldId id="351" r:id="rId34"/>
    <p:sldId id="354" r:id="rId35"/>
    <p:sldId id="353" r:id="rId36"/>
    <p:sldId id="355" r:id="rId37"/>
    <p:sldId id="367" r:id="rId38"/>
    <p:sldId id="357" r:id="rId39"/>
    <p:sldId id="360" r:id="rId40"/>
    <p:sldId id="361" r:id="rId41"/>
    <p:sldId id="362" r:id="rId42"/>
    <p:sldId id="363" r:id="rId43"/>
    <p:sldId id="364" r:id="rId44"/>
    <p:sldId id="366" r:id="rId45"/>
    <p:sldId id="369" r:id="rId46"/>
    <p:sldId id="370" r:id="rId47"/>
    <p:sldId id="371" r:id="rId48"/>
    <p:sldId id="372" r:id="rId49"/>
    <p:sldId id="373" r:id="rId50"/>
    <p:sldId id="374" r:id="rId51"/>
    <p:sldId id="375" r:id="rId52"/>
    <p:sldId id="376" r:id="rId53"/>
    <p:sldId id="377" r:id="rId54"/>
    <p:sldId id="378" r:id="rId55"/>
    <p:sldId id="379" r:id="rId56"/>
    <p:sldId id="380" r:id="rId57"/>
    <p:sldId id="381" r:id="rId58"/>
    <p:sldId id="382" r:id="rId59"/>
    <p:sldId id="383" r:id="rId60"/>
    <p:sldId id="384" r:id="rId61"/>
    <p:sldId id="385" r:id="rId62"/>
    <p:sldId id="386" r:id="rId63"/>
    <p:sldId id="387" r:id="rId64"/>
    <p:sldId id="388" r:id="rId65"/>
    <p:sldId id="389" r:id="rId66"/>
    <p:sldId id="390" r:id="rId67"/>
    <p:sldId id="391" r:id="rId68"/>
    <p:sldId id="392" r:id="rId69"/>
    <p:sldId id="393" r:id="rId70"/>
    <p:sldId id="394" r:id="rId71"/>
    <p:sldId id="395" r:id="rId72"/>
    <p:sldId id="396" r:id="rId73"/>
    <p:sldId id="397" r:id="rId74"/>
    <p:sldId id="398" r:id="rId75"/>
    <p:sldId id="399" r:id="rId76"/>
    <p:sldId id="400" r:id="rId77"/>
    <p:sldId id="401" r:id="rId78"/>
    <p:sldId id="402" r:id="rId79"/>
    <p:sldId id="403" r:id="rId80"/>
    <p:sldId id="404" r:id="rId81"/>
    <p:sldId id="405" r:id="rId82"/>
    <p:sldId id="406" r:id="rId83"/>
    <p:sldId id="407" r:id="rId84"/>
    <p:sldId id="408" r:id="rId85"/>
    <p:sldId id="409" r:id="rId86"/>
    <p:sldId id="410" r:id="rId87"/>
    <p:sldId id="411" r:id="rId88"/>
    <p:sldId id="412" r:id="rId89"/>
    <p:sldId id="414" r:id="rId90"/>
    <p:sldId id="415" r:id="rId91"/>
    <p:sldId id="416" r:id="rId92"/>
    <p:sldId id="417" r:id="rId93"/>
    <p:sldId id="424" r:id="rId94"/>
    <p:sldId id="425" r:id="rId95"/>
    <p:sldId id="426" r:id="rId96"/>
    <p:sldId id="427" r:id="rId97"/>
    <p:sldId id="428" r:id="rId98"/>
    <p:sldId id="429" r:id="rId99"/>
    <p:sldId id="430" r:id="rId100"/>
    <p:sldId id="431" r:id="rId101"/>
    <p:sldId id="432" r:id="rId102"/>
    <p:sldId id="433" r:id="rId103"/>
    <p:sldId id="434" r:id="rId104"/>
    <p:sldId id="435" r:id="rId105"/>
    <p:sldId id="436" r:id="rId106"/>
    <p:sldId id="437" r:id="rId107"/>
    <p:sldId id="438" r:id="rId108"/>
    <p:sldId id="315" r:id="rId10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39" autoAdjust="0"/>
  </p:normalViewPr>
  <p:slideViewPr>
    <p:cSldViewPr snapToGrid="0">
      <p:cViewPr varScale="1">
        <p:scale>
          <a:sx n="88" d="100"/>
          <a:sy n="88" d="100"/>
        </p:scale>
        <p:origin x="494" y="62"/>
      </p:cViewPr>
      <p:guideLst/>
    </p:cSldViewPr>
  </p:slideViewPr>
  <p:notesTextViewPr>
    <p:cViewPr>
      <p:scale>
        <a:sx n="1" d="1"/>
        <a:sy n="1" d="1"/>
      </p:scale>
      <p:origin x="0" y="0"/>
    </p:cViewPr>
  </p:notesTextViewPr>
  <p:notesViewPr>
    <p:cSldViewPr snapToGrid="0">
      <p:cViewPr>
        <p:scale>
          <a:sx n="50" d="100"/>
          <a:sy n="50" d="100"/>
        </p:scale>
        <p:origin x="3403" y="336"/>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3" Type="http://schemas.openxmlformats.org/officeDocument/2006/relationships/tableStyles" Target="tableStyles.xml"/><Relationship Id="rId112" Type="http://schemas.openxmlformats.org/officeDocument/2006/relationships/viewProps" Target="viewProps.xml"/><Relationship Id="rId111" Type="http://schemas.openxmlformats.org/officeDocument/2006/relationships/presProps" Target="presProps.xml"/><Relationship Id="rId110" Type="http://schemas.openxmlformats.org/officeDocument/2006/relationships/handoutMaster" Target="handoutMasters/handoutMaster1.xml"/><Relationship Id="rId11" Type="http://schemas.openxmlformats.org/officeDocument/2006/relationships/slide" Target="slides/slide7.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package" Target="../embeddings/Workbook3.xlsx"/></Relationships>
</file>

<file path=ppt/charts/_rels/chart4.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package" Target="../embeddings/Workbook4.xlsx"/></Relationships>
</file>

<file path=ppt/charts/_rels/chart5.xml.rels><?xml version="1.0" encoding="UTF-8" standalone="yes"?>
<Relationships xmlns="http://schemas.openxmlformats.org/package/2006/relationships"><Relationship Id="rId3" Type="http://schemas.microsoft.com/office/2011/relationships/chartColorStyle" Target="colors5.xml"/><Relationship Id="rId2" Type="http://schemas.microsoft.com/office/2011/relationships/chartStyle" Target="style5.xml"/><Relationship Id="rId1" Type="http://schemas.openxmlformats.org/officeDocument/2006/relationships/package" Target="../embeddings/Workbook5.xlsx"/></Relationships>
</file>

<file path=ppt/charts/_rels/chart6.xml.rels><?xml version="1.0" encoding="UTF-8" standalone="yes"?>
<Relationships xmlns="http://schemas.openxmlformats.org/package/2006/relationships"><Relationship Id="rId3" Type="http://schemas.microsoft.com/office/2011/relationships/chartColorStyle" Target="colors6.xml"/><Relationship Id="rId2" Type="http://schemas.microsoft.com/office/2011/relationships/chartStyle" Target="style6.xml"/><Relationship Id="rId1" Type="http://schemas.openxmlformats.org/officeDocument/2006/relationships/package" Target="../embeddings/Workbook6.xlsx"/></Relationships>
</file>

<file path=ppt/charts/_rels/chart7.xml.rels><?xml version="1.0" encoding="UTF-8" standalone="yes"?>
<Relationships xmlns="http://schemas.openxmlformats.org/package/2006/relationships"><Relationship Id="rId3" Type="http://schemas.microsoft.com/office/2011/relationships/chartColorStyle" Target="colors7.xml"/><Relationship Id="rId2" Type="http://schemas.microsoft.com/office/2011/relationships/chartStyle" Target="style7.xml"/><Relationship Id="rId1" Type="http://schemas.openxmlformats.org/officeDocument/2006/relationships/package" Target="../embeddings/Workbook7.xlsx"/></Relationships>
</file>

<file path=ppt/charts/_rels/chart8.xml.rels><?xml version="1.0" encoding="UTF-8" standalone="yes"?>
<Relationships xmlns="http://schemas.openxmlformats.org/package/2006/relationships"><Relationship Id="rId3" Type="http://schemas.microsoft.com/office/2011/relationships/chartColorStyle" Target="colors8.xml"/><Relationship Id="rId2" Type="http://schemas.microsoft.com/office/2011/relationships/chartStyle" Target="style8.xml"/><Relationship Id="rId1" Type="http://schemas.openxmlformats.org/officeDocument/2006/relationships/package" Target="../embeddings/Workbook8.xlsx"/></Relationships>
</file>

<file path=ppt/charts/_rels/chart9.xml.rels><?xml version="1.0" encoding="UTF-8" standalone="yes"?>
<Relationships xmlns="http://schemas.openxmlformats.org/package/2006/relationships"><Relationship Id="rId3" Type="http://schemas.microsoft.com/office/2011/relationships/chartColorStyle" Target="colors9.xml"/><Relationship Id="rId2" Type="http://schemas.microsoft.com/office/2011/relationships/chartStyle" Target="style9.xml"/><Relationship Id="rId1" Type="http://schemas.openxmlformats.org/officeDocument/2006/relationships/package" Target="../embeddings/Workbook9.xlsx"/></Relationships>
</file>

<file path=ppt/charts/_rels/chart10.xml.rels><?xml version="1.0" encoding="UTF-8" standalone="yes"?>
<Relationships xmlns="http://schemas.openxmlformats.org/package/2006/relationships"><Relationship Id="rId3" Type="http://schemas.microsoft.com/office/2011/relationships/chartColorStyle" Target="colors10.xml"/><Relationship Id="rId2" Type="http://schemas.microsoft.com/office/2011/relationships/chartStyle" Target="style10.xml"/><Relationship Id="rId1" Type="http://schemas.openxmlformats.org/officeDocument/2006/relationships/package" Target="../embeddings/Workbook10.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215842101736795"/>
          <c:y val="0.0392943870058767"/>
        </c:manualLayout>
      </c:layout>
      <c:overlay val="0"/>
      <c:spPr>
        <a:noFill/>
        <a:ln>
          <a:noFill/>
        </a:ln>
        <a:effectLst/>
      </c:spPr>
      <c:txPr>
        <a:bodyPr rot="0" spcFirstLastPara="0" vertOverflow="ellipsis" vert="horz" wrap="square" anchor="ctr" anchorCtr="1"/>
        <a:lstStyle/>
        <a:p>
          <a:pPr>
            <a:defRPr lang="en-US" sz="1800" b="1" i="0" u="none" strike="noStrike" kern="1200" baseline="0">
              <a:solidFill>
                <a:schemeClr val="dk1">
                  <a:lumMod val="75000"/>
                  <a:lumOff val="25000"/>
                </a:schemeClr>
              </a:solidFill>
              <a:latin typeface="+mn-lt"/>
              <a:ea typeface="+mn-ea"/>
              <a:cs typeface="+mn-cs"/>
            </a:defRPr>
          </a:pPr>
        </a:p>
      </c:txPr>
    </c:title>
    <c:autoTitleDeleted val="0"/>
    <c:plotArea>
      <c:layout>
        <c:manualLayout>
          <c:layoutTarget val="inner"/>
          <c:xMode val="edge"/>
          <c:yMode val="edge"/>
          <c:x val="0.053996823716252"/>
          <c:y val="0.118886876337889"/>
          <c:w val="0.88353626257279"/>
          <c:h val="0.703507327515231"/>
        </c:manualLayout>
      </c:layout>
      <c:barChart>
        <c:barDir val="col"/>
        <c:grouping val="clustered"/>
        <c:varyColors val="0"/>
        <c:ser>
          <c:idx val="0"/>
          <c:order val="0"/>
          <c:tx>
            <c:strRef>
              <c:f>Sheet1!$B$1</c:f>
              <c:strCache>
                <c:ptCount val="1"/>
                <c:pt idx="0">
                  <c:v>Day </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0" vertOverflow="ellipsis" vert="horz" wrap="square" lIns="38100" tIns="19050" rIns="38100" bIns="19050" anchor="ctr" anchorCtr="1"/>
              <a:lstStyle/>
              <a:p>
                <a:pPr>
                  <a:defRPr lang="en-US" sz="900" b="1" i="0" u="none" strike="noStrike" kern="1200" baseline="0">
                    <a:solidFill>
                      <a:schemeClr val="lt1"/>
                    </a:solidFill>
                    <a:latin typeface="+mn-lt"/>
                    <a:ea typeface="+mn-ea"/>
                    <a:cs typeface="+mn-cs"/>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Sheet1!$A$2:$A$6</c:f>
              <c:strCache>
                <c:ptCount val="5"/>
                <c:pt idx="0">
                  <c:v>A</c:v>
                </c:pt>
                <c:pt idx="1">
                  <c:v>B</c:v>
                </c:pt>
                <c:pt idx="2">
                  <c:v>C</c:v>
                </c:pt>
                <c:pt idx="3">
                  <c:v>D</c:v>
                </c:pt>
                <c:pt idx="4">
                  <c:v>E</c:v>
                </c:pt>
              </c:strCache>
            </c:strRef>
          </c:cat>
          <c:val>
            <c:numRef>
              <c:f>Sheet1!$B$2:$B$6</c:f>
              <c:numCache>
                <c:formatCode>General</c:formatCode>
                <c:ptCount val="5"/>
                <c:pt idx="0">
                  <c:v>120</c:v>
                </c:pt>
                <c:pt idx="1">
                  <c:v>180</c:v>
                </c:pt>
                <c:pt idx="2">
                  <c:v>140</c:v>
                </c:pt>
                <c:pt idx="3">
                  <c:v>100</c:v>
                </c:pt>
                <c:pt idx="4">
                  <c:v>150</c:v>
                </c:pt>
              </c:numCache>
            </c:numRef>
          </c:val>
        </c:ser>
        <c:ser>
          <c:idx val="1"/>
          <c:order val="1"/>
          <c:tx>
            <c:strRef>
              <c:f>Sheet1!$C$1</c:f>
              <c:strCache>
                <c:ptCount val="1"/>
                <c:pt idx="0">
                  <c:v>Night</c:v>
                </c:pt>
              </c:strCache>
            </c:strRef>
          </c:tx>
          <c:spPr>
            <a:solidFill>
              <a:schemeClr val="accent2">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0" vertOverflow="ellipsis" vert="horz" wrap="square" lIns="38100" tIns="19050" rIns="38100" bIns="19050" anchor="ctr" anchorCtr="1"/>
              <a:lstStyle/>
              <a:p>
                <a:pPr>
                  <a:defRPr lang="en-US" sz="900" b="1" i="0" u="none" strike="noStrike" kern="1200" baseline="0">
                    <a:solidFill>
                      <a:schemeClr val="lt1"/>
                    </a:solidFill>
                    <a:latin typeface="+mn-lt"/>
                    <a:ea typeface="+mn-ea"/>
                    <a:cs typeface="+mn-cs"/>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Sheet1!$A$2:$A$6</c:f>
              <c:strCache>
                <c:ptCount val="5"/>
                <c:pt idx="0">
                  <c:v>A</c:v>
                </c:pt>
                <c:pt idx="1">
                  <c:v>B</c:v>
                </c:pt>
                <c:pt idx="2">
                  <c:v>C</c:v>
                </c:pt>
                <c:pt idx="3">
                  <c:v>D</c:v>
                </c:pt>
                <c:pt idx="4">
                  <c:v>E</c:v>
                </c:pt>
              </c:strCache>
            </c:strRef>
          </c:cat>
          <c:val>
            <c:numRef>
              <c:f>Sheet1!$C$2:$C$6</c:f>
              <c:numCache>
                <c:formatCode>General</c:formatCode>
                <c:ptCount val="5"/>
                <c:pt idx="0">
                  <c:v>150</c:v>
                </c:pt>
                <c:pt idx="1">
                  <c:v>160</c:v>
                </c:pt>
                <c:pt idx="2">
                  <c:v>240</c:v>
                </c:pt>
                <c:pt idx="3">
                  <c:v>180</c:v>
                </c:pt>
                <c:pt idx="4">
                  <c:v>150</c:v>
                </c:pt>
              </c:numCache>
            </c:numRef>
          </c:val>
        </c:ser>
        <c:ser>
          <c:idx val="2"/>
          <c:order val="2"/>
          <c:tx>
            <c:strRef>
              <c:f>Sheet1!#REF!</c:f>
              <c:strCache>
                <c:ptCount val="1"/>
                <c:pt idx="0">
                  <c:v/>
                </c:pt>
              </c:strCache>
            </c:strRef>
          </c:tx>
          <c:spPr>
            <a:solidFill>
              <a:schemeClr val="accent3">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0" vertOverflow="ellipsis" vert="horz" wrap="square" lIns="38100" tIns="19050" rIns="38100" bIns="19050" anchor="ctr" anchorCtr="1"/>
              <a:lstStyle/>
              <a:p>
                <a:pPr>
                  <a:defRPr lang="en-US" sz="900" b="1" i="0" u="none" strike="noStrike" kern="1200" baseline="0">
                    <a:solidFill>
                      <a:schemeClr val="lt1"/>
                    </a:solidFill>
                    <a:latin typeface="+mn-lt"/>
                    <a:ea typeface="+mn-ea"/>
                    <a:cs typeface="+mn-cs"/>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Sheet1!$A$2:$A$6</c:f>
              <c:strCache>
                <c:ptCount val="5"/>
                <c:pt idx="0">
                  <c:v>A</c:v>
                </c:pt>
                <c:pt idx="1">
                  <c:v>B</c:v>
                </c:pt>
                <c:pt idx="2">
                  <c:v>C</c:v>
                </c:pt>
                <c:pt idx="3">
                  <c:v>D</c:v>
                </c:pt>
                <c:pt idx="4">
                  <c:v>E</c:v>
                </c:pt>
              </c:strCache>
            </c:strRef>
          </c:cat>
          <c:val>
            <c:numRef>
              <c:f>Sheet1!#REF!</c:f>
              <c:numCache>
                <c:formatCode>General</c:formatCode>
                <c:ptCount val="1"/>
                <c:pt idx="0">
                  <c:v>1</c:v>
                </c:pt>
              </c:numCache>
            </c:numRef>
          </c:val>
        </c:ser>
        <c:dLbls>
          <c:showLegendKey val="0"/>
          <c:showVal val="1"/>
          <c:showCatName val="0"/>
          <c:showSerName val="0"/>
          <c:showPercent val="0"/>
          <c:showBubbleSize val="0"/>
        </c:dLbls>
        <c:gapWidth val="65"/>
        <c:overlap val="0"/>
        <c:axId val="261831436"/>
        <c:axId val="169169209"/>
      </c:barChart>
      <c:catAx>
        <c:axId val="261831436"/>
        <c:scaling>
          <c:orientation val="minMax"/>
        </c:scaling>
        <c:delete val="0"/>
        <c:axPos val="b"/>
        <c:majorTickMark val="none"/>
        <c:minorTickMark val="none"/>
        <c:tickLblPos val="nextTo"/>
        <c:spPr>
          <a:noFill/>
          <a:ln w="19050" cap="flat" cmpd="sng" algn="ctr">
            <a:solidFill>
              <a:schemeClr val="dk1">
                <a:lumMod val="75000"/>
                <a:lumOff val="25000"/>
              </a:schemeClr>
            </a:solidFill>
            <a:round/>
          </a:ln>
          <a:effectLst/>
        </c:spPr>
        <c:txPr>
          <a:bodyPr rot="-60000000" spcFirstLastPara="0" vertOverflow="ellipsis" vert="horz" wrap="square" anchor="ctr" anchorCtr="1"/>
          <a:lstStyle/>
          <a:p>
            <a:pPr>
              <a:defRPr lang="en-US" sz="900" b="0" i="0" u="none" strike="noStrike" kern="1200" cap="all" baseline="0">
                <a:solidFill>
                  <a:schemeClr val="dk1">
                    <a:lumMod val="75000"/>
                    <a:lumOff val="25000"/>
                  </a:schemeClr>
                </a:solidFill>
                <a:latin typeface="+mn-lt"/>
                <a:ea typeface="+mn-ea"/>
                <a:cs typeface="+mn-cs"/>
              </a:defRPr>
            </a:pPr>
          </a:p>
        </c:txPr>
        <c:crossAx val="169169209"/>
        <c:crosses val="autoZero"/>
        <c:auto val="1"/>
        <c:lblAlgn val="ctr"/>
        <c:lblOffset val="100"/>
        <c:noMultiLvlLbl val="0"/>
      </c:catAx>
      <c:valAx>
        <c:axId val="169169209"/>
        <c:scaling>
          <c:orientation val="minMax"/>
        </c:scaling>
        <c:delete val="1"/>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none"/>
        <c:minorTickMark val="none"/>
        <c:tickLblPos val="nextTo"/>
        <c:txPr>
          <a:bodyPr rot="-60000000" spcFirstLastPara="0" vertOverflow="ellipsis" vert="horz" wrap="square" anchor="ctr" anchorCtr="1"/>
          <a:lstStyle/>
          <a:p>
            <a:pPr>
              <a:defRPr lang="en-US" sz="900" b="0" i="0" u="none" strike="noStrike" kern="1200" baseline="0">
                <a:solidFill>
                  <a:schemeClr val="dk1">
                    <a:lumMod val="75000"/>
                    <a:lumOff val="25000"/>
                  </a:schemeClr>
                </a:solidFill>
                <a:latin typeface="+mn-lt"/>
                <a:ea typeface="+mn-ea"/>
                <a:cs typeface="+mn-cs"/>
              </a:defRPr>
            </a:pPr>
          </a:p>
        </c:txPr>
        <c:crossAx val="261831436"/>
        <c:crosses val="autoZero"/>
        <c:crossBetween val="between"/>
      </c:valAx>
      <c:spPr>
        <a:noFill/>
        <a:ln>
          <a:noFill/>
        </a:ln>
        <a:effectLst/>
      </c:spPr>
    </c:plotArea>
    <c:legend>
      <c:legendPos val="b"/>
      <c:layout/>
      <c:overlay val="0"/>
      <c:spPr>
        <a:solidFill>
          <a:schemeClr val="lt1">
            <a:lumMod val="95000"/>
            <a:alpha val="39000"/>
          </a:schemeClr>
        </a:solidFill>
        <a:ln>
          <a:noFill/>
        </a:ln>
        <a:effectLst/>
      </c:spPr>
      <c:txPr>
        <a:bodyPr rot="0" spcFirstLastPara="0" vertOverflow="ellipsis" vert="horz" wrap="square" anchor="ctr" anchorCtr="1"/>
        <a:lstStyle/>
        <a:p>
          <a:pPr>
            <a:defRPr lang="en-US" sz="900" b="0" i="0" u="none" strike="noStrike" kern="1200" baseline="0">
              <a:solidFill>
                <a:schemeClr val="dk1">
                  <a:lumMod val="75000"/>
                  <a:lumOff val="25000"/>
                </a:schemeClr>
              </a:solidFill>
              <a:latin typeface="+mn-lt"/>
              <a:ea typeface="+mn-ea"/>
              <a:cs typeface="+mn-cs"/>
            </a:defRPr>
          </a:pPr>
        </a:p>
      </c:txPr>
    </c:legend>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gradFill>
    <a:ln w="9525" cap="flat" cmpd="sng" algn="ctr">
      <a:solidFill>
        <a:schemeClr val="dk1">
          <a:lumMod val="25000"/>
          <a:lumOff val="75000"/>
        </a:schemeClr>
      </a:solidFill>
      <a:round/>
    </a:ln>
    <a:effectLst/>
  </c:spPr>
  <c:txPr>
    <a:bodyPr/>
    <a:lstStyle/>
    <a:p>
      <a:pPr>
        <a:defRPr lang="en-US"/>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215842101736795"/>
          <c:y val="0.0392943870058767"/>
        </c:manualLayout>
      </c:layout>
      <c:overlay val="0"/>
      <c:spPr>
        <a:noFill/>
        <a:ln>
          <a:noFill/>
        </a:ln>
        <a:effectLst/>
      </c:spPr>
      <c:txPr>
        <a:bodyPr rot="0" spcFirstLastPara="0" vertOverflow="ellipsis" vert="horz" wrap="square" anchor="ctr" anchorCtr="1"/>
        <a:lstStyle/>
        <a:p>
          <a:pPr>
            <a:defRPr lang="en-US" sz="1800" b="1" i="0" u="none" strike="noStrike" kern="1200" baseline="0">
              <a:solidFill>
                <a:schemeClr val="dk1">
                  <a:lumMod val="75000"/>
                  <a:lumOff val="25000"/>
                </a:schemeClr>
              </a:solidFill>
              <a:latin typeface="+mn-lt"/>
              <a:ea typeface="+mn-ea"/>
              <a:cs typeface="+mn-cs"/>
            </a:defRPr>
          </a:pPr>
        </a:p>
      </c:txPr>
    </c:title>
    <c:autoTitleDeleted val="0"/>
    <c:plotArea>
      <c:layout>
        <c:manualLayout>
          <c:layoutTarget val="inner"/>
          <c:xMode val="edge"/>
          <c:yMode val="edge"/>
          <c:x val="0.053996823716252"/>
          <c:y val="0.118886876337889"/>
          <c:w val="0.88353626257279"/>
          <c:h val="0.703507327515231"/>
        </c:manualLayout>
      </c:layout>
      <c:barChart>
        <c:barDir val="col"/>
        <c:grouping val="clustered"/>
        <c:varyColors val="0"/>
        <c:ser>
          <c:idx val="0"/>
          <c:order val="0"/>
          <c:tx>
            <c:strRef>
              <c:f>Sheet1!$B$1</c:f>
              <c:strCache>
                <c:ptCount val="1"/>
                <c:pt idx="0">
                  <c:v>Day 1</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0" vertOverflow="ellipsis" vert="horz" wrap="square" lIns="38100" tIns="19050" rIns="38100" bIns="19050" anchor="ctr" anchorCtr="1"/>
              <a:lstStyle/>
              <a:p>
                <a:pPr>
                  <a:defRPr lang="en-US" sz="900" b="1" i="0" u="none" strike="noStrike" kern="1200" baseline="0">
                    <a:solidFill>
                      <a:schemeClr val="lt1"/>
                    </a:solidFill>
                    <a:latin typeface="+mn-lt"/>
                    <a:ea typeface="+mn-ea"/>
                    <a:cs typeface="+mn-cs"/>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Sheet1!$A$2:$A$6</c:f>
              <c:strCache>
                <c:ptCount val="5"/>
                <c:pt idx="0">
                  <c:v>A</c:v>
                </c:pt>
                <c:pt idx="1">
                  <c:v>B</c:v>
                </c:pt>
                <c:pt idx="2">
                  <c:v>C</c:v>
                </c:pt>
                <c:pt idx="3">
                  <c:v>D</c:v>
                </c:pt>
                <c:pt idx="4">
                  <c:v>E</c:v>
                </c:pt>
              </c:strCache>
            </c:strRef>
          </c:cat>
          <c:val>
            <c:numRef>
              <c:f>Sheet1!$B$2:$B$6</c:f>
              <c:numCache>
                <c:formatCode>General</c:formatCode>
                <c:ptCount val="5"/>
                <c:pt idx="0">
                  <c:v>15</c:v>
                </c:pt>
                <c:pt idx="1">
                  <c:v>12</c:v>
                </c:pt>
                <c:pt idx="2">
                  <c:v>11</c:v>
                </c:pt>
                <c:pt idx="3">
                  <c:v>12</c:v>
                </c:pt>
                <c:pt idx="4">
                  <c:v>17</c:v>
                </c:pt>
              </c:numCache>
            </c:numRef>
          </c:val>
        </c:ser>
        <c:ser>
          <c:idx val="1"/>
          <c:order val="1"/>
          <c:tx>
            <c:strRef>
              <c:f>Sheet1!$C$1</c:f>
              <c:strCache>
                <c:ptCount val="1"/>
                <c:pt idx="0">
                  <c:v>Day 2</c:v>
                </c:pt>
              </c:strCache>
            </c:strRef>
          </c:tx>
          <c:spPr>
            <a:solidFill>
              <a:schemeClr val="accent2">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0" vertOverflow="ellipsis" vert="horz" wrap="square" lIns="38100" tIns="19050" rIns="38100" bIns="19050" anchor="ctr" anchorCtr="1"/>
              <a:lstStyle/>
              <a:p>
                <a:pPr>
                  <a:defRPr lang="en-US" sz="900" b="1" i="0" u="none" strike="noStrike" kern="1200" baseline="0">
                    <a:solidFill>
                      <a:schemeClr val="lt1"/>
                    </a:solidFill>
                    <a:latin typeface="+mn-lt"/>
                    <a:ea typeface="+mn-ea"/>
                    <a:cs typeface="+mn-cs"/>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Sheet1!$A$2:$A$6</c:f>
              <c:strCache>
                <c:ptCount val="5"/>
                <c:pt idx="0">
                  <c:v>A</c:v>
                </c:pt>
                <c:pt idx="1">
                  <c:v>B</c:v>
                </c:pt>
                <c:pt idx="2">
                  <c:v>C</c:v>
                </c:pt>
                <c:pt idx="3">
                  <c:v>D</c:v>
                </c:pt>
                <c:pt idx="4">
                  <c:v>E</c:v>
                </c:pt>
              </c:strCache>
            </c:strRef>
          </c:cat>
          <c:val>
            <c:numRef>
              <c:f>Sheet1!$C$2:$C$6</c:f>
              <c:numCache>
                <c:formatCode>General</c:formatCode>
                <c:ptCount val="5"/>
                <c:pt idx="0">
                  <c:v>15</c:v>
                </c:pt>
                <c:pt idx="1">
                  <c:v>18.5</c:v>
                </c:pt>
                <c:pt idx="2">
                  <c:v>18.5</c:v>
                </c:pt>
                <c:pt idx="3">
                  <c:v>15</c:v>
                </c:pt>
                <c:pt idx="4">
                  <c:v>14</c:v>
                </c:pt>
              </c:numCache>
            </c:numRef>
          </c:val>
        </c:ser>
        <c:dLbls>
          <c:showLegendKey val="0"/>
          <c:showVal val="1"/>
          <c:showCatName val="0"/>
          <c:showSerName val="0"/>
          <c:showPercent val="0"/>
          <c:showBubbleSize val="0"/>
        </c:dLbls>
        <c:gapWidth val="65"/>
        <c:overlap val="0"/>
        <c:axId val="261831436"/>
        <c:axId val="169169209"/>
      </c:barChart>
      <c:catAx>
        <c:axId val="261831436"/>
        <c:scaling>
          <c:orientation val="minMax"/>
        </c:scaling>
        <c:delete val="0"/>
        <c:axPos val="b"/>
        <c:majorTickMark val="none"/>
        <c:minorTickMark val="none"/>
        <c:tickLblPos val="nextTo"/>
        <c:spPr>
          <a:noFill/>
          <a:ln w="19050" cap="flat" cmpd="sng" algn="ctr">
            <a:solidFill>
              <a:schemeClr val="dk1">
                <a:lumMod val="75000"/>
                <a:lumOff val="25000"/>
              </a:schemeClr>
            </a:solidFill>
            <a:round/>
          </a:ln>
          <a:effectLst/>
        </c:spPr>
        <c:txPr>
          <a:bodyPr rot="-60000000" spcFirstLastPara="0" vertOverflow="ellipsis" vert="horz" wrap="square" anchor="ctr" anchorCtr="1"/>
          <a:lstStyle/>
          <a:p>
            <a:pPr>
              <a:defRPr lang="en-US" sz="900" b="0" i="0" u="none" strike="noStrike" kern="1200" cap="all" baseline="0">
                <a:solidFill>
                  <a:schemeClr val="dk1">
                    <a:lumMod val="75000"/>
                    <a:lumOff val="25000"/>
                  </a:schemeClr>
                </a:solidFill>
                <a:latin typeface="+mn-lt"/>
                <a:ea typeface="+mn-ea"/>
                <a:cs typeface="+mn-cs"/>
              </a:defRPr>
            </a:pPr>
          </a:p>
        </c:txPr>
        <c:crossAx val="169169209"/>
        <c:crosses val="autoZero"/>
        <c:auto val="1"/>
        <c:lblAlgn val="ctr"/>
        <c:lblOffset val="100"/>
        <c:noMultiLvlLbl val="0"/>
      </c:catAx>
      <c:valAx>
        <c:axId val="169169209"/>
        <c:scaling>
          <c:orientation val="minMax"/>
        </c:scaling>
        <c:delete val="1"/>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none"/>
        <c:minorTickMark val="none"/>
        <c:tickLblPos val="nextTo"/>
        <c:txPr>
          <a:bodyPr rot="-60000000" spcFirstLastPara="0" vertOverflow="ellipsis" vert="horz" wrap="square" anchor="ctr" anchorCtr="1"/>
          <a:lstStyle/>
          <a:p>
            <a:pPr>
              <a:defRPr lang="en-US" sz="900" b="0" i="0" u="none" strike="noStrike" kern="1200" baseline="0">
                <a:solidFill>
                  <a:schemeClr val="dk1">
                    <a:lumMod val="75000"/>
                    <a:lumOff val="25000"/>
                  </a:schemeClr>
                </a:solidFill>
                <a:latin typeface="+mn-lt"/>
                <a:ea typeface="+mn-ea"/>
                <a:cs typeface="+mn-cs"/>
              </a:defRPr>
            </a:pPr>
          </a:p>
        </c:txPr>
        <c:crossAx val="261831436"/>
        <c:crosses val="autoZero"/>
        <c:crossBetween val="between"/>
      </c:valAx>
      <c:spPr>
        <a:noFill/>
        <a:ln>
          <a:noFill/>
        </a:ln>
        <a:effectLst/>
      </c:spPr>
    </c:plotArea>
    <c:legend>
      <c:legendPos val="b"/>
      <c:layout>
        <c:manualLayout>
          <c:xMode val="edge"/>
          <c:yMode val="edge"/>
          <c:x val="0.333310152990264"/>
          <c:y val="0.941824387216879"/>
        </c:manualLayout>
      </c:layout>
      <c:overlay val="0"/>
      <c:spPr>
        <a:solidFill>
          <a:schemeClr val="lt1">
            <a:lumMod val="95000"/>
            <a:alpha val="39000"/>
          </a:schemeClr>
        </a:solidFill>
        <a:ln>
          <a:noFill/>
        </a:ln>
        <a:effectLst/>
      </c:spPr>
      <c:txPr>
        <a:bodyPr rot="0" spcFirstLastPara="0" vertOverflow="ellipsis" vert="horz" wrap="square" anchor="ctr" anchorCtr="1"/>
        <a:lstStyle/>
        <a:p>
          <a:pPr>
            <a:defRPr lang="en-US" sz="900" b="0" i="0" u="none" strike="noStrike" kern="1200" baseline="0">
              <a:solidFill>
                <a:schemeClr val="dk1">
                  <a:lumMod val="75000"/>
                  <a:lumOff val="25000"/>
                </a:schemeClr>
              </a:solidFill>
              <a:latin typeface="+mn-lt"/>
              <a:ea typeface="+mn-ea"/>
              <a:cs typeface="+mn-cs"/>
            </a:defRPr>
          </a:pPr>
        </a:p>
      </c:txPr>
    </c:legend>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gradFill>
    <a:ln w="9525" cap="flat" cmpd="sng" algn="ctr">
      <a:solidFill>
        <a:schemeClr val="dk1">
          <a:lumMod val="25000"/>
          <a:lumOff val="75000"/>
        </a:schemeClr>
      </a:solidFill>
      <a:round/>
    </a:ln>
    <a:effectLst/>
  </c:spPr>
  <c:txPr>
    <a:bodyPr/>
    <a:lstStyle/>
    <a:p>
      <a:pPr>
        <a:defRPr lang="en-US"/>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215842101736795"/>
          <c:y val="0.0392943870058767"/>
        </c:manualLayout>
      </c:layout>
      <c:overlay val="0"/>
      <c:spPr>
        <a:noFill/>
        <a:ln>
          <a:noFill/>
        </a:ln>
        <a:effectLst/>
      </c:spPr>
      <c:txPr>
        <a:bodyPr rot="0" spcFirstLastPara="0" vertOverflow="ellipsis" vert="horz" wrap="square" anchor="ctr" anchorCtr="1"/>
        <a:lstStyle/>
        <a:p>
          <a:pPr>
            <a:defRPr lang="en-US" sz="1800" b="1" i="0" u="none" strike="noStrike" kern="1200" baseline="0">
              <a:solidFill>
                <a:schemeClr val="dk1">
                  <a:lumMod val="75000"/>
                  <a:lumOff val="25000"/>
                </a:schemeClr>
              </a:solidFill>
              <a:latin typeface="+mn-lt"/>
              <a:ea typeface="+mn-ea"/>
              <a:cs typeface="+mn-cs"/>
            </a:defRPr>
          </a:pPr>
        </a:p>
      </c:txPr>
    </c:title>
    <c:autoTitleDeleted val="0"/>
    <c:plotArea>
      <c:layout>
        <c:manualLayout>
          <c:layoutTarget val="inner"/>
          <c:xMode val="edge"/>
          <c:yMode val="edge"/>
          <c:x val="0.053996823716252"/>
          <c:y val="0.118886876337889"/>
          <c:w val="0.88353626257279"/>
          <c:h val="0.703507327515231"/>
        </c:manualLayout>
      </c:layout>
      <c:lineChart>
        <c:grouping val="standard"/>
        <c:varyColors val="0"/>
        <c:ser>
          <c:idx val="0"/>
          <c:order val="0"/>
          <c:tx>
            <c:strRef>
              <c:f>Sheet1!$B$1</c:f>
              <c:strCache>
                <c:ptCount val="1"/>
                <c:pt idx="0">
                  <c:v>Steel (in 10000 tones)</c:v>
                </c:pt>
              </c:strCache>
            </c:strRef>
          </c:tx>
          <c:spPr>
            <a:ln w="31750" cap="rnd">
              <a:solidFill>
                <a:schemeClr val="accent1">
                  <a:alpha val="85000"/>
                </a:schemeClr>
              </a:solidFill>
              <a:round/>
            </a:ln>
            <a:effectLst/>
          </c:spPr>
          <c:marker>
            <c:symbol val="none"/>
          </c:marker>
          <c:dLbls>
            <c:spPr>
              <a:solidFill>
                <a:schemeClr val="lt1"/>
              </a:solidFill>
              <a:ln w="15875" cap="flat" cmpd="sng" algn="ctr">
                <a:solidFill>
                  <a:schemeClr val="accent1"/>
                </a:solidFill>
                <a:prstDash val="solid"/>
              </a:ln>
              <a:effectLst/>
              <a:sp3d>
                <a:extrusionClr>
                  <a:srgbClr val="FFFFFF"/>
                </a:extrusionClr>
                <a:contourClr>
                  <a:srgbClr val="FFFFFF"/>
                </a:contourClr>
              </a:sp3d>
            </c:spPr>
            <c:txPr>
              <a:bodyPr rot="0" spcFirstLastPara="0" vertOverflow="ellipsis" vert="horz" wrap="square" lIns="38100" tIns="19050" rIns="38100" bIns="19050" anchor="ctr" anchorCtr="1"/>
              <a:lstStyle/>
              <a:p>
                <a:pPr>
                  <a:defRPr lang="en-US" sz="900" b="1" i="0" u="none" strike="noStrike" kern="1200" baseline="0">
                    <a:solidFill>
                      <a:schemeClr val="dk1"/>
                    </a:solidFill>
                    <a:latin typeface="+mn-lt"/>
                    <a:ea typeface="+mn-ea"/>
                    <a:cs typeface="+mn-cs"/>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numRef>
              <c:f>Sheet1!$A$2:$A$6</c:f>
              <c:numCache>
                <c:formatCode>General</c:formatCode>
                <c:ptCount val="5"/>
                <c:pt idx="0">
                  <c:v>2000</c:v>
                </c:pt>
                <c:pt idx="1">
                  <c:v>2001</c:v>
                </c:pt>
                <c:pt idx="2">
                  <c:v>2002</c:v>
                </c:pt>
                <c:pt idx="3">
                  <c:v>2003</c:v>
                </c:pt>
              </c:numCache>
            </c:numRef>
          </c:cat>
          <c:val>
            <c:numRef>
              <c:f>Sheet1!$B$2:$B$6</c:f>
              <c:numCache>
                <c:formatCode>General</c:formatCode>
                <c:ptCount val="5"/>
                <c:pt idx="0">
                  <c:v>25</c:v>
                </c:pt>
                <c:pt idx="1">
                  <c:v>20</c:v>
                </c:pt>
                <c:pt idx="2">
                  <c:v>20</c:v>
                </c:pt>
                <c:pt idx="3">
                  <c:v>25</c:v>
                </c:pt>
              </c:numCache>
            </c:numRef>
          </c:val>
          <c:smooth val="0"/>
        </c:ser>
        <c:ser>
          <c:idx val="1"/>
          <c:order val="1"/>
          <c:tx>
            <c:strRef>
              <c:f>Sheet1!$C$1</c:f>
              <c:strCache>
                <c:ptCount val="1"/>
                <c:pt idx="0">
                  <c:v>Cooper (In 10000 tonnes)</c:v>
                </c:pt>
              </c:strCache>
            </c:strRef>
          </c:tx>
          <c:spPr>
            <a:ln w="31750" cap="rnd">
              <a:solidFill>
                <a:schemeClr val="accent2">
                  <a:alpha val="85000"/>
                </a:schemeClr>
              </a:solidFill>
              <a:round/>
            </a:ln>
            <a:effectLst/>
          </c:spPr>
          <c:marker>
            <c:symbol val="none"/>
          </c:marker>
          <c:dLbls>
            <c:spPr>
              <a:solidFill>
                <a:schemeClr val="lt1"/>
              </a:solidFill>
              <a:ln w="15875" cap="flat" cmpd="sng" algn="ctr">
                <a:solidFill>
                  <a:schemeClr val="accent2"/>
                </a:solidFill>
                <a:prstDash val="solid"/>
              </a:ln>
              <a:effectLst/>
              <a:sp3d>
                <a:extrusionClr>
                  <a:srgbClr val="FFFFFF"/>
                </a:extrusionClr>
                <a:contourClr>
                  <a:srgbClr val="FFFFFF"/>
                </a:contourClr>
              </a:sp3d>
            </c:spPr>
            <c:txPr>
              <a:bodyPr rot="0" spcFirstLastPara="0" vertOverflow="ellipsis" vert="horz" wrap="square" lIns="38100" tIns="19050" rIns="38100" bIns="19050" anchor="ctr" anchorCtr="1"/>
              <a:lstStyle/>
              <a:p>
                <a:pPr>
                  <a:defRPr lang="en-US" sz="900" b="1" i="0" u="none" strike="noStrike" kern="1200" baseline="0">
                    <a:solidFill>
                      <a:schemeClr val="dk1"/>
                    </a:solidFill>
                    <a:latin typeface="+mn-lt"/>
                    <a:ea typeface="+mn-ea"/>
                    <a:cs typeface="+mn-cs"/>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numRef>
              <c:f>Sheet1!$A$2:$A$6</c:f>
              <c:numCache>
                <c:formatCode>General</c:formatCode>
                <c:ptCount val="5"/>
                <c:pt idx="0">
                  <c:v>2000</c:v>
                </c:pt>
                <c:pt idx="1">
                  <c:v>2001</c:v>
                </c:pt>
                <c:pt idx="2">
                  <c:v>2002</c:v>
                </c:pt>
                <c:pt idx="3">
                  <c:v>2003</c:v>
                </c:pt>
              </c:numCache>
            </c:numRef>
          </c:cat>
          <c:val>
            <c:numRef>
              <c:f>Sheet1!$C$2:$C$6</c:f>
              <c:numCache>
                <c:formatCode>General</c:formatCode>
                <c:ptCount val="5"/>
                <c:pt idx="0">
                  <c:v>20</c:v>
                </c:pt>
                <c:pt idx="1">
                  <c:v>15</c:v>
                </c:pt>
                <c:pt idx="2">
                  <c:v>25</c:v>
                </c:pt>
                <c:pt idx="3">
                  <c:v>30</c:v>
                </c:pt>
              </c:numCache>
            </c:numRef>
          </c:val>
          <c:smooth val="0"/>
        </c:ser>
        <c:ser>
          <c:idx val="2"/>
          <c:order val="2"/>
          <c:tx>
            <c:strRef>
              <c:f>Sheet1!#REF!</c:f>
              <c:strCache>
                <c:ptCount val="1"/>
                <c:pt idx="0">
                  <c:v/>
                </c:pt>
              </c:strCache>
            </c:strRef>
          </c:tx>
          <c:spPr>
            <a:ln w="31750" cap="rnd">
              <a:solidFill>
                <a:schemeClr val="accent3">
                  <a:alpha val="85000"/>
                </a:schemeClr>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en-US" sz="900" b="1" i="0" u="none" strike="noStrike" kern="1200" baseline="0">
                    <a:solidFill>
                      <a:schemeClr val="lt1"/>
                    </a:solidFill>
                    <a:latin typeface="+mn-lt"/>
                    <a:ea typeface="+mn-ea"/>
                    <a:cs typeface="+mn-cs"/>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numRef>
              <c:f>Sheet1!$A$2:$A$6</c:f>
              <c:numCache>
                <c:formatCode>General</c:formatCode>
                <c:ptCount val="5"/>
                <c:pt idx="0">
                  <c:v>2000</c:v>
                </c:pt>
                <c:pt idx="1">
                  <c:v>2001</c:v>
                </c:pt>
                <c:pt idx="2">
                  <c:v>2002</c:v>
                </c:pt>
                <c:pt idx="3">
                  <c:v>2003</c:v>
                </c:pt>
              </c:numCache>
            </c:numRef>
          </c:cat>
          <c:val>
            <c:numRef>
              <c:f>Sheet1!#REF!</c:f>
              <c:numCache>
                <c:formatCode>General</c:formatCode>
                <c:ptCount val="1"/>
                <c:pt idx="0">
                  <c:v>1</c:v>
                </c:pt>
              </c:numCache>
            </c:numRef>
          </c:val>
          <c:smooth val="0"/>
        </c:ser>
        <c:dLbls>
          <c:showLegendKey val="0"/>
          <c:showVal val="1"/>
          <c:showCatName val="0"/>
          <c:showSerName val="0"/>
          <c:showPercent val="0"/>
          <c:showBubbleSize val="0"/>
        </c:dLbls>
        <c:marker val="0"/>
        <c:smooth val="0"/>
        <c:axId val="261831436"/>
        <c:axId val="169169209"/>
      </c:lineChart>
      <c:catAx>
        <c:axId val="261831436"/>
        <c:scaling>
          <c:orientation val="minMax"/>
        </c:scaling>
        <c:delete val="0"/>
        <c:axPos val="b"/>
        <c:majorTickMark val="none"/>
        <c:minorTickMark val="none"/>
        <c:tickLblPos val="nextTo"/>
        <c:spPr>
          <a:noFill/>
          <a:ln w="19050" cap="flat" cmpd="sng" algn="ctr">
            <a:solidFill>
              <a:schemeClr val="dk1">
                <a:lumMod val="75000"/>
                <a:lumOff val="25000"/>
              </a:schemeClr>
            </a:solidFill>
            <a:round/>
          </a:ln>
          <a:effectLst/>
        </c:spPr>
        <c:txPr>
          <a:bodyPr rot="-60000000" spcFirstLastPara="0" vertOverflow="ellipsis" vert="horz" wrap="square" anchor="ctr" anchorCtr="1"/>
          <a:lstStyle/>
          <a:p>
            <a:pPr>
              <a:defRPr lang="en-US" sz="900" b="0" i="0" u="none" strike="noStrike" kern="1200" cap="all" baseline="0">
                <a:solidFill>
                  <a:schemeClr val="dk1">
                    <a:lumMod val="75000"/>
                    <a:lumOff val="25000"/>
                  </a:schemeClr>
                </a:solidFill>
                <a:latin typeface="+mn-lt"/>
                <a:ea typeface="+mn-ea"/>
                <a:cs typeface="+mn-cs"/>
              </a:defRPr>
            </a:pPr>
          </a:p>
        </c:txPr>
        <c:crossAx val="169169209"/>
        <c:crosses val="autoZero"/>
        <c:auto val="1"/>
        <c:lblAlgn val="ctr"/>
        <c:lblOffset val="100"/>
        <c:noMultiLvlLbl val="0"/>
      </c:catAx>
      <c:valAx>
        <c:axId val="169169209"/>
        <c:scaling>
          <c:orientation val="minMax"/>
        </c:scaling>
        <c:delete val="1"/>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none"/>
        <c:minorTickMark val="none"/>
        <c:tickLblPos val="nextTo"/>
        <c:txPr>
          <a:bodyPr rot="-60000000" spcFirstLastPara="0" vertOverflow="ellipsis" vert="horz" wrap="square" anchor="ctr" anchorCtr="1"/>
          <a:lstStyle/>
          <a:p>
            <a:pPr>
              <a:defRPr lang="en-US" sz="900" b="0" i="0" u="none" strike="noStrike" kern="1200" baseline="0">
                <a:solidFill>
                  <a:schemeClr val="dk1">
                    <a:lumMod val="75000"/>
                    <a:lumOff val="25000"/>
                  </a:schemeClr>
                </a:solidFill>
                <a:latin typeface="+mn-lt"/>
                <a:ea typeface="+mn-ea"/>
                <a:cs typeface="+mn-cs"/>
              </a:defRPr>
            </a:pPr>
          </a:p>
        </c:txPr>
        <c:crossAx val="261831436"/>
        <c:crosses val="autoZero"/>
        <c:crossBetween val="between"/>
      </c:valAx>
      <c:spPr>
        <a:noFill/>
        <a:ln>
          <a:noFill/>
        </a:ln>
        <a:effectLst/>
      </c:spPr>
    </c:plotArea>
    <c:legend>
      <c:legendPos val="b"/>
      <c:layout/>
      <c:overlay val="0"/>
      <c:spPr>
        <a:solidFill>
          <a:schemeClr val="lt1">
            <a:lumMod val="95000"/>
            <a:alpha val="39000"/>
          </a:schemeClr>
        </a:solidFill>
        <a:ln>
          <a:noFill/>
        </a:ln>
        <a:effectLst/>
      </c:spPr>
      <c:txPr>
        <a:bodyPr rot="0" spcFirstLastPara="0" vertOverflow="ellipsis" vert="horz" wrap="square" anchor="ctr" anchorCtr="1"/>
        <a:lstStyle/>
        <a:p>
          <a:pPr>
            <a:defRPr lang="en-US" sz="900" b="0" i="0" u="none" strike="noStrike" kern="1200" baseline="0">
              <a:solidFill>
                <a:schemeClr val="dk1">
                  <a:lumMod val="75000"/>
                  <a:lumOff val="25000"/>
                </a:schemeClr>
              </a:solidFill>
              <a:latin typeface="+mn-lt"/>
              <a:ea typeface="+mn-ea"/>
              <a:cs typeface="+mn-cs"/>
            </a:defRPr>
          </a:pPr>
        </a:p>
      </c:txPr>
    </c:legend>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gradFill>
    <a:ln w="9525" cap="flat" cmpd="sng" algn="ctr">
      <a:solidFill>
        <a:schemeClr val="dk1">
          <a:lumMod val="25000"/>
          <a:lumOff val="75000"/>
        </a:schemeClr>
      </a:solidFill>
      <a:round/>
    </a:ln>
    <a:effectLst/>
  </c:spPr>
  <c:txPr>
    <a:bodyPr/>
    <a:lstStyle/>
    <a:p>
      <a:pPr>
        <a:defRPr lang="en-US"/>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0" vertOverflow="ellipsis" vert="horz" wrap="square" anchor="ctr" anchorCtr="1"/>
        <a:lstStyle/>
        <a:p>
          <a:pPr>
            <a:defRPr lang="en-US"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p>
      </c:txPr>
    </c:title>
    <c:autoTitleDeleted val="0"/>
    <c:plotArea>
      <c:layout/>
      <c:lineChart>
        <c:grouping val="standard"/>
        <c:varyColors val="0"/>
        <c:ser>
          <c:idx val="0"/>
          <c:order val="0"/>
          <c:tx>
            <c:strRef>
              <c:f>Sheet1!$B$1</c:f>
              <c:strCache>
                <c:ptCount val="1"/>
                <c:pt idx="0">
                  <c:v>Females</c:v>
                </c:pt>
              </c:strCache>
            </c:strRef>
          </c:tx>
          <c:spPr>
            <a:ln w="25400" cap="flat" cmpd="sng" algn="ctr">
              <a:solidFill>
                <a:schemeClr val="lt1"/>
              </a:solidFill>
              <a:prstDash val="solid"/>
              <a:round/>
            </a:ln>
            <a:effectLst>
              <a:outerShdw blurRad="44450" dist="25400" dir="2700000" algn="br" rotWithShape="0">
                <a:srgbClr val="000000">
                  <a:alpha val="60000"/>
                </a:srgbClr>
              </a:outerShdw>
            </a:effectLst>
            <a:sp3d>
              <a:extrusionClr>
                <a:srgbClr val="FFFFFF"/>
              </a:extrusionClr>
              <a:contourClr>
                <a:srgbClr val="FFFFFF"/>
              </a:contourClr>
            </a:sp3d>
          </c:spPr>
          <c:marker>
            <c:symbol val="none"/>
          </c:marker>
          <c:dLbls>
            <c:spPr>
              <a:noFill/>
              <a:ln>
                <a:noFill/>
              </a:ln>
              <a:effectLst/>
            </c:spPr>
            <c:txPr>
              <a:bodyPr rot="0" spcFirstLastPara="0" vertOverflow="ellipsis" vert="horz" wrap="square" lIns="38100" tIns="19050" rIns="38100" bIns="19050" anchor="ctr" anchorCtr="1"/>
              <a:lstStyle/>
              <a:p>
                <a:pPr>
                  <a:defRPr lang="en-US" sz="900" b="0" i="0" u="none" strike="noStrike" kern="1200" baseline="0">
                    <a:solidFill>
                      <a:schemeClr val="lt1">
                        <a:lumMod val="85000"/>
                      </a:schemeClr>
                    </a:solidFill>
                    <a:latin typeface="+mn-lt"/>
                    <a:ea typeface="+mn-ea"/>
                    <a:cs typeface="+mn-cs"/>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lt1">
                          <a:lumMod val="95000"/>
                          <a:alpha val="54000"/>
                        </a:schemeClr>
                      </a:solidFill>
                    </a:ln>
                    <a:effectLst/>
                  </c:spPr>
                </c15:leaderLines>
              </c:ext>
            </c:extLst>
          </c:dLbls>
          <c:cat>
            <c:strRef>
              <c:f>Sheet1!$A$2:$A$5</c:f>
              <c:strCache>
                <c:ptCount val="4"/>
                <c:pt idx="0">
                  <c:v>W</c:v>
                </c:pt>
                <c:pt idx="1">
                  <c:v>X</c:v>
                </c:pt>
                <c:pt idx="2">
                  <c:v>Y</c:v>
                </c:pt>
                <c:pt idx="3">
                  <c:v>Z</c:v>
                </c:pt>
              </c:strCache>
            </c:strRef>
          </c:cat>
          <c:val>
            <c:numRef>
              <c:f>Sheet1!$B$2:$B$5</c:f>
              <c:numCache>
                <c:formatCode>General</c:formatCode>
                <c:ptCount val="4"/>
                <c:pt idx="0">
                  <c:v>2000</c:v>
                </c:pt>
                <c:pt idx="1">
                  <c:v>4000</c:v>
                </c:pt>
                <c:pt idx="2">
                  <c:v>3000</c:v>
                </c:pt>
                <c:pt idx="3">
                  <c:v>4500</c:v>
                </c:pt>
              </c:numCache>
            </c:numRef>
          </c:val>
          <c:smooth val="0"/>
        </c:ser>
        <c:ser>
          <c:idx val="1"/>
          <c:order val="1"/>
          <c:tx>
            <c:strRef>
              <c:f>Sheet1!$C$1</c:f>
              <c:strCache>
                <c:ptCount val="1"/>
                <c:pt idx="0">
                  <c:v>Male</c:v>
                </c:pt>
              </c:strCache>
            </c:strRef>
          </c:tx>
          <c:spPr>
            <a:ln w="34925" cap="rnd">
              <a:solidFill>
                <a:schemeClr val="accent2"/>
              </a:solidFill>
              <a:round/>
            </a:ln>
            <a:effectLst>
              <a:outerShdw blurRad="44450" dist="25400" dir="2700000" algn="br" rotWithShape="0">
                <a:srgbClr val="000000">
                  <a:alpha val="60000"/>
                </a:srgbClr>
              </a:outerShdw>
            </a:effectLst>
          </c:spPr>
          <c:marker>
            <c:symbol val="none"/>
          </c:marker>
          <c:dLbls>
            <c:spPr>
              <a:noFill/>
              <a:ln>
                <a:noFill/>
              </a:ln>
              <a:effectLst/>
            </c:spPr>
            <c:txPr>
              <a:bodyPr rot="0" spcFirstLastPara="0" vertOverflow="ellipsis" vert="horz" wrap="square" lIns="38100" tIns="19050" rIns="38100" bIns="19050" anchor="ctr" anchorCtr="1"/>
              <a:lstStyle/>
              <a:p>
                <a:pPr>
                  <a:defRPr lang="en-US" sz="900" b="0" i="0" u="none" strike="noStrike" kern="1200" baseline="0">
                    <a:solidFill>
                      <a:schemeClr val="lt1">
                        <a:lumMod val="85000"/>
                      </a:schemeClr>
                    </a:solidFill>
                    <a:latin typeface="+mn-lt"/>
                    <a:ea typeface="+mn-ea"/>
                    <a:cs typeface="+mn-cs"/>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lt1">
                          <a:lumMod val="95000"/>
                          <a:alpha val="54000"/>
                        </a:schemeClr>
                      </a:solidFill>
                    </a:ln>
                    <a:effectLst/>
                  </c:spPr>
                </c15:leaderLines>
              </c:ext>
            </c:extLst>
          </c:dLbls>
          <c:cat>
            <c:strRef>
              <c:f>Sheet1!$A$2:$A$5</c:f>
              <c:strCache>
                <c:ptCount val="4"/>
                <c:pt idx="0">
                  <c:v>W</c:v>
                </c:pt>
                <c:pt idx="1">
                  <c:v>X</c:v>
                </c:pt>
                <c:pt idx="2">
                  <c:v>Y</c:v>
                </c:pt>
                <c:pt idx="3">
                  <c:v>Z</c:v>
                </c:pt>
              </c:strCache>
            </c:strRef>
          </c:cat>
          <c:val>
            <c:numRef>
              <c:f>Sheet1!$C$2:$C$5</c:f>
              <c:numCache>
                <c:formatCode>General</c:formatCode>
                <c:ptCount val="4"/>
                <c:pt idx="0">
                  <c:v>3500</c:v>
                </c:pt>
                <c:pt idx="1">
                  <c:v>3000</c:v>
                </c:pt>
                <c:pt idx="2">
                  <c:v>5000</c:v>
                </c:pt>
                <c:pt idx="3">
                  <c:v>4000</c:v>
                </c:pt>
              </c:numCache>
            </c:numRef>
          </c:val>
          <c:smooth val="0"/>
        </c:ser>
        <c:ser>
          <c:idx val="2"/>
          <c:order val="2"/>
          <c:tx>
            <c:strRef>
              <c:f>Sheet1!$D$1</c:f>
              <c:strCache>
                <c:ptCount val="1"/>
                <c:pt idx="0">
                  <c:v/>
                </c:pt>
              </c:strCache>
            </c:strRef>
          </c:tx>
          <c:spPr>
            <a:ln w="34925" cap="rnd">
              <a:solidFill>
                <a:schemeClr val="accent3"/>
              </a:solidFill>
              <a:round/>
            </a:ln>
            <a:effectLst>
              <a:outerShdw blurRad="44450" dist="25400" dir="2700000" algn="br" rotWithShape="0">
                <a:srgbClr val="000000">
                  <a:alpha val="60000"/>
                </a:srgbClr>
              </a:outerShdw>
            </a:effectLst>
          </c:spPr>
          <c:marker>
            <c:symbol val="none"/>
          </c:marker>
          <c:dLbls>
            <c:spPr>
              <a:noFill/>
              <a:ln>
                <a:noFill/>
              </a:ln>
              <a:effectLst/>
            </c:spPr>
            <c:txPr>
              <a:bodyPr rot="0" spcFirstLastPara="0" vertOverflow="ellipsis" vert="horz" wrap="square" lIns="38100" tIns="19050" rIns="38100" bIns="19050" anchor="ctr" anchorCtr="1"/>
              <a:lstStyle/>
              <a:p>
                <a:pPr>
                  <a:defRPr lang="en-US" sz="900" b="0" i="0" u="none" strike="noStrike" kern="1200" baseline="0">
                    <a:solidFill>
                      <a:schemeClr val="lt1">
                        <a:lumMod val="85000"/>
                      </a:schemeClr>
                    </a:solidFill>
                    <a:latin typeface="+mn-lt"/>
                    <a:ea typeface="+mn-ea"/>
                    <a:cs typeface="+mn-cs"/>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lt1">
                          <a:lumMod val="95000"/>
                          <a:alpha val="54000"/>
                        </a:schemeClr>
                      </a:solidFill>
                    </a:ln>
                    <a:effectLst/>
                  </c:spPr>
                </c15:leaderLines>
              </c:ext>
            </c:extLst>
          </c:dLbls>
          <c:cat>
            <c:strRef>
              <c:f>Sheet1!$A$2:$A$5</c:f>
              <c:strCache>
                <c:ptCount val="4"/>
                <c:pt idx="0">
                  <c:v>W</c:v>
                </c:pt>
                <c:pt idx="1">
                  <c:v>X</c:v>
                </c:pt>
                <c:pt idx="2">
                  <c:v>Y</c:v>
                </c:pt>
                <c:pt idx="3">
                  <c:v>Z</c:v>
                </c:pt>
              </c:strCache>
            </c:strRef>
          </c:cat>
          <c:val>
            <c:numRef>
              <c:f>Sheet1!$D$2:$D$5</c:f>
              <c:numCache>
                <c:formatCode>General</c:formatCode>
                <c:ptCount val="4"/>
              </c:numCache>
            </c:numRef>
          </c:val>
          <c:smooth val="0"/>
        </c:ser>
        <c:dLbls>
          <c:showLegendKey val="0"/>
          <c:showVal val="1"/>
          <c:showCatName val="0"/>
          <c:showSerName val="0"/>
          <c:showPercent val="0"/>
          <c:showBubbleSize val="0"/>
        </c:dLbls>
        <c:marker val="0"/>
        <c:smooth val="0"/>
        <c:axId val="643237755"/>
        <c:axId val="840302267"/>
      </c:lineChart>
      <c:catAx>
        <c:axId val="643237755"/>
        <c:scaling>
          <c:orientation val="minMax"/>
        </c:scaling>
        <c:delete val="0"/>
        <c:axPos val="b"/>
        <c:majorTickMark val="none"/>
        <c:minorTickMark val="none"/>
        <c:tickLblPos val="nextTo"/>
        <c:spPr>
          <a:noFill/>
          <a:ln w="9525" cap="flat" cmpd="sng" algn="ctr">
            <a:solidFill>
              <a:schemeClr val="lt1">
                <a:lumMod val="95000"/>
                <a:alpha val="10000"/>
              </a:schemeClr>
            </a:solidFill>
            <a:round/>
          </a:ln>
          <a:effectLst/>
        </c:spPr>
        <c:txPr>
          <a:bodyPr rot="-60000000" spcFirstLastPara="0" vertOverflow="ellipsis" vert="horz" wrap="square" anchor="ctr" anchorCtr="1"/>
          <a:lstStyle/>
          <a:p>
            <a:pPr>
              <a:defRPr lang="en-US" sz="900" b="0" i="0" u="none" strike="noStrike" kern="1200" baseline="0">
                <a:solidFill>
                  <a:schemeClr val="lt1">
                    <a:lumMod val="85000"/>
                  </a:schemeClr>
                </a:solidFill>
                <a:latin typeface="+mn-lt"/>
                <a:ea typeface="+mn-ea"/>
                <a:cs typeface="+mn-cs"/>
              </a:defRPr>
            </a:pPr>
          </a:p>
        </c:txPr>
        <c:crossAx val="840302267"/>
        <c:crosses val="autoZero"/>
        <c:auto val="1"/>
        <c:lblAlgn val="ctr"/>
        <c:lblOffset val="100"/>
        <c:noMultiLvlLbl val="0"/>
      </c:catAx>
      <c:valAx>
        <c:axId val="840302267"/>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en-US" sz="900" b="0" i="0" u="none" strike="noStrike" kern="1200" baseline="0">
                <a:solidFill>
                  <a:schemeClr val="lt1">
                    <a:lumMod val="85000"/>
                  </a:schemeClr>
                </a:solidFill>
                <a:latin typeface="+mn-lt"/>
                <a:ea typeface="+mn-ea"/>
                <a:cs typeface="+mn-cs"/>
              </a:defRPr>
            </a:pPr>
          </a:p>
        </c:txPr>
        <c:crossAx val="643237755"/>
        <c:crosses val="autoZero"/>
        <c:crossBetween val="between"/>
      </c:valAx>
      <c:spPr>
        <a:noFill/>
        <a:ln>
          <a:noFill/>
        </a:ln>
        <a:effectLst/>
      </c:spPr>
    </c:plotArea>
    <c:legend>
      <c:legendPos val="b"/>
      <c:layout/>
      <c:overlay val="0"/>
      <c:spPr>
        <a:noFill/>
        <a:ln>
          <a:noFill/>
        </a:ln>
        <a:effectLst/>
      </c:spPr>
      <c:txPr>
        <a:bodyPr rot="0" spcFirstLastPara="0" vertOverflow="ellipsis" vert="horz" wrap="square" anchor="ctr" anchorCtr="1"/>
        <a:lstStyle/>
        <a:p>
          <a:pPr>
            <a:defRPr lang="en-US" sz="900" b="0" i="0" u="none" strike="noStrike" kern="1200" baseline="0">
              <a:solidFill>
                <a:schemeClr val="lt1">
                  <a:lumMod val="85000"/>
                </a:schemeClr>
              </a:solidFill>
              <a:latin typeface="+mn-lt"/>
              <a:ea typeface="+mn-ea"/>
              <a:cs typeface="+mn-cs"/>
            </a:defRPr>
          </a:pPr>
        </a:p>
      </c:txPr>
    </c:legend>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gradFill>
    <a:ln>
      <a:noFill/>
    </a:ln>
    <a:effectLst/>
  </c:spPr>
  <c:txPr>
    <a:bodyPr/>
    <a:lstStyle/>
    <a:p>
      <a:pPr>
        <a:defRPr lang="en-US"/>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0" vertOverflow="ellipsis" vert="horz" wrap="square" anchor="ctr" anchorCtr="1"/>
        <a:lstStyle/>
        <a:p>
          <a:pPr>
            <a:defRPr lang="en-US"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p>
      </c:txPr>
    </c:title>
    <c:autoTitleDeleted val="0"/>
    <c:plotArea>
      <c:layout/>
      <c:lineChart>
        <c:grouping val="standard"/>
        <c:varyColors val="0"/>
        <c:ser>
          <c:idx val="0"/>
          <c:order val="0"/>
          <c:tx>
            <c:strRef>
              <c:f>Sheet1!$B$1</c:f>
              <c:strCache>
                <c:ptCount val="1"/>
                <c:pt idx="0">
                  <c:v>A</c:v>
                </c:pt>
              </c:strCache>
            </c:strRef>
          </c:tx>
          <c:spPr>
            <a:ln w="34925" cap="rnd">
              <a:solidFill>
                <a:schemeClr val="accent1"/>
              </a:solidFill>
              <a:round/>
            </a:ln>
            <a:effectLst>
              <a:outerShdw blurRad="44450" dist="25400" dir="2700000" algn="br" rotWithShape="0">
                <a:srgbClr val="000000">
                  <a:alpha val="60000"/>
                </a:srgbClr>
              </a:outerShdw>
            </a:effectLst>
          </c:spPr>
          <c:marker>
            <c:symbol val="none"/>
          </c:marker>
          <c:dLbls>
            <c:delete val="1"/>
          </c:dLbls>
          <c:cat>
            <c:numRef>
              <c:f>Sheet1!$A$2:$A$5</c:f>
              <c:numCache>
                <c:formatCode>General</c:formatCode>
                <c:ptCount val="4"/>
                <c:pt idx="0">
                  <c:v>2005</c:v>
                </c:pt>
                <c:pt idx="1">
                  <c:v>2006</c:v>
                </c:pt>
                <c:pt idx="2">
                  <c:v>2007</c:v>
                </c:pt>
                <c:pt idx="3">
                  <c:v>2008</c:v>
                </c:pt>
              </c:numCache>
            </c:numRef>
          </c:cat>
          <c:val>
            <c:numRef>
              <c:f>Sheet1!$B$2:$B$5</c:f>
              <c:numCache>
                <c:formatCode>General</c:formatCode>
                <c:ptCount val="4"/>
                <c:pt idx="0">
                  <c:v>50</c:v>
                </c:pt>
                <c:pt idx="1">
                  <c:v>70</c:v>
                </c:pt>
                <c:pt idx="2">
                  <c:v>30</c:v>
                </c:pt>
                <c:pt idx="3">
                  <c:v>60</c:v>
                </c:pt>
              </c:numCache>
            </c:numRef>
          </c:val>
          <c:smooth val="0"/>
        </c:ser>
        <c:ser>
          <c:idx val="1"/>
          <c:order val="1"/>
          <c:tx>
            <c:strRef>
              <c:f>Sheet1!$C$1</c:f>
              <c:strCache>
                <c:ptCount val="1"/>
                <c:pt idx="0">
                  <c:v>B</c:v>
                </c:pt>
              </c:strCache>
            </c:strRef>
          </c:tx>
          <c:spPr>
            <a:ln w="34925" cap="rnd">
              <a:solidFill>
                <a:schemeClr val="accent2"/>
              </a:solidFill>
              <a:round/>
            </a:ln>
            <a:effectLst>
              <a:outerShdw blurRad="44450" dist="25400" dir="2700000" algn="br" rotWithShape="0">
                <a:srgbClr val="000000">
                  <a:alpha val="60000"/>
                </a:srgbClr>
              </a:outerShdw>
            </a:effectLst>
          </c:spPr>
          <c:marker>
            <c:symbol val="none"/>
          </c:marker>
          <c:dLbls>
            <c:delete val="1"/>
          </c:dLbls>
          <c:cat>
            <c:numRef>
              <c:f>Sheet1!$A$2:$A$5</c:f>
              <c:numCache>
                <c:formatCode>General</c:formatCode>
                <c:ptCount val="4"/>
                <c:pt idx="0">
                  <c:v>2005</c:v>
                </c:pt>
                <c:pt idx="1">
                  <c:v>2006</c:v>
                </c:pt>
                <c:pt idx="2">
                  <c:v>2007</c:v>
                </c:pt>
                <c:pt idx="3">
                  <c:v>2008</c:v>
                </c:pt>
              </c:numCache>
            </c:numRef>
          </c:cat>
          <c:val>
            <c:numRef>
              <c:f>Sheet1!$C$2:$C$5</c:f>
              <c:numCache>
                <c:formatCode>General</c:formatCode>
                <c:ptCount val="4"/>
                <c:pt idx="0">
                  <c:v>30</c:v>
                </c:pt>
                <c:pt idx="1">
                  <c:v>20</c:v>
                </c:pt>
                <c:pt idx="2">
                  <c:v>40</c:v>
                </c:pt>
                <c:pt idx="3">
                  <c:v>40</c:v>
                </c:pt>
              </c:numCache>
            </c:numRef>
          </c:val>
          <c:smooth val="0"/>
        </c:ser>
        <c:ser>
          <c:idx val="2"/>
          <c:order val="2"/>
          <c:tx>
            <c:strRef>
              <c:f>Sheet1!$D$1</c:f>
              <c:strCache>
                <c:ptCount val="1"/>
                <c:pt idx="0">
                  <c:v>C</c:v>
                </c:pt>
              </c:strCache>
            </c:strRef>
          </c:tx>
          <c:spPr>
            <a:ln w="34925" cap="rnd">
              <a:solidFill>
                <a:schemeClr val="accent3"/>
              </a:solidFill>
              <a:round/>
            </a:ln>
            <a:effectLst>
              <a:outerShdw blurRad="44450" dist="25400" dir="2700000" algn="br" rotWithShape="0">
                <a:srgbClr val="000000">
                  <a:alpha val="60000"/>
                </a:srgbClr>
              </a:outerShdw>
            </a:effectLst>
          </c:spPr>
          <c:marker>
            <c:symbol val="none"/>
          </c:marker>
          <c:dLbls>
            <c:delete val="1"/>
          </c:dLbls>
          <c:cat>
            <c:numRef>
              <c:f>Sheet1!$A$2:$A$5</c:f>
              <c:numCache>
                <c:formatCode>General</c:formatCode>
                <c:ptCount val="4"/>
                <c:pt idx="0">
                  <c:v>2005</c:v>
                </c:pt>
                <c:pt idx="1">
                  <c:v>2006</c:v>
                </c:pt>
                <c:pt idx="2">
                  <c:v>2007</c:v>
                </c:pt>
                <c:pt idx="3">
                  <c:v>2008</c:v>
                </c:pt>
              </c:numCache>
            </c:numRef>
          </c:cat>
          <c:val>
            <c:numRef>
              <c:f>Sheet1!$D$2:$D$5</c:f>
              <c:numCache>
                <c:formatCode>General</c:formatCode>
                <c:ptCount val="4"/>
                <c:pt idx="0">
                  <c:v>60</c:v>
                </c:pt>
                <c:pt idx="1">
                  <c:v>70</c:v>
                </c:pt>
                <c:pt idx="2">
                  <c:v>50</c:v>
                </c:pt>
                <c:pt idx="3">
                  <c:v>80</c:v>
                </c:pt>
              </c:numCache>
            </c:numRef>
          </c:val>
          <c:smooth val="0"/>
        </c:ser>
        <c:ser>
          <c:idx val="3"/>
          <c:order val="3"/>
          <c:tx>
            <c:strRef>
              <c:f>Sheet1!$E$1</c:f>
              <c:strCache>
                <c:ptCount val="1"/>
                <c:pt idx="0">
                  <c:v>D</c:v>
                </c:pt>
              </c:strCache>
            </c:strRef>
          </c:tx>
          <c:spPr>
            <a:ln w="34925" cap="rnd">
              <a:solidFill>
                <a:schemeClr val="accent4"/>
              </a:solidFill>
              <a:round/>
            </a:ln>
            <a:effectLst>
              <a:outerShdw blurRad="44450" dist="25400" dir="2700000" algn="br" rotWithShape="0">
                <a:srgbClr val="000000">
                  <a:alpha val="60000"/>
                </a:srgbClr>
              </a:outerShdw>
            </a:effectLst>
          </c:spPr>
          <c:marker>
            <c:symbol val="none"/>
          </c:marker>
          <c:dLbls>
            <c:delete val="1"/>
          </c:dLbls>
          <c:cat>
            <c:numRef>
              <c:f>Sheet1!$A$2:$A$5</c:f>
              <c:numCache>
                <c:formatCode>General</c:formatCode>
                <c:ptCount val="4"/>
                <c:pt idx="0">
                  <c:v>2005</c:v>
                </c:pt>
                <c:pt idx="1">
                  <c:v>2006</c:v>
                </c:pt>
                <c:pt idx="2">
                  <c:v>2007</c:v>
                </c:pt>
                <c:pt idx="3">
                  <c:v>2008</c:v>
                </c:pt>
              </c:numCache>
            </c:numRef>
          </c:cat>
          <c:val>
            <c:numRef>
              <c:f>Sheet1!$E$2:$E$5</c:f>
              <c:numCache>
                <c:formatCode>General</c:formatCode>
                <c:ptCount val="4"/>
                <c:pt idx="0">
                  <c:v>30</c:v>
                </c:pt>
                <c:pt idx="1">
                  <c:v>50</c:v>
                </c:pt>
                <c:pt idx="2">
                  <c:v>20</c:v>
                </c:pt>
                <c:pt idx="3">
                  <c:v>50</c:v>
                </c:pt>
              </c:numCache>
            </c:numRef>
          </c:val>
          <c:smooth val="0"/>
        </c:ser>
        <c:dLbls>
          <c:showLegendKey val="0"/>
          <c:showVal val="0"/>
          <c:showCatName val="0"/>
          <c:showSerName val="0"/>
          <c:showPercent val="0"/>
          <c:showBubbleSize val="0"/>
        </c:dLbls>
        <c:marker val="0"/>
        <c:smooth val="0"/>
        <c:axId val="541650762"/>
        <c:axId val="467838821"/>
      </c:lineChart>
      <c:catAx>
        <c:axId val="541650762"/>
        <c:scaling>
          <c:orientation val="minMax"/>
        </c:scaling>
        <c:delete val="0"/>
        <c:axPos val="b"/>
        <c:majorTickMark val="none"/>
        <c:minorTickMark val="none"/>
        <c:tickLblPos val="nextTo"/>
        <c:spPr>
          <a:noFill/>
          <a:ln w="9525" cap="flat" cmpd="sng" algn="ctr">
            <a:solidFill>
              <a:schemeClr val="lt1">
                <a:lumMod val="95000"/>
                <a:alpha val="10000"/>
              </a:schemeClr>
            </a:solidFill>
            <a:round/>
          </a:ln>
          <a:effectLst/>
        </c:spPr>
        <c:txPr>
          <a:bodyPr rot="-60000000" spcFirstLastPara="0" vertOverflow="ellipsis" vert="horz" wrap="square" anchor="ctr" anchorCtr="1"/>
          <a:lstStyle/>
          <a:p>
            <a:pPr>
              <a:defRPr lang="en-US" sz="900" b="0" i="0" u="none" strike="noStrike" kern="1200" baseline="0">
                <a:solidFill>
                  <a:schemeClr val="lt1">
                    <a:lumMod val="85000"/>
                  </a:schemeClr>
                </a:solidFill>
                <a:latin typeface="+mn-lt"/>
                <a:ea typeface="+mn-ea"/>
                <a:cs typeface="+mn-cs"/>
              </a:defRPr>
            </a:pPr>
          </a:p>
        </c:txPr>
        <c:crossAx val="467838821"/>
        <c:crosses val="autoZero"/>
        <c:auto val="1"/>
        <c:lblAlgn val="ctr"/>
        <c:lblOffset val="100"/>
        <c:noMultiLvlLbl val="0"/>
      </c:catAx>
      <c:valAx>
        <c:axId val="467838821"/>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en-US" sz="900" b="0" i="0" u="none" strike="noStrike" kern="1200" baseline="0">
                <a:solidFill>
                  <a:schemeClr val="lt1">
                    <a:lumMod val="85000"/>
                  </a:schemeClr>
                </a:solidFill>
                <a:latin typeface="+mn-lt"/>
                <a:ea typeface="+mn-ea"/>
                <a:cs typeface="+mn-cs"/>
              </a:defRPr>
            </a:pPr>
          </a:p>
        </c:txPr>
        <c:crossAx val="541650762"/>
        <c:crosses val="autoZero"/>
        <c:crossBetween val="between"/>
      </c:valAx>
      <c:spPr>
        <a:noFill/>
        <a:ln>
          <a:noFill/>
        </a:ln>
        <a:effectLst/>
      </c:spPr>
    </c:plotArea>
    <c:legend>
      <c:legendPos val="b"/>
      <c:layout/>
      <c:overlay val="0"/>
      <c:spPr>
        <a:noFill/>
        <a:ln>
          <a:noFill/>
        </a:ln>
        <a:effectLst/>
      </c:spPr>
      <c:txPr>
        <a:bodyPr rot="0" spcFirstLastPara="0" vertOverflow="ellipsis" vert="horz" wrap="square" anchor="ctr" anchorCtr="1"/>
        <a:lstStyle/>
        <a:p>
          <a:pPr>
            <a:defRPr lang="en-US" sz="900" b="0" i="0" u="none" strike="noStrike" kern="1200" baseline="0">
              <a:solidFill>
                <a:schemeClr val="lt1">
                  <a:lumMod val="85000"/>
                </a:schemeClr>
              </a:solidFill>
              <a:latin typeface="+mn-lt"/>
              <a:ea typeface="+mn-ea"/>
              <a:cs typeface="+mn-cs"/>
            </a:defRPr>
          </a:pPr>
        </a:p>
      </c:txPr>
    </c:legend>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gradFill>
    <a:ln>
      <a:noFill/>
    </a:ln>
    <a:effectLst/>
  </c:spPr>
  <c:txPr>
    <a:bodyPr/>
    <a:lstStyle/>
    <a:p>
      <a:pPr>
        <a:defRPr lang="en-US"/>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0" vertOverflow="ellipsis" vert="horz" wrap="square" anchor="ctr" anchorCtr="1"/>
        <a:lstStyle/>
        <a:p>
          <a:pPr>
            <a:defRPr lang="en-US" sz="1800" b="1" i="0" u="none" strike="noStrike" kern="1200" baseline="0">
              <a:solidFill>
                <a:schemeClr val="dk1">
                  <a:lumMod val="75000"/>
                  <a:lumOff val="25000"/>
                </a:schemeClr>
              </a:solidFill>
              <a:latin typeface="+mn-lt"/>
              <a:ea typeface="+mn-ea"/>
              <a:cs typeface="+mn-cs"/>
            </a:defRPr>
          </a:pPr>
        </a:p>
      </c:txPr>
    </c:title>
    <c:autoTitleDeleted val="0"/>
    <c:plotArea>
      <c:layout/>
      <c:barChart>
        <c:barDir val="col"/>
        <c:grouping val="clustered"/>
        <c:varyColors val="0"/>
        <c:ser>
          <c:idx val="0"/>
          <c:order val="0"/>
          <c:tx>
            <c:strRef>
              <c:f>Sheet1!$B$1</c:f>
              <c:strCache>
                <c:ptCount val="1"/>
                <c:pt idx="0">
                  <c:v>Exports</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0" vertOverflow="ellipsis" vert="horz" wrap="square" lIns="38100" tIns="19050" rIns="38100" bIns="19050" anchor="ctr" anchorCtr="1"/>
              <a:lstStyle/>
              <a:p>
                <a:pPr>
                  <a:defRPr lang="en-US" sz="900" b="1" i="0" u="none" strike="noStrike" kern="1200" baseline="0">
                    <a:solidFill>
                      <a:schemeClr val="lt1"/>
                    </a:solidFill>
                    <a:latin typeface="+mn-lt"/>
                    <a:ea typeface="+mn-ea"/>
                    <a:cs typeface="+mn-cs"/>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numRef>
              <c:f>Sheet1!$A$2:$A$7</c:f>
              <c:numCache>
                <c:formatCode>General</c:formatCode>
                <c:ptCount val="6"/>
                <c:pt idx="0">
                  <c:v>2015</c:v>
                </c:pt>
                <c:pt idx="1">
                  <c:v>2017</c:v>
                </c:pt>
                <c:pt idx="2">
                  <c:v>2018</c:v>
                </c:pt>
                <c:pt idx="3">
                  <c:v>2019</c:v>
                </c:pt>
                <c:pt idx="4">
                  <c:v>2020</c:v>
                </c:pt>
                <c:pt idx="5">
                  <c:v>2021</c:v>
                </c:pt>
              </c:numCache>
            </c:numRef>
          </c:cat>
          <c:val>
            <c:numRef>
              <c:f>Sheet1!$B$2:$B$7</c:f>
              <c:numCache>
                <c:formatCode>General</c:formatCode>
                <c:ptCount val="6"/>
                <c:pt idx="0">
                  <c:v>60</c:v>
                </c:pt>
                <c:pt idx="1">
                  <c:v>110</c:v>
                </c:pt>
                <c:pt idx="2">
                  <c:v>128</c:v>
                </c:pt>
                <c:pt idx="3">
                  <c:v>120</c:v>
                </c:pt>
                <c:pt idx="4">
                  <c:v>150</c:v>
                </c:pt>
                <c:pt idx="5">
                  <c:v>140</c:v>
                </c:pt>
              </c:numCache>
            </c:numRef>
          </c:val>
        </c:ser>
        <c:ser>
          <c:idx val="1"/>
          <c:order val="1"/>
          <c:tx>
            <c:strRef>
              <c:f>Sheet1!$C$1</c:f>
              <c:strCache>
                <c:ptCount val="1"/>
                <c:pt idx="0">
                  <c:v>Imports</c:v>
                </c:pt>
              </c:strCache>
            </c:strRef>
          </c:tx>
          <c:spPr>
            <a:solidFill>
              <a:schemeClr val="accent2">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0" vertOverflow="ellipsis" vert="horz" wrap="square" lIns="38100" tIns="19050" rIns="38100" bIns="19050" anchor="ctr" anchorCtr="1"/>
              <a:lstStyle/>
              <a:p>
                <a:pPr>
                  <a:defRPr lang="en-US" sz="900" b="1" i="0" u="none" strike="noStrike" kern="1200" baseline="0">
                    <a:solidFill>
                      <a:schemeClr val="lt1"/>
                    </a:solidFill>
                    <a:latin typeface="+mn-lt"/>
                    <a:ea typeface="+mn-ea"/>
                    <a:cs typeface="+mn-cs"/>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numRef>
              <c:f>Sheet1!$A$2:$A$7</c:f>
              <c:numCache>
                <c:formatCode>General</c:formatCode>
                <c:ptCount val="6"/>
                <c:pt idx="0">
                  <c:v>2015</c:v>
                </c:pt>
                <c:pt idx="1">
                  <c:v>2017</c:v>
                </c:pt>
                <c:pt idx="2">
                  <c:v>2018</c:v>
                </c:pt>
                <c:pt idx="3">
                  <c:v>2019</c:v>
                </c:pt>
                <c:pt idx="4">
                  <c:v>2020</c:v>
                </c:pt>
                <c:pt idx="5">
                  <c:v>2021</c:v>
                </c:pt>
              </c:numCache>
            </c:numRef>
          </c:cat>
          <c:val>
            <c:numRef>
              <c:f>Sheet1!$C$2:$C$7</c:f>
              <c:numCache>
                <c:formatCode>General</c:formatCode>
                <c:ptCount val="6"/>
                <c:pt idx="0">
                  <c:v>50</c:v>
                </c:pt>
                <c:pt idx="1">
                  <c:v>100</c:v>
                </c:pt>
                <c:pt idx="2">
                  <c:v>130</c:v>
                </c:pt>
                <c:pt idx="3">
                  <c:v>100</c:v>
                </c:pt>
                <c:pt idx="4">
                  <c:v>140</c:v>
                </c:pt>
                <c:pt idx="5">
                  <c:v>180</c:v>
                </c:pt>
              </c:numCache>
            </c:numRef>
          </c:val>
        </c:ser>
        <c:ser>
          <c:idx val="2"/>
          <c:order val="2"/>
          <c:tx>
            <c:strRef>
              <c:f>Sheet1!$D$1</c:f>
              <c:strCache>
                <c:ptCount val="1"/>
                <c:pt idx="0">
                  <c:v/>
                </c:pt>
              </c:strCache>
            </c:strRef>
          </c:tx>
          <c:spPr>
            <a:solidFill>
              <a:schemeClr val="accent3">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0" vertOverflow="ellipsis" vert="horz" wrap="square" lIns="38100" tIns="19050" rIns="38100" bIns="19050" anchor="ctr" anchorCtr="1"/>
              <a:lstStyle/>
              <a:p>
                <a:pPr>
                  <a:defRPr lang="en-US" sz="900" b="1" i="0" u="none" strike="noStrike" kern="1200" baseline="0">
                    <a:solidFill>
                      <a:schemeClr val="lt1"/>
                    </a:solidFill>
                    <a:latin typeface="+mn-lt"/>
                    <a:ea typeface="+mn-ea"/>
                    <a:cs typeface="+mn-cs"/>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numRef>
              <c:f>Sheet1!$A$2:$A$7</c:f>
              <c:numCache>
                <c:formatCode>General</c:formatCode>
                <c:ptCount val="6"/>
                <c:pt idx="0">
                  <c:v>2015</c:v>
                </c:pt>
                <c:pt idx="1">
                  <c:v>2017</c:v>
                </c:pt>
                <c:pt idx="2">
                  <c:v>2018</c:v>
                </c:pt>
                <c:pt idx="3">
                  <c:v>2019</c:v>
                </c:pt>
                <c:pt idx="4">
                  <c:v>2020</c:v>
                </c:pt>
                <c:pt idx="5">
                  <c:v>2021</c:v>
                </c:pt>
              </c:numCache>
            </c:numRef>
          </c:cat>
          <c:val>
            <c:numRef>
              <c:f>Sheet1!$D$2:$D$7</c:f>
              <c:numCache>
                <c:formatCode>General</c:formatCode>
                <c:ptCount val="6"/>
              </c:numCache>
            </c:numRef>
          </c:val>
        </c:ser>
        <c:dLbls>
          <c:showLegendKey val="0"/>
          <c:showVal val="1"/>
          <c:showCatName val="0"/>
          <c:showSerName val="0"/>
          <c:showPercent val="0"/>
          <c:showBubbleSize val="0"/>
        </c:dLbls>
        <c:gapWidth val="65"/>
        <c:overlap val="0"/>
        <c:axId val="339654971"/>
        <c:axId val="288862737"/>
      </c:barChart>
      <c:catAx>
        <c:axId val="339654971"/>
        <c:scaling>
          <c:orientation val="minMax"/>
        </c:scaling>
        <c:delete val="0"/>
        <c:axPos val="b"/>
        <c:majorTickMark val="none"/>
        <c:minorTickMark val="none"/>
        <c:tickLblPos val="nextTo"/>
        <c:spPr>
          <a:noFill/>
          <a:ln w="19050" cap="flat" cmpd="sng" algn="ctr">
            <a:solidFill>
              <a:schemeClr val="dk1">
                <a:lumMod val="75000"/>
                <a:lumOff val="25000"/>
              </a:schemeClr>
            </a:solidFill>
            <a:round/>
          </a:ln>
          <a:effectLst/>
        </c:spPr>
        <c:txPr>
          <a:bodyPr rot="-60000000" spcFirstLastPara="0" vertOverflow="ellipsis" vert="horz" wrap="square" anchor="ctr" anchorCtr="1"/>
          <a:lstStyle/>
          <a:p>
            <a:pPr>
              <a:defRPr lang="en-US" sz="900" b="0" i="0" u="none" strike="noStrike" kern="1200" cap="all" baseline="0">
                <a:solidFill>
                  <a:schemeClr val="dk1">
                    <a:lumMod val="75000"/>
                    <a:lumOff val="25000"/>
                  </a:schemeClr>
                </a:solidFill>
                <a:latin typeface="+mn-lt"/>
                <a:ea typeface="+mn-ea"/>
                <a:cs typeface="+mn-cs"/>
              </a:defRPr>
            </a:pPr>
          </a:p>
        </c:txPr>
        <c:crossAx val="288862737"/>
        <c:crosses val="autoZero"/>
        <c:auto val="1"/>
        <c:lblAlgn val="ctr"/>
        <c:lblOffset val="100"/>
        <c:noMultiLvlLbl val="0"/>
      </c:catAx>
      <c:valAx>
        <c:axId val="288862737"/>
        <c:scaling>
          <c:orientation val="minMax"/>
        </c:scaling>
        <c:delete val="1"/>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none"/>
        <c:minorTickMark val="none"/>
        <c:tickLblPos val="nextTo"/>
        <c:txPr>
          <a:bodyPr rot="-60000000" spcFirstLastPara="0" vertOverflow="ellipsis" vert="horz" wrap="square" anchor="ctr" anchorCtr="1"/>
          <a:lstStyle/>
          <a:p>
            <a:pPr>
              <a:defRPr lang="en-US" sz="900" b="0" i="0" u="none" strike="noStrike" kern="1200" baseline="0">
                <a:solidFill>
                  <a:schemeClr val="dk1">
                    <a:lumMod val="75000"/>
                    <a:lumOff val="25000"/>
                  </a:schemeClr>
                </a:solidFill>
                <a:latin typeface="+mn-lt"/>
                <a:ea typeface="+mn-ea"/>
                <a:cs typeface="+mn-cs"/>
              </a:defRPr>
            </a:pPr>
          </a:p>
        </c:txPr>
        <c:crossAx val="339654971"/>
        <c:crosses val="autoZero"/>
        <c:crossBetween val="between"/>
      </c:valAx>
      <c:spPr>
        <a:noFill/>
        <a:ln>
          <a:noFill/>
        </a:ln>
        <a:effectLst/>
      </c:spPr>
    </c:plotArea>
    <c:legend>
      <c:legendPos val="b"/>
      <c:layout/>
      <c:overlay val="0"/>
      <c:spPr>
        <a:solidFill>
          <a:schemeClr val="lt1">
            <a:lumMod val="95000"/>
            <a:alpha val="39000"/>
          </a:schemeClr>
        </a:solidFill>
        <a:ln>
          <a:noFill/>
        </a:ln>
        <a:effectLst/>
      </c:spPr>
      <c:txPr>
        <a:bodyPr rot="0" spcFirstLastPara="0" vertOverflow="ellipsis" vert="horz" wrap="square" anchor="ctr" anchorCtr="1"/>
        <a:lstStyle/>
        <a:p>
          <a:pPr>
            <a:defRPr lang="en-US" sz="900" b="0" i="0" u="none" strike="noStrike" kern="1200" baseline="0">
              <a:solidFill>
                <a:schemeClr val="dk1">
                  <a:lumMod val="75000"/>
                  <a:lumOff val="25000"/>
                </a:schemeClr>
              </a:solidFill>
              <a:latin typeface="+mn-lt"/>
              <a:ea typeface="+mn-ea"/>
              <a:cs typeface="+mn-cs"/>
            </a:defRPr>
          </a:pPr>
        </a:p>
      </c:txPr>
    </c:legend>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gradFill>
    <a:ln w="9525" cap="flat" cmpd="sng" algn="ctr">
      <a:solidFill>
        <a:schemeClr val="dk1">
          <a:lumMod val="25000"/>
          <a:lumOff val="75000"/>
        </a:schemeClr>
      </a:solidFill>
      <a:round/>
    </a:ln>
    <a:effectLst/>
  </c:spPr>
  <c:txPr>
    <a:bodyPr/>
    <a:lstStyle/>
    <a:p>
      <a:pPr>
        <a:defRPr lang="en-US"/>
      </a:p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0" vertOverflow="ellipsis" vert="horz" wrap="square" anchor="ctr" anchorCtr="1"/>
        <a:lstStyle/>
        <a:p>
          <a:pPr>
            <a:defRPr lang="en-US" sz="1800" b="1" i="0" u="none" strike="noStrike" kern="1200" baseline="0">
              <a:solidFill>
                <a:schemeClr val="dk1">
                  <a:lumMod val="75000"/>
                  <a:lumOff val="25000"/>
                </a:schemeClr>
              </a:solidFill>
              <a:latin typeface="+mn-lt"/>
              <a:ea typeface="+mn-ea"/>
              <a:cs typeface="+mn-cs"/>
            </a:defRPr>
          </a:pPr>
        </a:p>
      </c:txPr>
    </c:title>
    <c:autoTitleDeleted val="0"/>
    <c:plotArea>
      <c:layout/>
      <c:pieChart>
        <c:varyColors val="1"/>
        <c:ser>
          <c:idx val="0"/>
          <c:order val="0"/>
          <c:tx>
            <c:strRef>
              <c:f>Sheet1!$B$1</c:f>
              <c:strCache>
                <c:ptCount val="1"/>
                <c:pt idx="0">
                  <c:v>Percentage distribution</c:v>
                </c:pt>
              </c:strCache>
            </c:strRef>
          </c:tx>
          <c:spPr/>
          <c:explosion val="0"/>
          <c:dPt>
            <c:idx val="0"/>
            <c:bubble3D val="0"/>
            <c:spPr>
              <a:solidFill>
                <a:schemeClr val="accent1"/>
              </a:solidFill>
              <a:ln>
                <a:noFill/>
              </a:ln>
              <a:effectLst>
                <a:outerShdw blurRad="254000" sx="102000" sy="102000" algn="ctr" rotWithShape="0">
                  <a:prstClr val="black">
                    <a:alpha val="20000"/>
                  </a:prstClr>
                </a:outerShdw>
              </a:effectLst>
            </c:spPr>
          </c:dPt>
          <c:dPt>
            <c:idx val="1"/>
            <c:bubble3D val="0"/>
            <c:spPr>
              <a:solidFill>
                <a:schemeClr val="accent2"/>
              </a:solidFill>
              <a:ln>
                <a:noFill/>
              </a:ln>
              <a:effectLst>
                <a:outerShdw blurRad="254000" sx="102000" sy="102000" algn="ctr" rotWithShape="0">
                  <a:prstClr val="black">
                    <a:alpha val="20000"/>
                  </a:prstClr>
                </a:outerShdw>
              </a:effectLst>
            </c:spPr>
          </c:dPt>
          <c:dPt>
            <c:idx val="2"/>
            <c:bubble3D val="0"/>
            <c:spPr>
              <a:solidFill>
                <a:schemeClr val="accent3"/>
              </a:solidFill>
              <a:ln>
                <a:noFill/>
              </a:ln>
              <a:effectLst>
                <a:outerShdw blurRad="254000" sx="102000" sy="102000" algn="ctr" rotWithShape="0">
                  <a:prstClr val="black">
                    <a:alpha val="20000"/>
                  </a:prstClr>
                </a:outerShdw>
              </a:effectLst>
            </c:spPr>
          </c:dPt>
          <c:dPt>
            <c:idx val="3"/>
            <c:bubble3D val="0"/>
            <c:spPr>
              <a:solidFill>
                <a:schemeClr val="accent4"/>
              </a:solidFill>
              <a:ln>
                <a:noFill/>
              </a:ln>
              <a:effectLst>
                <a:outerShdw blurRad="254000" sx="102000" sy="102000" algn="ctr" rotWithShape="0">
                  <a:prstClr val="black">
                    <a:alpha val="20000"/>
                  </a:prstClr>
                </a:outerShdw>
              </a:effectLst>
            </c:spPr>
          </c:dPt>
          <c:dPt>
            <c:idx val="4"/>
            <c:bubble3D val="0"/>
            <c:spPr>
              <a:solidFill>
                <a:schemeClr val="accent5"/>
              </a:solidFill>
              <a:ln>
                <a:noFill/>
              </a:ln>
              <a:effectLst>
                <a:outerShdw blurRad="254000" sx="102000" sy="102000" algn="ctr" rotWithShape="0">
                  <a:prstClr val="black">
                    <a:alpha val="20000"/>
                  </a:prstClr>
                </a:outerShdw>
              </a:effectLst>
            </c:spPr>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0" vertOverflow="ellipsis" vert="horz" wrap="square" lIns="38100" tIns="19050" rIns="38100" bIns="19050" anchor="ctr" anchorCtr="1"/>
              <a:lstStyle/>
              <a:p>
                <a:pPr>
                  <a:defRPr lang="en-US" sz="1000" b="1" i="0" u="none" strike="noStrike" kern="1200" baseline="0">
                    <a:solidFill>
                      <a:schemeClr val="lt1"/>
                    </a:solidFill>
                    <a:latin typeface="+mn-lt"/>
                    <a:ea typeface="+mn-ea"/>
                    <a:cs typeface="+mn-cs"/>
                  </a:defRPr>
                </a:pPr>
              </a:p>
            </c:txPr>
            <c:dLblPos val="ctr"/>
            <c:showLegendKey val="0"/>
            <c:showVal val="0"/>
            <c:showCatName val="0"/>
            <c:showSerName val="0"/>
            <c:showPercent val="1"/>
            <c:showBubbleSize val="0"/>
            <c:showLeaderLines val="1"/>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Sheet1!$A$2:$A$6</c:f>
              <c:strCache>
                <c:ptCount val="5"/>
                <c:pt idx="0">
                  <c:v>Mixed fruit cake</c:v>
                </c:pt>
                <c:pt idx="1">
                  <c:v>Chocolate cake</c:v>
                </c:pt>
                <c:pt idx="2">
                  <c:v>Vanila cake</c:v>
                </c:pt>
                <c:pt idx="3">
                  <c:v>strawberry cake</c:v>
                </c:pt>
                <c:pt idx="4">
                  <c:v>Orange cake</c:v>
                </c:pt>
              </c:strCache>
            </c:strRef>
          </c:cat>
          <c:val>
            <c:numRef>
              <c:f>Sheet1!$B$2:$B$6</c:f>
              <c:numCache>
                <c:formatCode>0%</c:formatCode>
                <c:ptCount val="5"/>
                <c:pt idx="0">
                  <c:v>0.37</c:v>
                </c:pt>
                <c:pt idx="1">
                  <c:v>0.25</c:v>
                </c:pt>
                <c:pt idx="2">
                  <c:v>0.19</c:v>
                </c:pt>
                <c:pt idx="3">
                  <c:v>0.06</c:v>
                </c:pt>
                <c:pt idx="4">
                  <c:v>0.13</c:v>
                </c:pt>
              </c:numCache>
            </c:numRef>
          </c:val>
        </c:ser>
        <c:dLbls>
          <c:showLegendKey val="0"/>
          <c:showVal val="0"/>
          <c:showCatName val="0"/>
          <c:showSerName val="0"/>
          <c:showPercent val="1"/>
          <c:showBubbleSize val="0"/>
          <c:showLeaderLines val="1"/>
        </c:dLbls>
        <c:firstSliceAng val="0"/>
      </c:pieChart>
      <c:spPr>
        <a:noFill/>
        <a:ln>
          <a:noFill/>
        </a:ln>
        <a:effectLst/>
      </c:spPr>
    </c:plotArea>
    <c:legend>
      <c:legendPos val="r"/>
      <c:layout/>
      <c:overlay val="0"/>
      <c:spPr>
        <a:solidFill>
          <a:schemeClr val="lt1">
            <a:lumMod val="95000"/>
            <a:alpha val="39000"/>
          </a:schemeClr>
        </a:solidFill>
        <a:ln>
          <a:noFill/>
        </a:ln>
        <a:effectLst/>
      </c:spPr>
      <c:txPr>
        <a:bodyPr rot="0" spcFirstLastPara="0" vertOverflow="ellipsis" vert="horz" wrap="square" anchor="ctr" anchorCtr="1"/>
        <a:lstStyle/>
        <a:p>
          <a:pPr>
            <a:defRPr lang="en-US" sz="900" b="0" i="0" u="none" strike="noStrike" kern="1200" baseline="0">
              <a:solidFill>
                <a:schemeClr val="dk1">
                  <a:lumMod val="75000"/>
                  <a:lumOff val="25000"/>
                </a:schemeClr>
              </a:solidFill>
              <a:latin typeface="+mn-lt"/>
              <a:ea typeface="+mn-ea"/>
              <a:cs typeface="+mn-cs"/>
            </a:defRPr>
          </a:pPr>
        </a:p>
      </c:txPr>
    </c:legend>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gradFill>
    <a:ln w="9525" cap="flat" cmpd="sng" algn="ctr">
      <a:solidFill>
        <a:schemeClr val="dk1">
          <a:lumMod val="25000"/>
          <a:lumOff val="75000"/>
        </a:schemeClr>
      </a:solidFill>
      <a:round/>
    </a:ln>
    <a:effectLst/>
  </c:spPr>
  <c:txPr>
    <a:bodyPr/>
    <a:lstStyle/>
    <a:p>
      <a:pPr>
        <a:defRPr lang="en-US"/>
      </a:pPr>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0" vertOverflow="ellipsis" vert="horz" wrap="square" anchor="ctr" anchorCtr="1"/>
        <a:lstStyle/>
        <a:p>
          <a:pPr>
            <a:defRPr lang="en-US" sz="1800" b="1" i="0" u="none" strike="noStrike" kern="1200" baseline="0">
              <a:solidFill>
                <a:schemeClr val="dk1">
                  <a:lumMod val="75000"/>
                  <a:lumOff val="25000"/>
                </a:schemeClr>
              </a:solidFill>
              <a:latin typeface="+mn-lt"/>
              <a:ea typeface="+mn-ea"/>
              <a:cs typeface="+mn-cs"/>
            </a:defRPr>
          </a:pPr>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0" vertOverflow="ellipsis" vert="horz" wrap="square" lIns="38100" tIns="19050" rIns="38100" bIns="19050" anchor="ctr" anchorCtr="1"/>
              <a:lstStyle/>
              <a:p>
                <a:pPr>
                  <a:defRPr lang="en-US" sz="900" b="1" i="0" u="none" strike="noStrike" kern="1200" baseline="0">
                    <a:solidFill>
                      <a:schemeClr val="lt1"/>
                    </a:solidFill>
                    <a:latin typeface="+mn-lt"/>
                    <a:ea typeface="+mn-ea"/>
                    <a:cs typeface="+mn-cs"/>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numRef>
              <c:f>Sheet1!$A$2:$A$6</c:f>
              <c:numCache>
                <c:formatCode>General</c:formatCode>
                <c:ptCount val="5"/>
                <c:pt idx="0">
                  <c:v>2005</c:v>
                </c:pt>
                <c:pt idx="1">
                  <c:v>2006</c:v>
                </c:pt>
                <c:pt idx="2">
                  <c:v>2007</c:v>
                </c:pt>
                <c:pt idx="3">
                  <c:v>2008</c:v>
                </c:pt>
                <c:pt idx="4">
                  <c:v>2009</c:v>
                </c:pt>
              </c:numCache>
            </c:numRef>
          </c:cat>
          <c:val>
            <c:numRef>
              <c:f>Sheet1!$B$2:$B$6</c:f>
              <c:numCache>
                <c:formatCode>General</c:formatCode>
                <c:ptCount val="5"/>
                <c:pt idx="0">
                  <c:v>35</c:v>
                </c:pt>
                <c:pt idx="1">
                  <c:v>55</c:v>
                </c:pt>
                <c:pt idx="2">
                  <c:v>75</c:v>
                </c:pt>
                <c:pt idx="3">
                  <c:v>60</c:v>
                </c:pt>
                <c:pt idx="4">
                  <c:v>85</c:v>
                </c:pt>
              </c:numCache>
            </c:numRef>
          </c:val>
        </c:ser>
        <c:dLbls>
          <c:showLegendKey val="0"/>
          <c:showVal val="1"/>
          <c:showCatName val="0"/>
          <c:showSerName val="0"/>
          <c:showPercent val="0"/>
          <c:showBubbleSize val="0"/>
        </c:dLbls>
        <c:gapWidth val="65"/>
        <c:overlap val="0"/>
        <c:axId val="668825146"/>
        <c:axId val="839807026"/>
        <c:extLst>
          <c:ext xmlns:c15="http://schemas.microsoft.com/office/drawing/2012/chart" uri="{02D57815-91ED-43cb-92C2-25804820EDAC}">
            <c15:filteredBarSeries>
              <c15:ser>
                <c:idx val="1"/>
                <c:order val="1"/>
                <c:tx>
                  <c:strRef>
                    <c:extLst>
                      <c:ext uri="{02D57815-91ED-43cb-92C2-25804820EDAC}">
                        <c15:formulaRef>
                          <c15:sqref>Sheet1!$C$1</c15:sqref>
                        </c15:formulaRef>
                      </c:ext>
                    </c:extLst>
                    <c:strCache>
                      <c:ptCount val="1"/>
                      <c:pt idx="0">
                        <c:v/>
                      </c:pt>
                    </c:strCache>
                  </c:strRef>
                </c:tx>
                <c:spPr>
                  <a:solidFill>
                    <a:schemeClr val="accent2">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0" vertOverflow="ellipsis" vert="horz" wrap="square" lIns="38100" tIns="19050" rIns="38100" bIns="19050" anchor="ctr" anchorCtr="1"/>
                    <a:lstStyle/>
                    <a:p>
                      <a:pPr>
                        <a:defRPr lang="en-US" sz="900" b="1" i="0" u="none" strike="noStrike" kern="1200" baseline="0">
                          <a:solidFill>
                            <a:schemeClr val="lt1"/>
                          </a:solidFill>
                          <a:latin typeface="+mn-lt"/>
                          <a:ea typeface="+mn-ea"/>
                          <a:cs typeface="+mn-cs"/>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numRef>
                    <c:extLst>
                      <c:ext uri="{02D57815-91ED-43cb-92C2-25804820EDAC}">
                        <c15:fullRef>
                          <c15:sqref/>
                        </c15:fullRef>
                        <c15:formulaRef>
                          <c15:sqref>Sheet1!$A$2:$A$6</c15:sqref>
                        </c15:formulaRef>
                      </c:ext>
                    </c:extLst>
                    <c:numCache>
                      <c:formatCode>General</c:formatCode>
                      <c:ptCount val="5"/>
                      <c:pt idx="0">
                        <c:v>2005</c:v>
                      </c:pt>
                      <c:pt idx="1">
                        <c:v>2006</c:v>
                      </c:pt>
                      <c:pt idx="2">
                        <c:v>2007</c:v>
                      </c:pt>
                      <c:pt idx="3">
                        <c:v>2008</c:v>
                      </c:pt>
                      <c:pt idx="4">
                        <c:v>2009</c:v>
                      </c:pt>
                    </c:numCache>
                  </c:numRef>
                </c:cat>
                <c:val>
                  <c:numRef>
                    <c:extLst>
                      <c:ext uri="{02D57815-91ED-43cb-92C2-25804820EDAC}">
                        <c15:formulaRef>
                          <c15:sqref>Sheet1!$C$2:$C$6</c15:sqref>
                        </c15:formulaRef>
                      </c:ext>
                    </c:extLst>
                    <c:numCache>
                      <c:formatCode>General</c:formatCode>
                      <c:ptCount val="5"/>
                    </c:numCache>
                  </c:numRef>
                </c:val>
              </c15:ser>
            </c15:filteredBarSeries>
            <c15:filteredBarSeries>
              <c15:ser>
                <c:idx val="2"/>
                <c:order val="2"/>
                <c:tx>
                  <c:strRef>
                    <c:extLst>
                      <c:ext uri="{02D57815-91ED-43cb-92C2-25804820EDAC}">
                        <c15:formulaRef>
                          <c15:sqref>Sheet1!$D$1</c15:sqref>
                        </c15:formulaRef>
                      </c:ext>
                    </c:extLst>
                    <c:strCache>
                      <c:ptCount val="1"/>
                      <c:pt idx="0">
                        <c:v/>
                      </c:pt>
                    </c:strCache>
                  </c:strRef>
                </c:tx>
                <c:spPr>
                  <a:solidFill>
                    <a:schemeClr val="accent3">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0" vertOverflow="ellipsis" vert="horz" wrap="square" lIns="38100" tIns="19050" rIns="38100" bIns="19050" anchor="ctr" anchorCtr="1"/>
                    <a:lstStyle/>
                    <a:p>
                      <a:pPr>
                        <a:defRPr lang="en-US" sz="900" b="1" i="0" u="none" strike="noStrike" kern="1200" baseline="0">
                          <a:solidFill>
                            <a:schemeClr val="lt1"/>
                          </a:solidFill>
                          <a:latin typeface="+mn-lt"/>
                          <a:ea typeface="+mn-ea"/>
                          <a:cs typeface="+mn-cs"/>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numRef>
                    <c:extLst>
                      <c:ext uri="{02D57815-91ED-43cb-92C2-25804820EDAC}">
                        <c15:fullRef>
                          <c15:sqref/>
                        </c15:fullRef>
                        <c15:formulaRef>
                          <c15:sqref>Sheet1!$A$2:$A$6</c15:sqref>
                        </c15:formulaRef>
                      </c:ext>
                    </c:extLst>
                    <c:numCache>
                      <c:formatCode>General</c:formatCode>
                      <c:ptCount val="5"/>
                      <c:pt idx="0">
                        <c:v>2005</c:v>
                      </c:pt>
                      <c:pt idx="1">
                        <c:v>2006</c:v>
                      </c:pt>
                      <c:pt idx="2">
                        <c:v>2007</c:v>
                      </c:pt>
                      <c:pt idx="3">
                        <c:v>2008</c:v>
                      </c:pt>
                      <c:pt idx="4">
                        <c:v>2009</c:v>
                      </c:pt>
                    </c:numCache>
                  </c:numRef>
                </c:cat>
                <c:val>
                  <c:numRef>
                    <c:extLst>
                      <c:ext uri="{02D57815-91ED-43cb-92C2-25804820EDAC}">
                        <c15:formulaRef>
                          <c15:sqref>Sheet1!$D$2:$D$6</c15:sqref>
                        </c15:formulaRef>
                      </c:ext>
                    </c:extLst>
                    <c:numCache>
                      <c:formatCode>General</c:formatCode>
                      <c:ptCount val="5"/>
                    </c:numCache>
                  </c:numRef>
                </c:val>
              </c15:ser>
            </c15:filteredBarSeries>
          </c:ext>
        </c:extLst>
      </c:barChart>
      <c:catAx>
        <c:axId val="668825146"/>
        <c:scaling>
          <c:orientation val="minMax"/>
        </c:scaling>
        <c:delete val="0"/>
        <c:axPos val="b"/>
        <c:majorTickMark val="none"/>
        <c:minorTickMark val="none"/>
        <c:tickLblPos val="nextTo"/>
        <c:spPr>
          <a:noFill/>
          <a:ln w="19050" cap="flat" cmpd="sng" algn="ctr">
            <a:solidFill>
              <a:schemeClr val="dk1">
                <a:lumMod val="75000"/>
                <a:lumOff val="25000"/>
              </a:schemeClr>
            </a:solidFill>
            <a:round/>
          </a:ln>
          <a:effectLst/>
        </c:spPr>
        <c:txPr>
          <a:bodyPr rot="-60000000" spcFirstLastPara="0" vertOverflow="ellipsis" vert="horz" wrap="square" anchor="ctr" anchorCtr="1"/>
          <a:lstStyle/>
          <a:p>
            <a:pPr>
              <a:defRPr lang="en-US" sz="900" b="0" i="0" u="none" strike="noStrike" kern="1200" cap="all" baseline="0">
                <a:solidFill>
                  <a:schemeClr val="dk1">
                    <a:lumMod val="75000"/>
                    <a:lumOff val="25000"/>
                  </a:schemeClr>
                </a:solidFill>
                <a:latin typeface="+mn-lt"/>
                <a:ea typeface="+mn-ea"/>
                <a:cs typeface="+mn-cs"/>
              </a:defRPr>
            </a:pPr>
          </a:p>
        </c:txPr>
        <c:crossAx val="839807026"/>
        <c:crosses val="autoZero"/>
        <c:auto val="1"/>
        <c:lblAlgn val="ctr"/>
        <c:lblOffset val="100"/>
        <c:noMultiLvlLbl val="0"/>
      </c:catAx>
      <c:valAx>
        <c:axId val="839807026"/>
        <c:scaling>
          <c:orientation val="minMax"/>
        </c:scaling>
        <c:delete val="1"/>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none"/>
        <c:minorTickMark val="none"/>
        <c:tickLblPos val="nextTo"/>
        <c:txPr>
          <a:bodyPr rot="-60000000" spcFirstLastPara="0" vertOverflow="ellipsis" vert="horz" wrap="square" anchor="ctr" anchorCtr="1"/>
          <a:lstStyle/>
          <a:p>
            <a:pPr>
              <a:defRPr lang="en-US" sz="900" b="0" i="0" u="none" strike="noStrike" kern="1200" baseline="0">
                <a:solidFill>
                  <a:schemeClr val="dk1">
                    <a:lumMod val="75000"/>
                    <a:lumOff val="25000"/>
                  </a:schemeClr>
                </a:solidFill>
                <a:latin typeface="+mn-lt"/>
                <a:ea typeface="+mn-ea"/>
                <a:cs typeface="+mn-cs"/>
              </a:defRPr>
            </a:pPr>
          </a:p>
        </c:txPr>
        <c:crossAx val="668825146"/>
        <c:crosses val="autoZero"/>
        <c:crossBetween val="between"/>
      </c:valAx>
      <c:spPr>
        <a:noFill/>
        <a:ln>
          <a:noFill/>
        </a:ln>
        <a:effectLst/>
      </c:spPr>
    </c:plotArea>
    <c:legend>
      <c:legendPos val="b"/>
      <c:layout/>
      <c:overlay val="0"/>
      <c:spPr>
        <a:solidFill>
          <a:schemeClr val="lt1">
            <a:lumMod val="95000"/>
            <a:alpha val="39000"/>
          </a:schemeClr>
        </a:solidFill>
        <a:ln>
          <a:noFill/>
        </a:ln>
        <a:effectLst/>
      </c:spPr>
      <c:txPr>
        <a:bodyPr rot="0" spcFirstLastPara="0" vertOverflow="ellipsis" vert="horz" wrap="square" anchor="ctr" anchorCtr="1"/>
        <a:lstStyle/>
        <a:p>
          <a:pPr>
            <a:defRPr lang="en-US" sz="900" b="0" i="0" u="none" strike="noStrike" kern="1200" baseline="0">
              <a:solidFill>
                <a:schemeClr val="dk1">
                  <a:lumMod val="75000"/>
                  <a:lumOff val="25000"/>
                </a:schemeClr>
              </a:solidFill>
              <a:latin typeface="+mn-lt"/>
              <a:ea typeface="+mn-ea"/>
              <a:cs typeface="+mn-cs"/>
            </a:defRPr>
          </a:pPr>
        </a:p>
      </c:txPr>
    </c:legend>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gradFill>
    <a:ln w="9525" cap="flat" cmpd="sng" algn="ctr">
      <a:solidFill>
        <a:schemeClr val="dk1">
          <a:lumMod val="25000"/>
          <a:lumOff val="75000"/>
        </a:schemeClr>
      </a:solidFill>
      <a:round/>
    </a:ln>
    <a:effectLst/>
  </c:spPr>
  <c:txPr>
    <a:bodyPr/>
    <a:lstStyle/>
    <a:p>
      <a:pPr>
        <a:defRPr lang="en-US"/>
      </a:pPr>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0" vertOverflow="ellipsis" vert="horz" wrap="square" anchor="ctr" anchorCtr="1"/>
        <a:lstStyle/>
        <a:p>
          <a:pPr>
            <a:defRPr lang="en-US" sz="1800" b="1" i="0" u="none" strike="noStrike" kern="1200" baseline="0">
              <a:solidFill>
                <a:schemeClr val="dk1">
                  <a:lumMod val="75000"/>
                  <a:lumOff val="25000"/>
                </a:schemeClr>
              </a:solidFill>
              <a:latin typeface="+mn-lt"/>
              <a:ea typeface="+mn-ea"/>
              <a:cs typeface="+mn-cs"/>
            </a:defRPr>
          </a:pPr>
        </a:p>
      </c:txPr>
    </c:title>
    <c:autoTitleDeleted val="0"/>
    <c:plotArea>
      <c:layout>
        <c:manualLayout>
          <c:layoutTarget val="inner"/>
          <c:xMode val="edge"/>
          <c:yMode val="edge"/>
          <c:x val="0.0197796941858789"/>
          <c:y val="0.0703892358868781"/>
          <c:w val="0.965029333054839"/>
          <c:h val="0.784712563273096"/>
        </c:manualLayout>
      </c:layout>
      <c:lineChart>
        <c:grouping val="standard"/>
        <c:varyColors val="0"/>
        <c:ser>
          <c:idx val="0"/>
          <c:order val="0"/>
          <c:tx>
            <c:strRef>
              <c:f>Sheet1!$B$1</c:f>
              <c:strCache>
                <c:ptCount val="1"/>
                <c:pt idx="0">
                  <c:v>mercedes</c:v>
                </c:pt>
              </c:strCache>
            </c:strRef>
          </c:tx>
          <c:spPr>
            <a:ln w="31750" cap="rnd">
              <a:solidFill>
                <a:schemeClr val="accent1"/>
              </a:solidFill>
              <a:round/>
            </a:ln>
            <a:effectLst/>
          </c:spPr>
          <c:marker>
            <c:symbol val="circle"/>
            <c:size val="17"/>
            <c:spPr>
              <a:solidFill>
                <a:schemeClr val="accent1"/>
              </a:solidFill>
              <a:ln>
                <a:noFill/>
              </a:ln>
              <a:effectLst/>
            </c:spPr>
          </c:marker>
          <c:dLbls>
            <c:spPr>
              <a:noFill/>
              <a:ln>
                <a:noFill/>
              </a:ln>
              <a:effectLst/>
            </c:spPr>
            <c:txPr>
              <a:bodyPr rot="0" spcFirstLastPara="0" vertOverflow="ellipsis" vert="horz" wrap="square" lIns="38100" tIns="19050" rIns="38100" bIns="19050" anchor="ctr" anchorCtr="1"/>
              <a:lstStyle/>
              <a:p>
                <a:pPr>
                  <a:defRPr lang="en-US" sz="900" b="1" i="0" u="none" strike="noStrike" kern="1200" baseline="0">
                    <a:solidFill>
                      <a:schemeClr val="lt1"/>
                    </a:solidFill>
                    <a:latin typeface="+mn-lt"/>
                    <a:ea typeface="+mn-ea"/>
                    <a:cs typeface="+mn-cs"/>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Sheet1!$A$2:$A$6</c:f>
              <c:strCache>
                <c:ptCount val="5"/>
                <c:pt idx="0">
                  <c:v>Jan</c:v>
                </c:pt>
                <c:pt idx="1">
                  <c:v>Feb</c:v>
                </c:pt>
                <c:pt idx="2">
                  <c:v>march</c:v>
                </c:pt>
                <c:pt idx="3">
                  <c:v>April</c:v>
                </c:pt>
                <c:pt idx="4">
                  <c:v>June</c:v>
                </c:pt>
              </c:strCache>
            </c:strRef>
          </c:cat>
          <c:val>
            <c:numRef>
              <c:f>Sheet1!$B$2:$B$6</c:f>
              <c:numCache>
                <c:formatCode>General</c:formatCode>
                <c:ptCount val="5"/>
                <c:pt idx="0">
                  <c:v>20</c:v>
                </c:pt>
                <c:pt idx="1">
                  <c:v>15</c:v>
                </c:pt>
                <c:pt idx="2">
                  <c:v>25</c:v>
                </c:pt>
                <c:pt idx="3">
                  <c:v>10</c:v>
                </c:pt>
                <c:pt idx="4">
                  <c:v>19</c:v>
                </c:pt>
              </c:numCache>
            </c:numRef>
          </c:val>
          <c:smooth val="0"/>
        </c:ser>
        <c:ser>
          <c:idx val="1"/>
          <c:order val="1"/>
          <c:tx>
            <c:strRef>
              <c:f>Sheet1!$C$1</c:f>
              <c:strCache>
                <c:ptCount val="1"/>
                <c:pt idx="0">
                  <c:v>Audi</c:v>
                </c:pt>
              </c:strCache>
            </c:strRef>
          </c:tx>
          <c:spPr>
            <a:ln w="31750" cap="rnd">
              <a:solidFill>
                <a:schemeClr val="accent2"/>
              </a:solidFill>
              <a:round/>
            </a:ln>
            <a:effectLst/>
          </c:spPr>
          <c:marker>
            <c:symbol val="circle"/>
            <c:size val="17"/>
            <c:spPr>
              <a:solidFill>
                <a:schemeClr val="accent2"/>
              </a:solidFill>
              <a:ln>
                <a:noFill/>
              </a:ln>
              <a:effectLst/>
            </c:spPr>
          </c:marker>
          <c:dLbls>
            <c:spPr>
              <a:noFill/>
              <a:ln>
                <a:noFill/>
              </a:ln>
              <a:effectLst/>
            </c:spPr>
            <c:txPr>
              <a:bodyPr rot="0" spcFirstLastPara="0" vertOverflow="ellipsis" vert="horz" wrap="square" lIns="38100" tIns="19050" rIns="38100" bIns="19050" anchor="ctr" anchorCtr="1"/>
              <a:lstStyle/>
              <a:p>
                <a:pPr>
                  <a:defRPr lang="en-US" sz="900" b="1" i="0" u="none" strike="noStrike" kern="1200" baseline="0">
                    <a:solidFill>
                      <a:schemeClr val="lt1"/>
                    </a:solidFill>
                    <a:latin typeface="+mn-lt"/>
                    <a:ea typeface="+mn-ea"/>
                    <a:cs typeface="+mn-cs"/>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Sheet1!$A$2:$A$6</c:f>
              <c:strCache>
                <c:ptCount val="5"/>
                <c:pt idx="0">
                  <c:v>Jan</c:v>
                </c:pt>
                <c:pt idx="1">
                  <c:v>Feb</c:v>
                </c:pt>
                <c:pt idx="2">
                  <c:v>march</c:v>
                </c:pt>
                <c:pt idx="3">
                  <c:v>April</c:v>
                </c:pt>
                <c:pt idx="4">
                  <c:v>June</c:v>
                </c:pt>
              </c:strCache>
            </c:strRef>
          </c:cat>
          <c:val>
            <c:numRef>
              <c:f>Sheet1!$C$2:$C$6</c:f>
              <c:numCache>
                <c:formatCode>General</c:formatCode>
                <c:ptCount val="5"/>
                <c:pt idx="0">
                  <c:v>50</c:v>
                </c:pt>
                <c:pt idx="1">
                  <c:v>30</c:v>
                </c:pt>
                <c:pt idx="2">
                  <c:v>35</c:v>
                </c:pt>
                <c:pt idx="3">
                  <c:v>25</c:v>
                </c:pt>
                <c:pt idx="4">
                  <c:v>25</c:v>
                </c:pt>
              </c:numCache>
            </c:numRef>
          </c:val>
          <c:smooth val="0"/>
        </c:ser>
        <c:ser>
          <c:idx val="2"/>
          <c:order val="2"/>
          <c:tx>
            <c:strRef>
              <c:f>Sheet1!$D$1</c:f>
              <c:strCache>
                <c:ptCount val="1"/>
                <c:pt idx="0">
                  <c:v>Skoda</c:v>
                </c:pt>
              </c:strCache>
            </c:strRef>
          </c:tx>
          <c:spPr>
            <a:ln w="31750" cap="rnd">
              <a:solidFill>
                <a:schemeClr val="accent3"/>
              </a:solidFill>
              <a:round/>
            </a:ln>
            <a:effectLst/>
          </c:spPr>
          <c:marker>
            <c:symbol val="circle"/>
            <c:size val="17"/>
            <c:spPr>
              <a:solidFill>
                <a:schemeClr val="accent3"/>
              </a:solidFill>
              <a:ln>
                <a:noFill/>
              </a:ln>
              <a:effectLst/>
            </c:spPr>
          </c:marker>
          <c:dLbls>
            <c:spPr>
              <a:noFill/>
              <a:ln>
                <a:noFill/>
              </a:ln>
              <a:effectLst/>
            </c:spPr>
            <c:txPr>
              <a:bodyPr rot="0" spcFirstLastPara="0" vertOverflow="ellipsis" vert="horz" wrap="square" lIns="38100" tIns="19050" rIns="38100" bIns="19050" anchor="ctr" anchorCtr="1"/>
              <a:lstStyle/>
              <a:p>
                <a:pPr>
                  <a:defRPr lang="en-US" sz="900" b="1" i="0" u="none" strike="noStrike" kern="1200" baseline="0">
                    <a:solidFill>
                      <a:schemeClr val="lt1"/>
                    </a:solidFill>
                    <a:latin typeface="+mn-lt"/>
                    <a:ea typeface="+mn-ea"/>
                    <a:cs typeface="+mn-cs"/>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Sheet1!$A$2:$A$6</c:f>
              <c:strCache>
                <c:ptCount val="5"/>
                <c:pt idx="0">
                  <c:v>Jan</c:v>
                </c:pt>
                <c:pt idx="1">
                  <c:v>Feb</c:v>
                </c:pt>
                <c:pt idx="2">
                  <c:v>march</c:v>
                </c:pt>
                <c:pt idx="3">
                  <c:v>April</c:v>
                </c:pt>
                <c:pt idx="4">
                  <c:v>June</c:v>
                </c:pt>
              </c:strCache>
            </c:strRef>
          </c:cat>
          <c:val>
            <c:numRef>
              <c:f>Sheet1!$D$2:$D$6</c:f>
              <c:numCache>
                <c:formatCode>General</c:formatCode>
                <c:ptCount val="5"/>
                <c:pt idx="0">
                  <c:v>70</c:v>
                </c:pt>
                <c:pt idx="1">
                  <c:v>65</c:v>
                </c:pt>
                <c:pt idx="2">
                  <c:v>75</c:v>
                </c:pt>
                <c:pt idx="3">
                  <c:v>14</c:v>
                </c:pt>
                <c:pt idx="4">
                  <c:v>10</c:v>
                </c:pt>
              </c:numCache>
            </c:numRef>
          </c:val>
          <c:smooth val="0"/>
        </c:ser>
        <c:ser>
          <c:idx val="3"/>
          <c:order val="3"/>
          <c:tx>
            <c:strRef>
              <c:f>Sheet1!$E$1</c:f>
              <c:strCache>
                <c:ptCount val="1"/>
                <c:pt idx="0">
                  <c:v>BMW</c:v>
                </c:pt>
              </c:strCache>
            </c:strRef>
          </c:tx>
          <c:spPr>
            <a:ln w="31750" cap="rnd">
              <a:solidFill>
                <a:schemeClr val="accent4"/>
              </a:solidFill>
              <a:round/>
            </a:ln>
            <a:effectLst/>
          </c:spPr>
          <c:marker>
            <c:symbol val="circle"/>
            <c:size val="17"/>
            <c:spPr>
              <a:solidFill>
                <a:schemeClr val="accent4"/>
              </a:solidFill>
              <a:ln>
                <a:noFill/>
              </a:ln>
              <a:effectLst/>
            </c:spPr>
          </c:marker>
          <c:dLbls>
            <c:spPr>
              <a:noFill/>
              <a:ln>
                <a:noFill/>
              </a:ln>
              <a:effectLst/>
            </c:spPr>
            <c:txPr>
              <a:bodyPr rot="0" spcFirstLastPara="0" vertOverflow="ellipsis" vert="horz" wrap="square" lIns="38100" tIns="19050" rIns="38100" bIns="19050" anchor="ctr" anchorCtr="1"/>
              <a:lstStyle/>
              <a:p>
                <a:pPr>
                  <a:defRPr lang="en-US" sz="900" b="1" i="0" u="none" strike="noStrike" kern="1200" baseline="0">
                    <a:solidFill>
                      <a:schemeClr val="lt1"/>
                    </a:solidFill>
                    <a:latin typeface="+mn-lt"/>
                    <a:ea typeface="+mn-ea"/>
                    <a:cs typeface="+mn-cs"/>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Sheet1!$A$2:$A$6</c:f>
              <c:strCache>
                <c:ptCount val="5"/>
                <c:pt idx="0">
                  <c:v>Jan</c:v>
                </c:pt>
                <c:pt idx="1">
                  <c:v>Feb</c:v>
                </c:pt>
                <c:pt idx="2">
                  <c:v>march</c:v>
                </c:pt>
                <c:pt idx="3">
                  <c:v>April</c:v>
                </c:pt>
                <c:pt idx="4">
                  <c:v>June</c:v>
                </c:pt>
              </c:strCache>
            </c:strRef>
          </c:cat>
          <c:val>
            <c:numRef>
              <c:f>Sheet1!$E$2:$E$6</c:f>
              <c:numCache>
                <c:formatCode>General</c:formatCode>
                <c:ptCount val="5"/>
                <c:pt idx="0">
                  <c:v>30</c:v>
                </c:pt>
                <c:pt idx="1">
                  <c:v>50</c:v>
                </c:pt>
                <c:pt idx="2">
                  <c:v>55</c:v>
                </c:pt>
                <c:pt idx="3">
                  <c:v>40</c:v>
                </c:pt>
                <c:pt idx="4">
                  <c:v>35</c:v>
                </c:pt>
              </c:numCache>
            </c:numRef>
          </c:val>
          <c:smooth val="0"/>
        </c:ser>
        <c:dLbls>
          <c:showLegendKey val="0"/>
          <c:showVal val="1"/>
          <c:showCatName val="0"/>
          <c:showSerName val="0"/>
          <c:showPercent val="0"/>
          <c:showBubbleSize val="0"/>
        </c:dLbls>
        <c:marker val="1"/>
        <c:smooth val="0"/>
        <c:axId val="558174826"/>
        <c:axId val="280076319"/>
      </c:lineChart>
      <c:catAx>
        <c:axId val="558174826"/>
        <c:scaling>
          <c:orientation val="minMax"/>
        </c:scaling>
        <c:delete val="0"/>
        <c:axPos val="b"/>
        <c:majorTickMark val="none"/>
        <c:minorTickMark val="none"/>
        <c:tickLblPos val="nextTo"/>
        <c:spPr>
          <a:noFill/>
          <a:ln w="19050" cap="flat" cmpd="sng" algn="ctr">
            <a:solidFill>
              <a:schemeClr val="dk1">
                <a:lumMod val="75000"/>
                <a:lumOff val="25000"/>
              </a:schemeClr>
            </a:solidFill>
            <a:round/>
          </a:ln>
          <a:effectLst/>
        </c:spPr>
        <c:txPr>
          <a:bodyPr rot="-60000000" spcFirstLastPara="0" vertOverflow="ellipsis" vert="horz" wrap="square" anchor="ctr" anchorCtr="1"/>
          <a:lstStyle/>
          <a:p>
            <a:pPr>
              <a:defRPr lang="en-US" sz="900" b="0" i="0" u="none" strike="noStrike" kern="1200" cap="all" baseline="0">
                <a:solidFill>
                  <a:schemeClr val="dk1">
                    <a:lumMod val="75000"/>
                    <a:lumOff val="25000"/>
                  </a:schemeClr>
                </a:solidFill>
                <a:latin typeface="+mn-lt"/>
                <a:ea typeface="+mn-ea"/>
                <a:cs typeface="+mn-cs"/>
              </a:defRPr>
            </a:pPr>
          </a:p>
        </c:txPr>
        <c:crossAx val="280076319"/>
        <c:crosses val="autoZero"/>
        <c:auto val="1"/>
        <c:lblAlgn val="ctr"/>
        <c:lblOffset val="100"/>
        <c:noMultiLvlLbl val="0"/>
      </c:catAx>
      <c:valAx>
        <c:axId val="280076319"/>
        <c:scaling>
          <c:orientation val="minMax"/>
        </c:scaling>
        <c:delete val="1"/>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none"/>
        <c:minorTickMark val="none"/>
        <c:tickLblPos val="nextTo"/>
        <c:txPr>
          <a:bodyPr rot="-60000000" spcFirstLastPara="0" vertOverflow="ellipsis" vert="horz" wrap="square" anchor="ctr" anchorCtr="1"/>
          <a:lstStyle/>
          <a:p>
            <a:pPr>
              <a:defRPr lang="en-US" sz="900" b="0" i="0" u="none" strike="noStrike" kern="1200" baseline="0">
                <a:solidFill>
                  <a:schemeClr val="dk1">
                    <a:lumMod val="75000"/>
                    <a:lumOff val="25000"/>
                  </a:schemeClr>
                </a:solidFill>
                <a:latin typeface="+mn-lt"/>
                <a:ea typeface="+mn-ea"/>
                <a:cs typeface="+mn-cs"/>
              </a:defRPr>
            </a:pPr>
          </a:p>
        </c:txPr>
        <c:crossAx val="558174826"/>
        <c:crosses val="autoZero"/>
        <c:crossBetween val="between"/>
      </c:valAx>
      <c:spPr>
        <a:noFill/>
        <a:ln>
          <a:noFill/>
        </a:ln>
        <a:effectLst/>
      </c:spPr>
    </c:plotArea>
    <c:legend>
      <c:legendPos val="b"/>
      <c:layout/>
      <c:overlay val="0"/>
      <c:spPr>
        <a:solidFill>
          <a:schemeClr val="lt1">
            <a:lumMod val="95000"/>
            <a:alpha val="39000"/>
          </a:schemeClr>
        </a:solidFill>
        <a:ln>
          <a:noFill/>
        </a:ln>
        <a:effectLst/>
      </c:spPr>
      <c:txPr>
        <a:bodyPr rot="0" spcFirstLastPara="0" vertOverflow="ellipsis" vert="horz" wrap="square" anchor="ctr" anchorCtr="1"/>
        <a:lstStyle/>
        <a:p>
          <a:pPr>
            <a:defRPr lang="en-US" sz="900" b="0" i="0" u="none" strike="noStrike" kern="1200" baseline="0">
              <a:solidFill>
                <a:schemeClr val="dk1">
                  <a:lumMod val="75000"/>
                  <a:lumOff val="25000"/>
                </a:schemeClr>
              </a:solidFill>
              <a:latin typeface="+mn-lt"/>
              <a:ea typeface="+mn-ea"/>
              <a:cs typeface="+mn-cs"/>
            </a:defRPr>
          </a:pPr>
        </a:p>
      </c:txPr>
    </c:legend>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gradFill>
    <a:ln w="9525" cap="flat" cmpd="sng" algn="ctr">
      <a:solidFill>
        <a:schemeClr val="dk1">
          <a:lumMod val="25000"/>
          <a:lumOff val="75000"/>
        </a:schemeClr>
      </a:solidFill>
      <a:round/>
    </a:ln>
    <a:effectLst/>
  </c:spPr>
  <c:txPr>
    <a:bodyPr/>
    <a:lstStyle/>
    <a:p>
      <a:pPr>
        <a:defRPr lang="en-US"/>
      </a:pPr>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0" vertOverflow="ellipsis" vert="horz" wrap="square" anchor="ctr" anchorCtr="1"/>
        <a:lstStyle/>
        <a:p>
          <a:pPr>
            <a:defRPr lang="en-US" sz="1800" b="1" i="0" u="none" strike="noStrike" kern="1200" baseline="0">
              <a:solidFill>
                <a:schemeClr val="dk1">
                  <a:lumMod val="75000"/>
                  <a:lumOff val="25000"/>
                </a:schemeClr>
              </a:solidFill>
              <a:latin typeface="+mn-lt"/>
              <a:ea typeface="+mn-ea"/>
              <a:cs typeface="+mn-cs"/>
            </a:defRPr>
          </a:pPr>
        </a:p>
      </c:txPr>
    </c:title>
    <c:autoTitleDeleted val="0"/>
    <c:plotArea>
      <c:layout>
        <c:manualLayout>
          <c:layoutTarget val="inner"/>
          <c:xMode val="edge"/>
          <c:yMode val="edge"/>
          <c:x val="0.0700720366732155"/>
          <c:y val="0.0793719545208446"/>
          <c:w val="0.891317397948046"/>
          <c:h val="0.8155278830536"/>
        </c:manualLayout>
      </c:layout>
      <c:barChart>
        <c:barDir val="col"/>
        <c:grouping val="clustered"/>
        <c:varyColors val="0"/>
        <c:ser>
          <c:idx val="0"/>
          <c:order val="0"/>
          <c:tx>
            <c:strRef>
              <c:f>Sheet1!$B$1</c:f>
              <c:strCache>
                <c:ptCount val="1"/>
                <c:pt idx="0">
                  <c:v>Percentage of accidents</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0" vertOverflow="ellipsis" vert="horz" wrap="square" lIns="38100" tIns="19050" rIns="38100" bIns="19050" anchor="ctr" anchorCtr="1"/>
              <a:lstStyle/>
              <a:p>
                <a:pPr>
                  <a:defRPr lang="en-US" sz="900" b="1" i="0" u="none" strike="noStrike" kern="1200" baseline="0">
                    <a:solidFill>
                      <a:schemeClr val="lt1"/>
                    </a:solidFill>
                    <a:latin typeface="+mn-lt"/>
                    <a:ea typeface="+mn-ea"/>
                    <a:cs typeface="+mn-cs"/>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numRef>
              <c:f>Sheet1!$A$2:$A$6</c:f>
              <c:numCache>
                <c:formatCode>General</c:formatCode>
                <c:ptCount val="5"/>
                <c:pt idx="0">
                  <c:v>2015</c:v>
                </c:pt>
                <c:pt idx="1">
                  <c:v>2016</c:v>
                </c:pt>
                <c:pt idx="2">
                  <c:v>2017</c:v>
                </c:pt>
                <c:pt idx="3">
                  <c:v>2018</c:v>
                </c:pt>
                <c:pt idx="4">
                  <c:v>2019</c:v>
                </c:pt>
              </c:numCache>
            </c:numRef>
          </c:cat>
          <c:val>
            <c:numRef>
              <c:f>Sheet1!$B$2:$B$6</c:f>
              <c:numCache>
                <c:formatCode>0%</c:formatCode>
                <c:ptCount val="5"/>
                <c:pt idx="0">
                  <c:v>0.2</c:v>
                </c:pt>
                <c:pt idx="1">
                  <c:v>0.3</c:v>
                </c:pt>
                <c:pt idx="2">
                  <c:v>0.25</c:v>
                </c:pt>
                <c:pt idx="3">
                  <c:v>0.15</c:v>
                </c:pt>
                <c:pt idx="4">
                  <c:v>0.1</c:v>
                </c:pt>
              </c:numCache>
            </c:numRef>
          </c:val>
        </c:ser>
        <c:ser>
          <c:idx val="1"/>
          <c:order val="1"/>
          <c:tx>
            <c:strRef>
              <c:f>Sheet1!$C$1</c:f>
              <c:strCache>
                <c:ptCount val="1"/>
                <c:pt idx="0">
                  <c:v>Percentage of male accidents</c:v>
                </c:pt>
              </c:strCache>
            </c:strRef>
          </c:tx>
          <c:spPr>
            <a:solidFill>
              <a:schemeClr val="accent2">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0" vertOverflow="ellipsis" vert="horz" wrap="square" lIns="38100" tIns="19050" rIns="38100" bIns="19050" anchor="ctr" anchorCtr="1"/>
              <a:lstStyle/>
              <a:p>
                <a:pPr>
                  <a:defRPr lang="en-US" sz="900" b="1" i="0" u="none" strike="noStrike" kern="1200" baseline="0">
                    <a:solidFill>
                      <a:schemeClr val="lt1"/>
                    </a:solidFill>
                    <a:latin typeface="+mn-lt"/>
                    <a:ea typeface="+mn-ea"/>
                    <a:cs typeface="+mn-cs"/>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numRef>
              <c:f>Sheet1!$A$2:$A$6</c:f>
              <c:numCache>
                <c:formatCode>General</c:formatCode>
                <c:ptCount val="5"/>
                <c:pt idx="0">
                  <c:v>2015</c:v>
                </c:pt>
                <c:pt idx="1">
                  <c:v>2016</c:v>
                </c:pt>
                <c:pt idx="2">
                  <c:v>2017</c:v>
                </c:pt>
                <c:pt idx="3">
                  <c:v>2018</c:v>
                </c:pt>
                <c:pt idx="4">
                  <c:v>2019</c:v>
                </c:pt>
              </c:numCache>
            </c:numRef>
          </c:cat>
          <c:val>
            <c:numRef>
              <c:f>Sheet1!$C$2:$C$6</c:f>
              <c:numCache>
                <c:formatCode>0%</c:formatCode>
                <c:ptCount val="5"/>
                <c:pt idx="0">
                  <c:v>0.5</c:v>
                </c:pt>
                <c:pt idx="1">
                  <c:v>0.3</c:v>
                </c:pt>
                <c:pt idx="2">
                  <c:v>0.7</c:v>
                </c:pt>
                <c:pt idx="3">
                  <c:v>0.8</c:v>
                </c:pt>
                <c:pt idx="4">
                  <c:v>0.6</c:v>
                </c:pt>
              </c:numCache>
            </c:numRef>
          </c:val>
        </c:ser>
        <c:dLbls>
          <c:showLegendKey val="0"/>
          <c:showVal val="1"/>
          <c:showCatName val="0"/>
          <c:showSerName val="0"/>
          <c:showPercent val="0"/>
          <c:showBubbleSize val="0"/>
        </c:dLbls>
        <c:gapWidth val="65"/>
        <c:overlap val="0"/>
        <c:axId val="121007062"/>
        <c:axId val="242477584"/>
      </c:barChart>
      <c:catAx>
        <c:axId val="121007062"/>
        <c:scaling>
          <c:orientation val="minMax"/>
        </c:scaling>
        <c:delete val="0"/>
        <c:axPos val="b"/>
        <c:majorTickMark val="none"/>
        <c:minorTickMark val="none"/>
        <c:tickLblPos val="nextTo"/>
        <c:spPr>
          <a:noFill/>
          <a:ln w="19050" cap="flat" cmpd="sng" algn="ctr">
            <a:solidFill>
              <a:schemeClr val="dk1">
                <a:lumMod val="75000"/>
                <a:lumOff val="25000"/>
              </a:schemeClr>
            </a:solidFill>
            <a:round/>
          </a:ln>
          <a:effectLst/>
        </c:spPr>
        <c:txPr>
          <a:bodyPr rot="-60000000" spcFirstLastPara="0" vertOverflow="ellipsis" vert="horz" wrap="square" anchor="ctr" anchorCtr="1"/>
          <a:lstStyle/>
          <a:p>
            <a:pPr>
              <a:defRPr lang="en-US" sz="900" b="0" i="0" u="none" strike="noStrike" kern="1200" cap="all" baseline="0">
                <a:solidFill>
                  <a:schemeClr val="dk1">
                    <a:lumMod val="75000"/>
                    <a:lumOff val="25000"/>
                  </a:schemeClr>
                </a:solidFill>
                <a:latin typeface="+mn-lt"/>
                <a:ea typeface="+mn-ea"/>
                <a:cs typeface="+mn-cs"/>
              </a:defRPr>
            </a:pPr>
          </a:p>
        </c:txPr>
        <c:crossAx val="242477584"/>
        <c:crosses val="autoZero"/>
        <c:auto val="1"/>
        <c:lblAlgn val="ctr"/>
        <c:lblOffset val="100"/>
        <c:noMultiLvlLbl val="0"/>
      </c:catAx>
      <c:valAx>
        <c:axId val="242477584"/>
        <c:scaling>
          <c:orientation val="minMax"/>
        </c:scaling>
        <c:delete val="1"/>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0%" sourceLinked="1"/>
        <c:majorTickMark val="none"/>
        <c:minorTickMark val="none"/>
        <c:tickLblPos val="nextTo"/>
        <c:txPr>
          <a:bodyPr rot="-60000000" spcFirstLastPara="0" vertOverflow="ellipsis" vert="horz" wrap="square" anchor="ctr" anchorCtr="1"/>
          <a:lstStyle/>
          <a:p>
            <a:pPr>
              <a:defRPr lang="en-US" sz="900" b="0" i="0" u="none" strike="noStrike" kern="1200" baseline="0">
                <a:solidFill>
                  <a:schemeClr val="dk1">
                    <a:lumMod val="75000"/>
                    <a:lumOff val="25000"/>
                  </a:schemeClr>
                </a:solidFill>
                <a:latin typeface="+mn-lt"/>
                <a:ea typeface="+mn-ea"/>
                <a:cs typeface="+mn-cs"/>
              </a:defRPr>
            </a:pPr>
          </a:p>
        </c:txPr>
        <c:crossAx val="121007062"/>
        <c:crosses val="autoZero"/>
        <c:crossBetween val="between"/>
      </c:valAx>
      <c:spPr>
        <a:noFill/>
        <a:ln>
          <a:noFill/>
        </a:ln>
        <a:effectLst/>
      </c:spPr>
    </c:plotArea>
    <c:legend>
      <c:legendPos val="b"/>
      <c:layout/>
      <c:overlay val="0"/>
      <c:spPr>
        <a:solidFill>
          <a:schemeClr val="lt1">
            <a:lumMod val="95000"/>
            <a:alpha val="39000"/>
          </a:schemeClr>
        </a:solidFill>
        <a:ln>
          <a:noFill/>
        </a:ln>
        <a:effectLst/>
      </c:spPr>
      <c:txPr>
        <a:bodyPr rot="0" spcFirstLastPara="0" vertOverflow="ellipsis" vert="horz" wrap="square" anchor="ctr" anchorCtr="1"/>
        <a:lstStyle/>
        <a:p>
          <a:pPr>
            <a:defRPr lang="en-US" sz="900" b="0" i="0" u="none" strike="noStrike" kern="1200" baseline="0">
              <a:solidFill>
                <a:schemeClr val="dk1">
                  <a:lumMod val="75000"/>
                  <a:lumOff val="25000"/>
                </a:schemeClr>
              </a:solidFill>
              <a:latin typeface="+mn-lt"/>
              <a:ea typeface="+mn-ea"/>
              <a:cs typeface="+mn-cs"/>
            </a:defRPr>
          </a:pPr>
        </a:p>
      </c:txPr>
    </c:legend>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gradFill>
    <a:ln w="9525" cap="flat" cmpd="sng" algn="ctr">
      <a:solidFill>
        <a:schemeClr val="dk1">
          <a:lumMod val="25000"/>
          <a:lumOff val="75000"/>
        </a:schemeClr>
      </a:solidFill>
      <a:round/>
    </a:ln>
    <a:effectLst/>
  </c:spPr>
  <c:txPr>
    <a:bodyPr/>
    <a:lstStyle/>
    <a:p>
      <a:pPr>
        <a:defRPr lang="en-US"/>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33">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9525" cap="flat" cmpd="sng" algn="ctr">
        <a:solidFill>
          <a:schemeClr val="lt1">
            <a:lumMod val="95000"/>
            <a:alpha val="10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5.xml><?xml version="1.0" encoding="utf-8"?>
<cs:chartStyle xmlns:cs="http://schemas.microsoft.com/office/drawing/2012/chartStyle" xmlns:a="http://schemas.openxmlformats.org/drawingml/2006/main" id="233">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9525" cap="flat" cmpd="sng" algn="ctr">
        <a:solidFill>
          <a:schemeClr val="lt1">
            <a:lumMod val="95000"/>
            <a:alpha val="10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6.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9.xml><?xml version="1.0" encoding="utf-8"?>
<cs:chartStyle xmlns:cs="http://schemas.microsoft.com/office/drawing/2012/chartStyle" xmlns:a="http://schemas.openxmlformats.org/drawingml/2006/main" id="228">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gradFill>
      <a:ln w="9525" cap="flat" cmpd="sng" algn="ctr">
        <a:solidFill>
          <a:schemeClr val="dk1">
            <a:lumMod val="25000"/>
            <a:lumOff val="75000"/>
          </a:schemeClr>
        </a:solidFill>
        <a:round/>
      </a:ln>
    </cs:spPr>
    <cs:defRPr sz="900" kern="1200"/>
  </cs:chartArea>
  <cs:dataLabel>
    <cs:lnRef idx="0"/>
    <cs:fillRef idx="0">
      <cs:styleClr val="auto"/>
    </cs:fillRef>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17"/>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10.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748E1AF-6343-46AA-8AEF-4C12F4118850}" type="datetimeFigureOut">
              <a:rPr lang="en-US" smtClean="0"/>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52858E0-3D38-47B7-97D4-4FE08D90D359}" type="slidenum">
              <a:rPr lang="en-US" smtClean="0"/>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9D2517-63AA-420A-887D-BE60360A8F4D}" type="datetimeFigureOut">
              <a:rPr lang="en-US" noProof="0" smtClean="0"/>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4ECAD9-32EE-4091-BDA5-6BD15ACC5E58}" type="slidenum">
              <a:rPr lang="en-US" noProof="0" smtClean="0"/>
            </a:fld>
            <a:endParaRPr lang="en-US" noProof="0"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4ECAD9-32EE-4091-BDA5-6BD15ACC5E58}" type="slidenum">
              <a:rPr lang="en-US" noProof="0" smtClean="0"/>
            </a:fld>
            <a:endParaRPr lang="en-US" noProof="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Title Slide">
    <p:spTree>
      <p:nvGrpSpPr>
        <p:cNvPr id="1" name=""/>
        <p:cNvGrpSpPr/>
        <p:nvPr/>
      </p:nvGrpSpPr>
      <p:grpSpPr>
        <a:xfrm>
          <a:off x="0" y="0"/>
          <a:ext cx="0" cy="0"/>
          <a:chOff x="0" y="0"/>
          <a:chExt cx="0" cy="0"/>
        </a:xfrm>
      </p:grpSpPr>
      <p:sp>
        <p:nvSpPr>
          <p:cNvPr id="11" name="Picture Placeholder 9"/>
          <p:cNvSpPr>
            <a:spLocks noGrp="1"/>
          </p:cNvSpPr>
          <p:nvPr>
            <p:ph type="pic" sz="quarter" idx="13"/>
          </p:nvPr>
        </p:nvSpPr>
        <p:spPr>
          <a:xfrm>
            <a:off x="0" y="0"/>
            <a:ext cx="12192000" cy="6858000"/>
          </a:xfrm>
        </p:spPr>
        <p:txBody>
          <a:bodyPr/>
          <a:lstStyle/>
          <a:p>
            <a:r>
              <a:rPr lang="en-US" noProof="0" smtClean="0"/>
              <a:t>Click icon to add picture</a:t>
            </a:r>
            <a:endParaRPr lang="en-US" noProof="0" dirty="0"/>
          </a:p>
        </p:txBody>
      </p:sp>
      <p:sp>
        <p:nvSpPr>
          <p:cNvPr id="4" name="Date Placeholder 3"/>
          <p:cNvSpPr>
            <a:spLocks noGrp="1"/>
          </p:cNvSpPr>
          <p:nvPr>
            <p:ph type="dt" sz="half" idx="10"/>
          </p:nvPr>
        </p:nvSpPr>
        <p:spPr>
          <a:xfrm>
            <a:off x="6834126" y="6446838"/>
            <a:ext cx="2584850" cy="365125"/>
          </a:xfrm>
          <a:prstGeom prst="rect">
            <a:avLst/>
          </a:prstGeom>
        </p:spPr>
        <p:txBody>
          <a:bodyPr/>
          <a:lstStyle/>
          <a:p>
            <a:fld id="{F5CEFB0D-6DB6-450D-981E-DB5B064ABC8F}" type="datetime1">
              <a:rPr lang="en-US" noProof="0" smtClean="0"/>
            </a:fld>
            <a:endParaRPr lang="en-US" noProof="0" dirty="0"/>
          </a:p>
        </p:txBody>
      </p:sp>
      <p:sp>
        <p:nvSpPr>
          <p:cNvPr id="5" name="Footer Placeholder 4"/>
          <p:cNvSpPr>
            <a:spLocks noGrp="1"/>
          </p:cNvSpPr>
          <p:nvPr>
            <p:ph type="ftr" sz="quarter" idx="11"/>
          </p:nvPr>
        </p:nvSpPr>
        <p:spPr>
          <a:xfrm>
            <a:off x="1097279" y="6446838"/>
            <a:ext cx="4846321" cy="365125"/>
          </a:xfrm>
          <a:prstGeom prst="rect">
            <a:avLst/>
          </a:prstGeom>
        </p:spPr>
        <p:txBody>
          <a:bodyPr/>
          <a:lstStyle/>
          <a:p>
            <a:r>
              <a:rPr lang="en-US" noProof="0" dirty="0"/>
              <a:t>Footer</a:t>
            </a:r>
            <a:endParaRPr lang="en-US" noProof="0" dirty="0"/>
          </a:p>
        </p:txBody>
      </p:sp>
      <p:sp>
        <p:nvSpPr>
          <p:cNvPr id="6" name="Slide Number Placeholder 5"/>
          <p:cNvSpPr>
            <a:spLocks noGrp="1"/>
          </p:cNvSpPr>
          <p:nvPr>
            <p:ph type="sldNum" sz="quarter" idx="12"/>
          </p:nvPr>
        </p:nvSpPr>
        <p:spPr>
          <a:xfrm>
            <a:off x="10375670" y="6446838"/>
            <a:ext cx="780010" cy="365125"/>
          </a:xfrm>
          <a:prstGeom prst="rect">
            <a:avLst/>
          </a:prstGeom>
        </p:spPr>
        <p:txBody>
          <a:bodyPr/>
          <a:lstStyle/>
          <a:p>
            <a:fld id="{3A98EE3D-8CD1-4C3F-BD1C-C98C9596463C}" type="slidenum">
              <a:rPr lang="en-US" noProof="0" smtClean="0"/>
            </a:fld>
            <a:endParaRPr lang="en-US" noProof="0" dirty="0"/>
          </a:p>
        </p:txBody>
      </p:sp>
      <p:sp>
        <p:nvSpPr>
          <p:cNvPr id="3" name="Subtitle 2"/>
          <p:cNvSpPr>
            <a:spLocks noGrp="1"/>
          </p:cNvSpPr>
          <p:nvPr>
            <p:ph type="subTitle" idx="1"/>
          </p:nvPr>
        </p:nvSpPr>
        <p:spPr>
          <a:xfrm>
            <a:off x="1212850" y="4508500"/>
            <a:ext cx="5118100" cy="1279652"/>
          </a:xfrm>
        </p:spPr>
        <p:txBody>
          <a:bodyPr lIns="91440" rIns="91440">
            <a:normAutofit/>
          </a:bodyPr>
          <a:lstStyle>
            <a:lvl1pPr marL="0" indent="0" algn="l">
              <a:buNone/>
              <a:defRPr sz="2400" cap="all" spc="200" baseline="0">
                <a:solidFill>
                  <a:schemeClr val="bg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noProof="0" smtClean="0"/>
              <a:t>Click to edit Master subtitle style</a:t>
            </a:r>
            <a:endParaRPr lang="en-US" noProof="0"/>
          </a:p>
        </p:txBody>
      </p:sp>
      <p:sp>
        <p:nvSpPr>
          <p:cNvPr id="2" name="Title 1"/>
          <p:cNvSpPr>
            <a:spLocks noGrp="1"/>
          </p:cNvSpPr>
          <p:nvPr>
            <p:ph type="ctrTitle"/>
          </p:nvPr>
        </p:nvSpPr>
        <p:spPr>
          <a:xfrm>
            <a:off x="1212850" y="2057400"/>
            <a:ext cx="5118100" cy="1929066"/>
          </a:xfrm>
        </p:spPr>
        <p:txBody>
          <a:bodyPr anchor="b">
            <a:noAutofit/>
          </a:bodyPr>
          <a:lstStyle>
            <a:lvl1pPr algn="l">
              <a:lnSpc>
                <a:spcPct val="90000"/>
              </a:lnSpc>
              <a:defRPr sz="5400" b="1" spc="-50" baseline="0">
                <a:solidFill>
                  <a:schemeClr val="bg1"/>
                </a:solidFill>
                <a:latin typeface="+mn-lt"/>
              </a:defRPr>
            </a:lvl1pPr>
          </a:lstStyle>
          <a:p>
            <a:r>
              <a:rPr lang="en-US" noProof="0" smtClean="0"/>
              <a:t>Click to edit Master title style</a:t>
            </a:r>
            <a:endParaRPr lang="en-US" noProof="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1_Title Slide">
    <p:spTree>
      <p:nvGrpSpPr>
        <p:cNvPr id="1" name=""/>
        <p:cNvGrpSpPr/>
        <p:nvPr/>
      </p:nvGrpSpPr>
      <p:grpSpPr>
        <a:xfrm>
          <a:off x="0" y="0"/>
          <a:ext cx="0" cy="0"/>
          <a:chOff x="0" y="0"/>
          <a:chExt cx="0" cy="0"/>
        </a:xfrm>
      </p:grpSpPr>
      <p:sp>
        <p:nvSpPr>
          <p:cNvPr id="13" name="Parallélogramme 14"/>
          <p:cNvSpPr/>
          <p:nvPr userDrawn="1"/>
        </p:nvSpPr>
        <p:spPr>
          <a:xfrm>
            <a:off x="7972121"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noProof="0" dirty="0"/>
          </a:p>
        </p:txBody>
      </p:sp>
      <p:sp>
        <p:nvSpPr>
          <p:cNvPr id="12" name="Rectangle 11"/>
          <p:cNvSpPr/>
          <p:nvPr userDrawn="1"/>
        </p:nvSpPr>
        <p:spPr>
          <a:xfrm>
            <a:off x="6394450" y="0"/>
            <a:ext cx="15392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Date Placeholder 3"/>
          <p:cNvSpPr>
            <a:spLocks noGrp="1"/>
          </p:cNvSpPr>
          <p:nvPr>
            <p:ph type="dt" sz="half" idx="10"/>
          </p:nvPr>
        </p:nvSpPr>
        <p:spPr>
          <a:xfrm>
            <a:off x="6834126" y="6446838"/>
            <a:ext cx="2584850" cy="365125"/>
          </a:xfrm>
          <a:prstGeom prst="rect">
            <a:avLst/>
          </a:prstGeom>
        </p:spPr>
        <p:txBody>
          <a:bodyPr/>
          <a:lstStyle/>
          <a:p>
            <a:fld id="{666C8650-8C82-4FB0-9266-0148B376A8CE}" type="datetime1">
              <a:rPr lang="en-US" noProof="0" smtClean="0"/>
            </a:fld>
            <a:endParaRPr lang="en-US" noProof="0" dirty="0"/>
          </a:p>
        </p:txBody>
      </p:sp>
      <p:sp>
        <p:nvSpPr>
          <p:cNvPr id="5" name="Footer Placeholder 4"/>
          <p:cNvSpPr>
            <a:spLocks noGrp="1"/>
          </p:cNvSpPr>
          <p:nvPr>
            <p:ph type="ftr" sz="quarter" idx="11"/>
          </p:nvPr>
        </p:nvSpPr>
        <p:spPr>
          <a:xfrm>
            <a:off x="1097279" y="6446838"/>
            <a:ext cx="4846321" cy="365125"/>
          </a:xfrm>
          <a:prstGeom prst="rect">
            <a:avLst/>
          </a:prstGeom>
        </p:spPr>
        <p:txBody>
          <a:bodyPr/>
          <a:lstStyle/>
          <a:p>
            <a:r>
              <a:rPr lang="en-US" noProof="0" dirty="0"/>
              <a:t>Footer</a:t>
            </a:r>
            <a:endParaRPr lang="en-US" noProof="0" dirty="0"/>
          </a:p>
        </p:txBody>
      </p:sp>
      <p:sp>
        <p:nvSpPr>
          <p:cNvPr id="6" name="Slide Number Placeholder 5"/>
          <p:cNvSpPr>
            <a:spLocks noGrp="1"/>
          </p:cNvSpPr>
          <p:nvPr>
            <p:ph type="sldNum" sz="quarter" idx="12"/>
          </p:nvPr>
        </p:nvSpPr>
        <p:spPr>
          <a:xfrm>
            <a:off x="10375670" y="6446838"/>
            <a:ext cx="780010" cy="365125"/>
          </a:xfrm>
          <a:prstGeom prst="rect">
            <a:avLst/>
          </a:prstGeom>
        </p:spPr>
        <p:txBody>
          <a:bodyPr/>
          <a:lstStyle/>
          <a:p>
            <a:fld id="{3A98EE3D-8CD1-4C3F-BD1C-C98C9596463C}" type="slidenum">
              <a:rPr lang="en-US" noProof="0" smtClean="0"/>
            </a:fld>
            <a:endParaRPr lang="en-US" noProof="0" dirty="0"/>
          </a:p>
        </p:txBody>
      </p:sp>
      <p:sp>
        <p:nvSpPr>
          <p:cNvPr id="10" name="Picture Placeholder 9"/>
          <p:cNvSpPr>
            <a:spLocks noGrp="1"/>
          </p:cNvSpPr>
          <p:nvPr>
            <p:ph type="pic" sz="quarter" idx="13"/>
          </p:nvPr>
        </p:nvSpPr>
        <p:spPr>
          <a:xfrm>
            <a:off x="0" y="0"/>
            <a:ext cx="6311900" cy="6858000"/>
          </a:xfrm>
        </p:spPr>
        <p:txBody>
          <a:bodyPr/>
          <a:lstStyle/>
          <a:p>
            <a:r>
              <a:rPr lang="en-US" noProof="0" smtClean="0"/>
              <a:t>Click icon to add picture</a:t>
            </a:r>
            <a:endParaRPr lang="en-US" noProof="0" dirty="0"/>
          </a:p>
        </p:txBody>
      </p:sp>
      <p:sp>
        <p:nvSpPr>
          <p:cNvPr id="2" name="Title 1"/>
          <p:cNvSpPr>
            <a:spLocks noGrp="1"/>
          </p:cNvSpPr>
          <p:nvPr>
            <p:ph type="ctrTitle"/>
          </p:nvPr>
        </p:nvSpPr>
        <p:spPr>
          <a:xfrm>
            <a:off x="6629400" y="758952"/>
            <a:ext cx="4526280" cy="3227514"/>
          </a:xfrm>
        </p:spPr>
        <p:txBody>
          <a:bodyPr anchor="b">
            <a:normAutofit/>
          </a:bodyPr>
          <a:lstStyle>
            <a:lvl1pPr algn="l">
              <a:lnSpc>
                <a:spcPct val="90000"/>
              </a:lnSpc>
              <a:defRPr sz="6000" b="1" spc="-50" baseline="0">
                <a:solidFill>
                  <a:schemeClr val="accent1"/>
                </a:solidFill>
                <a:latin typeface="+mn-lt"/>
              </a:defRPr>
            </a:lvl1pPr>
          </a:lstStyle>
          <a:p>
            <a:r>
              <a:rPr lang="en-US" noProof="0" smtClean="0"/>
              <a:t>Click to edit Master title style</a:t>
            </a:r>
            <a:endParaRPr lang="en-US" noProof="0"/>
          </a:p>
        </p:txBody>
      </p:sp>
      <p:sp>
        <p:nvSpPr>
          <p:cNvPr id="3" name="Subtitle 2"/>
          <p:cNvSpPr>
            <a:spLocks noGrp="1"/>
          </p:cNvSpPr>
          <p:nvPr>
            <p:ph type="subTitle" idx="1"/>
          </p:nvPr>
        </p:nvSpPr>
        <p:spPr>
          <a:xfrm>
            <a:off x="6632171" y="4508500"/>
            <a:ext cx="4526280" cy="1279652"/>
          </a:xfrm>
        </p:spPr>
        <p:txBody>
          <a:bodyPr lIns="91440" rIns="91440">
            <a:normAutofit/>
          </a:bodyPr>
          <a:lstStyle>
            <a:lvl1pPr marL="0" indent="0" algn="l">
              <a:buNone/>
              <a:defRPr sz="2400" cap="all" spc="200" baseline="0">
                <a:solidFill>
                  <a:schemeClr val="tx1">
                    <a:lumMod val="75000"/>
                    <a:lumOff val="25000"/>
                  </a:schemeClr>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noProof="0" smtClean="0"/>
              <a:t>Click to edit Master subtitle style</a:t>
            </a:r>
            <a:endParaRPr lang="en-US" noProof="0"/>
          </a:p>
        </p:txBody>
      </p:sp>
      <p:sp>
        <p:nvSpPr>
          <p:cNvPr id="11" name="Rectangle 10"/>
          <p:cNvSpPr/>
          <p:nvPr userDrawn="1"/>
        </p:nvSpPr>
        <p:spPr>
          <a:xfrm>
            <a:off x="6311900" y="0"/>
            <a:ext cx="15392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Date Placeholder 6"/>
          <p:cNvSpPr>
            <a:spLocks noGrp="1"/>
          </p:cNvSpPr>
          <p:nvPr>
            <p:ph type="dt" sz="half" idx="10"/>
          </p:nvPr>
        </p:nvSpPr>
        <p:spPr>
          <a:xfrm>
            <a:off x="6834126" y="6446838"/>
            <a:ext cx="2584850" cy="365125"/>
          </a:xfrm>
          <a:prstGeom prst="rect">
            <a:avLst/>
          </a:prstGeom>
        </p:spPr>
        <p:txBody>
          <a:bodyPr/>
          <a:lstStyle/>
          <a:p>
            <a:fld id="{1529DE01-3159-42E8-9946-B3F7564EBC72}" type="datetime1">
              <a:rPr lang="en-US" smtClean="0"/>
            </a:fld>
            <a:endParaRPr lang="en-US" dirty="0"/>
          </a:p>
        </p:txBody>
      </p:sp>
      <p:sp>
        <p:nvSpPr>
          <p:cNvPr id="8" name="Footer Placeholder 7"/>
          <p:cNvSpPr>
            <a:spLocks noGrp="1"/>
          </p:cNvSpPr>
          <p:nvPr>
            <p:ph type="ftr" sz="quarter" idx="11"/>
          </p:nvPr>
        </p:nvSpPr>
        <p:spPr>
          <a:xfrm>
            <a:off x="1097279" y="6446838"/>
            <a:ext cx="4846321" cy="365125"/>
          </a:xfrm>
          <a:prstGeom prst="rect">
            <a:avLst/>
          </a:prstGeom>
        </p:spPr>
        <p:txBody>
          <a:bodyPr/>
          <a:lstStyle/>
          <a:p>
            <a:r>
              <a:rPr lang="en-US" dirty="0"/>
              <a:t>Footer</a:t>
            </a:r>
            <a:endParaRPr lang="en-US" dirty="0"/>
          </a:p>
        </p:txBody>
      </p:sp>
      <p:sp>
        <p:nvSpPr>
          <p:cNvPr id="9" name="Slide Number Placeholder 8"/>
          <p:cNvSpPr>
            <a:spLocks noGrp="1"/>
          </p:cNvSpPr>
          <p:nvPr>
            <p:ph type="sldNum" sz="quarter" idx="12"/>
          </p:nvPr>
        </p:nvSpPr>
        <p:spPr>
          <a:xfrm>
            <a:off x="10375670" y="6446838"/>
            <a:ext cx="780010" cy="365125"/>
          </a:xfrm>
          <a:prstGeom prst="rect">
            <a:avLst/>
          </a:prstGeom>
        </p:spPr>
        <p:txBody>
          <a:bodyPr/>
          <a:lstStyle/>
          <a:p>
            <a:fld id="{3A98EE3D-8CD1-4C3F-BD1C-C98C9596463C}"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Section Header">
    <p:bg>
      <p:bgPr>
        <a:solidFill>
          <a:schemeClr val="bg1"/>
        </a:solidFill>
        <a:effectLst/>
      </p:bgPr>
    </p:bg>
    <p:spTree>
      <p:nvGrpSpPr>
        <p:cNvPr id="1" name=""/>
        <p:cNvGrpSpPr/>
        <p:nvPr/>
      </p:nvGrpSpPr>
      <p:grpSpPr>
        <a:xfrm>
          <a:off x="0" y="0"/>
          <a:ext cx="0" cy="0"/>
          <a:chOff x="0" y="0"/>
          <a:chExt cx="0" cy="0"/>
        </a:xfrm>
      </p:grpSpPr>
      <p:sp>
        <p:nvSpPr>
          <p:cNvPr id="15" name="Parallélogramme 14"/>
          <p:cNvSpPr/>
          <p:nvPr userDrawn="1"/>
        </p:nvSpPr>
        <p:spPr>
          <a:xfrm>
            <a:off x="7972121"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noProof="0" dirty="0"/>
          </a:p>
        </p:txBody>
      </p:sp>
      <p:sp>
        <p:nvSpPr>
          <p:cNvPr id="7" name="Date Placeholder 6"/>
          <p:cNvSpPr>
            <a:spLocks noGrp="1"/>
          </p:cNvSpPr>
          <p:nvPr>
            <p:ph type="dt" sz="half" idx="10"/>
          </p:nvPr>
        </p:nvSpPr>
        <p:spPr>
          <a:xfrm>
            <a:off x="6834126" y="6446838"/>
            <a:ext cx="2584850" cy="365125"/>
          </a:xfrm>
          <a:prstGeom prst="rect">
            <a:avLst/>
          </a:prstGeom>
        </p:spPr>
        <p:txBody>
          <a:bodyPr/>
          <a:lstStyle>
            <a:lvl1pPr>
              <a:defRPr>
                <a:solidFill>
                  <a:schemeClr val="tx1">
                    <a:lumMod val="75000"/>
                    <a:lumOff val="25000"/>
                  </a:schemeClr>
                </a:solidFill>
              </a:defRPr>
            </a:lvl1pPr>
          </a:lstStyle>
          <a:p>
            <a:fld id="{1A1FC6A6-F894-471F-8AA4-AE4112290279}" type="datetime1">
              <a:rPr lang="en-US" noProof="0" smtClean="0"/>
            </a:fld>
            <a:endParaRPr lang="en-US" noProof="0" dirty="0"/>
          </a:p>
        </p:txBody>
      </p:sp>
      <p:sp>
        <p:nvSpPr>
          <p:cNvPr id="8" name="Footer Placeholder 7"/>
          <p:cNvSpPr>
            <a:spLocks noGrp="1"/>
          </p:cNvSpPr>
          <p:nvPr>
            <p:ph type="ftr" sz="quarter" idx="11"/>
          </p:nvPr>
        </p:nvSpPr>
        <p:spPr>
          <a:xfrm>
            <a:off x="1097279" y="6446838"/>
            <a:ext cx="4846321" cy="365125"/>
          </a:xfrm>
          <a:prstGeom prst="rect">
            <a:avLst/>
          </a:prstGeom>
        </p:spPr>
        <p:txBody>
          <a:bodyPr/>
          <a:lstStyle>
            <a:lvl1pPr>
              <a:defRPr>
                <a:solidFill>
                  <a:schemeClr val="tx1">
                    <a:lumMod val="75000"/>
                    <a:lumOff val="25000"/>
                  </a:schemeClr>
                </a:solidFill>
              </a:defRPr>
            </a:lvl1pPr>
          </a:lstStyle>
          <a:p>
            <a:r>
              <a:rPr lang="en-US" noProof="0" dirty="0"/>
              <a:t>Footer</a:t>
            </a:r>
            <a:endParaRPr lang="en-US" noProof="0" dirty="0"/>
          </a:p>
        </p:txBody>
      </p:sp>
      <p:sp>
        <p:nvSpPr>
          <p:cNvPr id="11" name="Slide Number Placeholder 10"/>
          <p:cNvSpPr>
            <a:spLocks noGrp="1"/>
          </p:cNvSpPr>
          <p:nvPr>
            <p:ph type="sldNum" sz="quarter" idx="12"/>
          </p:nvPr>
        </p:nvSpPr>
        <p:spPr>
          <a:xfrm>
            <a:off x="10375670" y="6446838"/>
            <a:ext cx="780010" cy="365125"/>
          </a:xfrm>
          <a:prstGeom prst="rect">
            <a:avLst/>
          </a:prstGeom>
        </p:spPr>
        <p:txBody>
          <a:bodyPr/>
          <a:lstStyle>
            <a:lvl1pPr>
              <a:defRPr>
                <a:solidFill>
                  <a:schemeClr val="tx1">
                    <a:lumMod val="75000"/>
                    <a:lumOff val="25000"/>
                  </a:schemeClr>
                </a:solidFill>
              </a:defRPr>
            </a:lvl1pPr>
          </a:lstStyle>
          <a:p>
            <a:fld id="{3A98EE3D-8CD1-4C3F-BD1C-C98C9596463C}" type="slidenum">
              <a:rPr lang="en-US" noProof="0" smtClean="0"/>
            </a:fld>
            <a:endParaRPr lang="en-US" noProof="0" dirty="0"/>
          </a:p>
        </p:txBody>
      </p:sp>
      <p:sp>
        <p:nvSpPr>
          <p:cNvPr id="12" name="Picture Placeholder 9"/>
          <p:cNvSpPr>
            <a:spLocks noGrp="1"/>
          </p:cNvSpPr>
          <p:nvPr>
            <p:ph type="pic" sz="quarter" idx="13"/>
          </p:nvPr>
        </p:nvSpPr>
        <p:spPr>
          <a:xfrm>
            <a:off x="0" y="0"/>
            <a:ext cx="6311900" cy="6858000"/>
          </a:xfrm>
        </p:spPr>
        <p:txBody>
          <a:bodyPr/>
          <a:lstStyle/>
          <a:p>
            <a:r>
              <a:rPr lang="en-US" noProof="0" smtClean="0"/>
              <a:t>Click icon to add picture</a:t>
            </a:r>
            <a:endParaRPr lang="en-US" noProof="0" dirty="0"/>
          </a:p>
        </p:txBody>
      </p:sp>
      <p:sp>
        <p:nvSpPr>
          <p:cNvPr id="13" name="Rectangle 12"/>
          <p:cNvSpPr/>
          <p:nvPr userDrawn="1"/>
        </p:nvSpPr>
        <p:spPr>
          <a:xfrm>
            <a:off x="2451099" y="3568700"/>
            <a:ext cx="8721725" cy="23082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lang="en-US" sz="1400" noProof="0" dirty="0"/>
          </a:p>
        </p:txBody>
      </p:sp>
      <p:sp>
        <p:nvSpPr>
          <p:cNvPr id="2" name="Title 1"/>
          <p:cNvSpPr>
            <a:spLocks noGrp="1"/>
          </p:cNvSpPr>
          <p:nvPr>
            <p:ph type="title"/>
          </p:nvPr>
        </p:nvSpPr>
        <p:spPr>
          <a:xfrm>
            <a:off x="2641599" y="3746500"/>
            <a:ext cx="8331202" cy="1308100"/>
          </a:xfrm>
        </p:spPr>
        <p:txBody>
          <a:bodyPr anchor="b" anchorCtr="0">
            <a:noAutofit/>
          </a:bodyPr>
          <a:lstStyle>
            <a:lvl1pPr>
              <a:lnSpc>
                <a:spcPct val="90000"/>
              </a:lnSpc>
              <a:defRPr sz="4800" b="1">
                <a:solidFill>
                  <a:schemeClr val="bg1"/>
                </a:solidFill>
                <a:latin typeface="+mn-lt"/>
              </a:defRPr>
            </a:lvl1pPr>
          </a:lstStyle>
          <a:p>
            <a:r>
              <a:rPr lang="en-US" noProof="0" smtClean="0"/>
              <a:t>Click to edit Master title style</a:t>
            </a:r>
            <a:endParaRPr lang="en-US" noProof="0"/>
          </a:p>
        </p:txBody>
      </p:sp>
      <p:sp>
        <p:nvSpPr>
          <p:cNvPr id="3" name="Text Placeholder 2"/>
          <p:cNvSpPr>
            <a:spLocks noGrp="1"/>
          </p:cNvSpPr>
          <p:nvPr>
            <p:ph type="body" idx="1"/>
          </p:nvPr>
        </p:nvSpPr>
        <p:spPr>
          <a:xfrm>
            <a:off x="2641600" y="5219700"/>
            <a:ext cx="8331201" cy="586740"/>
          </a:xfrm>
        </p:spPr>
        <p:txBody>
          <a:bodyPr lIns="91440" rIns="91440" anchor="t" anchorCtr="0">
            <a:normAutofit/>
          </a:bodyPr>
          <a:lstStyle>
            <a:lvl1pPr marL="0" indent="0">
              <a:buNone/>
              <a:defRPr sz="2400" cap="all" spc="200" baseline="0">
                <a:solidFill>
                  <a:schemeClr val="bg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smtClean="0"/>
              <a:t>Edit Master text styles</a:t>
            </a:r>
            <a:endParaRPr lang="en-US" noProof="0" smtClean="0"/>
          </a:p>
        </p:txBody>
      </p:sp>
      <p:sp>
        <p:nvSpPr>
          <p:cNvPr id="14" name="Rectangle 13"/>
          <p:cNvSpPr/>
          <p:nvPr userDrawn="1"/>
        </p:nvSpPr>
        <p:spPr>
          <a:xfrm>
            <a:off x="3752850" y="3469101"/>
            <a:ext cx="5118100" cy="12566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showMasterSp="0" userDrawn="1">
  <p:cSld name="1_Section Header">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a:xfrm>
            <a:off x="6834126" y="6446838"/>
            <a:ext cx="2584850" cy="365125"/>
          </a:xfrm>
          <a:prstGeom prst="rect">
            <a:avLst/>
          </a:prstGeom>
        </p:spPr>
        <p:txBody>
          <a:bodyPr/>
          <a:lstStyle>
            <a:lvl1pPr>
              <a:defRPr>
                <a:solidFill>
                  <a:schemeClr val="tx1">
                    <a:lumMod val="75000"/>
                    <a:lumOff val="25000"/>
                  </a:schemeClr>
                </a:solidFill>
              </a:defRPr>
            </a:lvl1pPr>
          </a:lstStyle>
          <a:p>
            <a:fld id="{503D98FD-B63D-46E0-B974-EC5BBAC02E27}" type="datetime1">
              <a:rPr lang="en-US" noProof="0" smtClean="0"/>
            </a:fld>
            <a:endParaRPr lang="en-US" noProof="0" dirty="0"/>
          </a:p>
        </p:txBody>
      </p:sp>
      <p:sp>
        <p:nvSpPr>
          <p:cNvPr id="8" name="Footer Placeholder 7"/>
          <p:cNvSpPr>
            <a:spLocks noGrp="1"/>
          </p:cNvSpPr>
          <p:nvPr>
            <p:ph type="ftr" sz="quarter" idx="11"/>
          </p:nvPr>
        </p:nvSpPr>
        <p:spPr>
          <a:xfrm>
            <a:off x="1097279" y="6446838"/>
            <a:ext cx="4846321" cy="365125"/>
          </a:xfrm>
          <a:prstGeom prst="rect">
            <a:avLst/>
          </a:prstGeom>
        </p:spPr>
        <p:txBody>
          <a:bodyPr/>
          <a:lstStyle>
            <a:lvl1pPr>
              <a:defRPr>
                <a:solidFill>
                  <a:schemeClr val="tx1">
                    <a:lumMod val="75000"/>
                    <a:lumOff val="25000"/>
                  </a:schemeClr>
                </a:solidFill>
              </a:defRPr>
            </a:lvl1pPr>
          </a:lstStyle>
          <a:p>
            <a:r>
              <a:rPr lang="en-US" noProof="0" dirty="0"/>
              <a:t>Footer</a:t>
            </a:r>
            <a:endParaRPr lang="en-US" noProof="0" dirty="0"/>
          </a:p>
        </p:txBody>
      </p:sp>
      <p:sp>
        <p:nvSpPr>
          <p:cNvPr id="11" name="Slide Number Placeholder 10"/>
          <p:cNvSpPr>
            <a:spLocks noGrp="1"/>
          </p:cNvSpPr>
          <p:nvPr>
            <p:ph type="sldNum" sz="quarter" idx="12"/>
          </p:nvPr>
        </p:nvSpPr>
        <p:spPr>
          <a:xfrm>
            <a:off x="10375670" y="6446838"/>
            <a:ext cx="780010" cy="365125"/>
          </a:xfrm>
          <a:prstGeom prst="rect">
            <a:avLst/>
          </a:prstGeom>
        </p:spPr>
        <p:txBody>
          <a:bodyPr/>
          <a:lstStyle>
            <a:lvl1pPr>
              <a:defRPr>
                <a:solidFill>
                  <a:schemeClr val="tx1">
                    <a:lumMod val="75000"/>
                    <a:lumOff val="25000"/>
                  </a:schemeClr>
                </a:solidFill>
              </a:defRPr>
            </a:lvl1pPr>
          </a:lstStyle>
          <a:p>
            <a:fld id="{3A98EE3D-8CD1-4C3F-BD1C-C98C9596463C}" type="slidenum">
              <a:rPr lang="en-US" noProof="0" smtClean="0"/>
            </a:fld>
            <a:endParaRPr lang="en-US" noProof="0" dirty="0"/>
          </a:p>
        </p:txBody>
      </p:sp>
      <p:sp>
        <p:nvSpPr>
          <p:cNvPr id="12" name="Picture Placeholder 9"/>
          <p:cNvSpPr>
            <a:spLocks noGrp="1"/>
          </p:cNvSpPr>
          <p:nvPr>
            <p:ph type="pic" sz="quarter" idx="13"/>
          </p:nvPr>
        </p:nvSpPr>
        <p:spPr>
          <a:xfrm>
            <a:off x="0" y="0"/>
            <a:ext cx="12192000" cy="6858000"/>
          </a:xfrm>
        </p:spPr>
        <p:txBody>
          <a:bodyPr/>
          <a:lstStyle/>
          <a:p>
            <a:r>
              <a:rPr lang="en-US" noProof="0" smtClean="0"/>
              <a:t>Click icon to add picture</a:t>
            </a:r>
            <a:endParaRPr lang="en-US" noProof="0" dirty="0"/>
          </a:p>
        </p:txBody>
      </p:sp>
      <p:sp>
        <p:nvSpPr>
          <p:cNvPr id="13" name="Rectangle 12"/>
          <p:cNvSpPr/>
          <p:nvPr userDrawn="1"/>
        </p:nvSpPr>
        <p:spPr>
          <a:xfrm>
            <a:off x="1735138" y="3568700"/>
            <a:ext cx="8721725" cy="23082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lang="en-US" sz="1400" noProof="0" dirty="0"/>
          </a:p>
        </p:txBody>
      </p:sp>
      <p:sp>
        <p:nvSpPr>
          <p:cNvPr id="2" name="Title 1"/>
          <p:cNvSpPr>
            <a:spLocks noGrp="1"/>
          </p:cNvSpPr>
          <p:nvPr>
            <p:ph type="title"/>
          </p:nvPr>
        </p:nvSpPr>
        <p:spPr>
          <a:xfrm>
            <a:off x="1930399" y="3746500"/>
            <a:ext cx="8331202" cy="1308100"/>
          </a:xfrm>
        </p:spPr>
        <p:txBody>
          <a:bodyPr anchor="b" anchorCtr="0">
            <a:noAutofit/>
          </a:bodyPr>
          <a:lstStyle>
            <a:lvl1pPr algn="ctr">
              <a:lnSpc>
                <a:spcPct val="90000"/>
              </a:lnSpc>
              <a:defRPr sz="4800" b="1">
                <a:solidFill>
                  <a:schemeClr val="bg1"/>
                </a:solidFill>
                <a:latin typeface="+mn-lt"/>
              </a:defRPr>
            </a:lvl1pPr>
          </a:lstStyle>
          <a:p>
            <a:r>
              <a:rPr lang="en-US" noProof="0" smtClean="0"/>
              <a:t>Click to edit Master title style</a:t>
            </a:r>
            <a:endParaRPr lang="en-US" noProof="0"/>
          </a:p>
        </p:txBody>
      </p:sp>
      <p:sp>
        <p:nvSpPr>
          <p:cNvPr id="3" name="Text Placeholder 2"/>
          <p:cNvSpPr>
            <a:spLocks noGrp="1"/>
          </p:cNvSpPr>
          <p:nvPr>
            <p:ph type="body" idx="1"/>
          </p:nvPr>
        </p:nvSpPr>
        <p:spPr>
          <a:xfrm>
            <a:off x="1930400" y="5219700"/>
            <a:ext cx="8331201" cy="586740"/>
          </a:xfrm>
        </p:spPr>
        <p:txBody>
          <a:bodyPr lIns="91440" rIns="91440" anchor="t" anchorCtr="0">
            <a:normAutofit/>
          </a:bodyPr>
          <a:lstStyle>
            <a:lvl1pPr marL="0" indent="0" algn="ctr">
              <a:buNone/>
              <a:defRPr sz="2400" cap="all" spc="200" baseline="0">
                <a:solidFill>
                  <a:schemeClr val="bg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smtClean="0"/>
              <a:t>Edit Master text styles</a:t>
            </a:r>
            <a:endParaRPr lang="en-US" noProof="0" smtClean="0"/>
          </a:p>
        </p:txBody>
      </p:sp>
      <p:sp>
        <p:nvSpPr>
          <p:cNvPr id="14" name="Rectangle 13"/>
          <p:cNvSpPr/>
          <p:nvPr userDrawn="1"/>
        </p:nvSpPr>
        <p:spPr>
          <a:xfrm>
            <a:off x="3536950" y="3469101"/>
            <a:ext cx="5118100" cy="12566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2" name="Date Placeholder 1"/>
          <p:cNvSpPr>
            <a:spLocks noGrp="1"/>
          </p:cNvSpPr>
          <p:nvPr>
            <p:ph type="dt" sz="half" idx="10"/>
          </p:nvPr>
        </p:nvSpPr>
        <p:spPr>
          <a:xfrm>
            <a:off x="6834126" y="6446838"/>
            <a:ext cx="2584850" cy="365125"/>
          </a:xfrm>
          <a:prstGeom prst="rect">
            <a:avLst/>
          </a:prstGeom>
        </p:spPr>
        <p:txBody>
          <a:bodyPr/>
          <a:lstStyle/>
          <a:p>
            <a:fld id="{7E74ECCD-A9BB-4C40-8999-9FDE0B2AF02D}" type="datetime1">
              <a:rPr lang="en-US" smtClean="0"/>
            </a:fld>
            <a:endParaRPr lang="en-US" dirty="0"/>
          </a:p>
        </p:txBody>
      </p:sp>
      <p:sp>
        <p:nvSpPr>
          <p:cNvPr id="9" name="Footer Placeholder 8"/>
          <p:cNvSpPr>
            <a:spLocks noGrp="1"/>
          </p:cNvSpPr>
          <p:nvPr>
            <p:ph type="ftr" sz="quarter" idx="11"/>
          </p:nvPr>
        </p:nvSpPr>
        <p:spPr>
          <a:xfrm>
            <a:off x="1097279" y="6446838"/>
            <a:ext cx="4846321" cy="365125"/>
          </a:xfrm>
          <a:prstGeom prst="rect">
            <a:avLst/>
          </a:prstGeom>
        </p:spPr>
        <p:txBody>
          <a:bodyPr/>
          <a:lstStyle/>
          <a:p>
            <a:r>
              <a:rPr lang="en-US" dirty="0"/>
              <a:t>Footer</a:t>
            </a:r>
            <a:endParaRPr lang="en-US" dirty="0"/>
          </a:p>
        </p:txBody>
      </p:sp>
      <p:sp>
        <p:nvSpPr>
          <p:cNvPr id="10" name="Slide Number Placeholder 9"/>
          <p:cNvSpPr>
            <a:spLocks noGrp="1"/>
          </p:cNvSpPr>
          <p:nvPr>
            <p:ph type="sldNum" sz="quarter" idx="12"/>
          </p:nvPr>
        </p:nvSpPr>
        <p:spPr>
          <a:xfrm>
            <a:off x="10375670" y="6446838"/>
            <a:ext cx="780010" cy="365125"/>
          </a:xfrm>
          <a:prstGeom prst="rect">
            <a:avLst/>
          </a:prstGeom>
        </p:spPr>
        <p:txBody>
          <a:bodyPr/>
          <a:lstStyle/>
          <a:p>
            <a:fld id="{3A98EE3D-8CD1-4C3F-BD1C-C98C9596463C}"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Autofit/>
          </a:bodyPr>
          <a:lstStyle>
            <a:lvl1pPr marL="0" indent="0" algn="l">
              <a:buNone/>
              <a:defRPr sz="2400" b="1"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4" name="Content Placeholder 3"/>
          <p:cNvSpPr>
            <a:spLocks noGrp="1"/>
          </p:cNvSpPr>
          <p:nvPr>
            <p:ph sz="half" idx="2"/>
          </p:nvPr>
        </p:nvSpPr>
        <p:spPr>
          <a:xfrm>
            <a:off x="1186731" y="2958274"/>
            <a:ext cx="4639736" cy="2910821"/>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Autofit/>
          </a:bodyPr>
          <a:lstStyle>
            <a:lvl1pPr marL="0" indent="0">
              <a:buNone/>
              <a:defRPr sz="2400" b="1"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6" name="Content Placeholder 5"/>
          <p:cNvSpPr>
            <a:spLocks noGrp="1"/>
          </p:cNvSpPr>
          <p:nvPr>
            <p:ph sz="quarter" idx="4"/>
          </p:nvPr>
        </p:nvSpPr>
        <p:spPr>
          <a:xfrm>
            <a:off x="6605395" y="2958273"/>
            <a:ext cx="4639736" cy="2910821"/>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2" name="Date Placeholder 1"/>
          <p:cNvSpPr>
            <a:spLocks noGrp="1"/>
          </p:cNvSpPr>
          <p:nvPr>
            <p:ph type="dt" sz="half" idx="10"/>
          </p:nvPr>
        </p:nvSpPr>
        <p:spPr>
          <a:xfrm>
            <a:off x="6834126" y="6446838"/>
            <a:ext cx="2584850" cy="365125"/>
          </a:xfrm>
          <a:prstGeom prst="rect">
            <a:avLst/>
          </a:prstGeom>
        </p:spPr>
        <p:txBody>
          <a:bodyPr/>
          <a:lstStyle/>
          <a:p>
            <a:fld id="{B9A11315-80A2-4A6F-99BC-2337EDBA509A}" type="datetime1">
              <a:rPr lang="en-US" smtClean="0"/>
            </a:fld>
            <a:endParaRPr lang="en-US" dirty="0"/>
          </a:p>
        </p:txBody>
      </p:sp>
      <p:sp>
        <p:nvSpPr>
          <p:cNvPr id="11" name="Footer Placeholder 10"/>
          <p:cNvSpPr>
            <a:spLocks noGrp="1"/>
          </p:cNvSpPr>
          <p:nvPr>
            <p:ph type="ftr" sz="quarter" idx="11"/>
          </p:nvPr>
        </p:nvSpPr>
        <p:spPr>
          <a:xfrm>
            <a:off x="1097279" y="6446838"/>
            <a:ext cx="4846321" cy="365125"/>
          </a:xfrm>
          <a:prstGeom prst="rect">
            <a:avLst/>
          </a:prstGeom>
        </p:spPr>
        <p:txBody>
          <a:bodyPr/>
          <a:lstStyle/>
          <a:p>
            <a:r>
              <a:rPr lang="en-US" dirty="0"/>
              <a:t>Footer</a:t>
            </a:r>
            <a:endParaRPr lang="en-US" dirty="0"/>
          </a:p>
        </p:txBody>
      </p:sp>
      <p:sp>
        <p:nvSpPr>
          <p:cNvPr id="12" name="Slide Number Placeholder 11"/>
          <p:cNvSpPr>
            <a:spLocks noGrp="1"/>
          </p:cNvSpPr>
          <p:nvPr>
            <p:ph type="sldNum" sz="quarter" idx="12"/>
          </p:nvPr>
        </p:nvSpPr>
        <p:spPr>
          <a:xfrm>
            <a:off x="10375670" y="6446838"/>
            <a:ext cx="780010" cy="365125"/>
          </a:xfrm>
          <a:prstGeom prst="rect">
            <a:avLst/>
          </a:prstGeom>
        </p:spPr>
        <p:txBody>
          <a:bodyPr/>
          <a:lstStyle/>
          <a:p>
            <a:fld id="{3A98EE3D-8CD1-4C3F-BD1C-C98C9596463C}"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6" name="Parallélogramme 14"/>
          <p:cNvSpPr/>
          <p:nvPr userDrawn="1"/>
        </p:nvSpPr>
        <p:spPr>
          <a:xfrm>
            <a:off x="46672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noProof="0" dirty="0"/>
          </a:p>
        </p:txBody>
      </p:sp>
      <p:sp>
        <p:nvSpPr>
          <p:cNvPr id="2" name="Date Placeholder 1"/>
          <p:cNvSpPr>
            <a:spLocks noGrp="1"/>
          </p:cNvSpPr>
          <p:nvPr>
            <p:ph type="dt" sz="half" idx="10"/>
          </p:nvPr>
        </p:nvSpPr>
        <p:spPr>
          <a:xfrm>
            <a:off x="6834126" y="6446838"/>
            <a:ext cx="2584850" cy="365125"/>
          </a:xfrm>
          <a:prstGeom prst="rect">
            <a:avLst/>
          </a:prstGeom>
        </p:spPr>
        <p:txBody>
          <a:bodyPr/>
          <a:lstStyle>
            <a:lvl1pPr>
              <a:defRPr>
                <a:solidFill>
                  <a:schemeClr val="tx1">
                    <a:lumMod val="75000"/>
                    <a:lumOff val="25000"/>
                  </a:schemeClr>
                </a:solidFill>
              </a:defRPr>
            </a:lvl1pPr>
          </a:lstStyle>
          <a:p>
            <a:fld id="{27909053-E1DD-4959-BC7A-C98D3D2614DC}" type="datetime1">
              <a:rPr lang="en-US" noProof="0" smtClean="0"/>
            </a:fld>
            <a:endParaRPr lang="en-US" noProof="0" dirty="0"/>
          </a:p>
        </p:txBody>
      </p:sp>
      <p:sp>
        <p:nvSpPr>
          <p:cNvPr id="3" name="Footer Placeholder 2"/>
          <p:cNvSpPr>
            <a:spLocks noGrp="1"/>
          </p:cNvSpPr>
          <p:nvPr>
            <p:ph type="ftr" sz="quarter" idx="11"/>
          </p:nvPr>
        </p:nvSpPr>
        <p:spPr>
          <a:xfrm>
            <a:off x="1097279" y="6446838"/>
            <a:ext cx="4846321" cy="365125"/>
          </a:xfrm>
          <a:prstGeom prst="rect">
            <a:avLst/>
          </a:prstGeom>
        </p:spPr>
        <p:txBody>
          <a:bodyPr/>
          <a:lstStyle>
            <a:lvl1pPr>
              <a:defRPr>
                <a:solidFill>
                  <a:schemeClr val="tx1">
                    <a:lumMod val="75000"/>
                    <a:lumOff val="25000"/>
                  </a:schemeClr>
                </a:solidFill>
              </a:defRPr>
            </a:lvl1pPr>
          </a:lstStyle>
          <a:p>
            <a:r>
              <a:rPr lang="en-US" noProof="0" dirty="0"/>
              <a:t>Footer</a:t>
            </a:r>
            <a:endParaRPr lang="en-US" noProof="0" dirty="0"/>
          </a:p>
        </p:txBody>
      </p:sp>
      <p:sp>
        <p:nvSpPr>
          <p:cNvPr id="4" name="Slide Number Placeholder 3"/>
          <p:cNvSpPr>
            <a:spLocks noGrp="1"/>
          </p:cNvSpPr>
          <p:nvPr>
            <p:ph type="sldNum" sz="quarter" idx="12"/>
          </p:nvPr>
        </p:nvSpPr>
        <p:spPr>
          <a:xfrm>
            <a:off x="10375670" y="6446838"/>
            <a:ext cx="780010" cy="365125"/>
          </a:xfrm>
          <a:prstGeom prst="rect">
            <a:avLst/>
          </a:prstGeom>
        </p:spPr>
        <p:txBody>
          <a:bodyPr/>
          <a:lstStyle>
            <a:lvl1pPr>
              <a:defRPr>
                <a:solidFill>
                  <a:schemeClr val="tx1">
                    <a:lumMod val="75000"/>
                    <a:lumOff val="25000"/>
                  </a:schemeClr>
                </a:solidFill>
              </a:defRPr>
            </a:lvl1pPr>
          </a:lstStyle>
          <a:p>
            <a:fld id="{3A98EE3D-8CD1-4C3F-BD1C-C98C9596463C}" type="slidenum">
              <a:rPr lang="en-US" noProof="0" smtClean="0"/>
            </a:fld>
            <a:endParaRPr lang="en-US" noProof="0"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10" name="Parallélogramme 14"/>
          <p:cNvSpPr/>
          <p:nvPr userDrawn="1"/>
        </p:nvSpPr>
        <p:spPr>
          <a:xfrm>
            <a:off x="74485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noProof="0" dirty="0"/>
          </a:p>
        </p:txBody>
      </p:sp>
      <p:sp>
        <p:nvSpPr>
          <p:cNvPr id="8" name="Rectangle 7"/>
          <p:cNvSpPr/>
          <p:nvPr/>
        </p:nvSpPr>
        <p:spPr>
          <a:xfrm>
            <a:off x="16" y="0"/>
            <a:ext cx="4654296" cy="58642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2200" y="786383"/>
            <a:ext cx="3068833" cy="2093975"/>
          </a:xfrm>
        </p:spPr>
        <p:txBody>
          <a:bodyPr anchor="b">
            <a:normAutofit/>
          </a:bodyPr>
          <a:lstStyle>
            <a:lvl1pPr>
              <a:lnSpc>
                <a:spcPct val="90000"/>
              </a:lnSpc>
              <a:defRPr sz="3600" b="0">
                <a:solidFill>
                  <a:srgbClr val="FFFFFF"/>
                </a:solidFill>
              </a:defRPr>
            </a:lvl1pPr>
          </a:lstStyle>
          <a:p>
            <a:r>
              <a:rPr lang="en-US" noProof="0" smtClean="0"/>
              <a:t>Click to edit Master title style</a:t>
            </a:r>
            <a:endParaRPr lang="en-US" noProof="0"/>
          </a:p>
        </p:txBody>
      </p:sp>
      <p:sp>
        <p:nvSpPr>
          <p:cNvPr id="3" name="Content Placeholder 2"/>
          <p:cNvSpPr>
            <a:spLocks noGrp="1"/>
          </p:cNvSpPr>
          <p:nvPr>
            <p:ph idx="1"/>
          </p:nvPr>
        </p:nvSpPr>
        <p:spPr>
          <a:xfrm>
            <a:off x="5458984" y="812800"/>
            <a:ext cx="5713841" cy="4868609"/>
          </a:xfrm>
        </p:spPr>
        <p:txBody>
          <a:bodyPr/>
          <a:lstStyle/>
          <a:p>
            <a:pPr lvl="0"/>
            <a:r>
              <a:rPr lang="en-US" noProof="0" smtClean="0"/>
              <a:t>Edit Master text styles</a:t>
            </a:r>
            <a:endParaRPr lang="en-US" noProof="0" smtClean="0"/>
          </a:p>
          <a:p>
            <a:pPr lvl="1"/>
            <a:r>
              <a:rPr lang="en-US" noProof="0" smtClean="0"/>
              <a:t>Second level</a:t>
            </a:r>
            <a:endParaRPr lang="en-US" noProof="0" smtClean="0"/>
          </a:p>
          <a:p>
            <a:pPr lvl="2"/>
            <a:r>
              <a:rPr lang="en-US" noProof="0" smtClean="0"/>
              <a:t>Third level</a:t>
            </a:r>
            <a:endParaRPr lang="en-US" noProof="0" smtClean="0"/>
          </a:p>
          <a:p>
            <a:pPr lvl="3"/>
            <a:r>
              <a:rPr lang="en-US" noProof="0" smtClean="0"/>
              <a:t>Fourth level</a:t>
            </a:r>
            <a:endParaRPr lang="en-US" noProof="0" smtClean="0"/>
          </a:p>
          <a:p>
            <a:pPr lvl="4"/>
            <a:r>
              <a:rPr lang="en-US" noProof="0" smtClean="0"/>
              <a:t>Fifth level</a:t>
            </a:r>
            <a:endParaRPr lang="en-US" noProof="0"/>
          </a:p>
        </p:txBody>
      </p:sp>
      <p:sp>
        <p:nvSpPr>
          <p:cNvPr id="4" name="Text Placeholder 3"/>
          <p:cNvSpPr>
            <a:spLocks noGrp="1"/>
          </p:cNvSpPr>
          <p:nvPr>
            <p:ph type="body" sz="half" idx="2"/>
          </p:nvPr>
        </p:nvSpPr>
        <p:spPr>
          <a:xfrm>
            <a:off x="1092200" y="3043050"/>
            <a:ext cx="3068832" cy="2638359"/>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smtClean="0"/>
              <a:t>Edit Master text styles</a:t>
            </a:r>
            <a:endParaRPr lang="en-US" noProof="0" smtClean="0"/>
          </a:p>
        </p:txBody>
      </p:sp>
      <p:sp>
        <p:nvSpPr>
          <p:cNvPr id="9" name="Rectangle 8"/>
          <p:cNvSpPr/>
          <p:nvPr userDrawn="1"/>
        </p:nvSpPr>
        <p:spPr>
          <a:xfrm>
            <a:off x="0" y="1397000"/>
            <a:ext cx="1036320" cy="132948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p:cNvSpPr/>
          <p:nvPr userDrawn="1"/>
        </p:nvSpPr>
        <p:spPr>
          <a:xfrm>
            <a:off x="5458983" y="624142"/>
            <a:ext cx="5713840" cy="12566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Date Placeholder 1"/>
          <p:cNvSpPr>
            <a:spLocks noGrp="1"/>
          </p:cNvSpPr>
          <p:nvPr>
            <p:ph type="dt" sz="half" idx="10"/>
          </p:nvPr>
        </p:nvSpPr>
        <p:spPr>
          <a:xfrm>
            <a:off x="6834126" y="6446838"/>
            <a:ext cx="2584850" cy="365125"/>
          </a:xfrm>
          <a:prstGeom prst="rect">
            <a:avLst/>
          </a:prstGeom>
        </p:spPr>
        <p:txBody>
          <a:bodyPr/>
          <a:lstStyle>
            <a:lvl1pPr>
              <a:defRPr>
                <a:solidFill>
                  <a:schemeClr val="tx1">
                    <a:lumMod val="75000"/>
                    <a:lumOff val="25000"/>
                  </a:schemeClr>
                </a:solidFill>
              </a:defRPr>
            </a:lvl1pPr>
          </a:lstStyle>
          <a:p>
            <a:fld id="{3AB9C849-F1D8-4230-9F2F-9250D675BB2A}" type="datetime1">
              <a:rPr lang="en-US" noProof="0" smtClean="0"/>
            </a:fld>
            <a:endParaRPr lang="en-US" noProof="0" dirty="0"/>
          </a:p>
        </p:txBody>
      </p:sp>
      <p:sp>
        <p:nvSpPr>
          <p:cNvPr id="13" name="Footer Placeholder 2"/>
          <p:cNvSpPr>
            <a:spLocks noGrp="1"/>
          </p:cNvSpPr>
          <p:nvPr>
            <p:ph type="ftr" sz="quarter" idx="11"/>
          </p:nvPr>
        </p:nvSpPr>
        <p:spPr>
          <a:xfrm>
            <a:off x="1097279" y="6446838"/>
            <a:ext cx="4846321" cy="365125"/>
          </a:xfrm>
          <a:prstGeom prst="rect">
            <a:avLst/>
          </a:prstGeom>
        </p:spPr>
        <p:txBody>
          <a:bodyPr/>
          <a:lstStyle>
            <a:lvl1pPr>
              <a:defRPr>
                <a:solidFill>
                  <a:schemeClr val="tx1">
                    <a:lumMod val="75000"/>
                    <a:lumOff val="25000"/>
                  </a:schemeClr>
                </a:solidFill>
              </a:defRPr>
            </a:lvl1pPr>
          </a:lstStyle>
          <a:p>
            <a:r>
              <a:rPr lang="en-US" noProof="0" dirty="0"/>
              <a:t>Footer</a:t>
            </a:r>
            <a:endParaRPr lang="en-US" noProof="0" dirty="0"/>
          </a:p>
        </p:txBody>
      </p:sp>
      <p:sp>
        <p:nvSpPr>
          <p:cNvPr id="14" name="Slide Number Placeholder 3"/>
          <p:cNvSpPr>
            <a:spLocks noGrp="1"/>
          </p:cNvSpPr>
          <p:nvPr>
            <p:ph type="sldNum" sz="quarter" idx="12"/>
          </p:nvPr>
        </p:nvSpPr>
        <p:spPr>
          <a:xfrm>
            <a:off x="10375670" y="6446838"/>
            <a:ext cx="780010" cy="365125"/>
          </a:xfrm>
          <a:prstGeom prst="rect">
            <a:avLst/>
          </a:prstGeom>
        </p:spPr>
        <p:txBody>
          <a:bodyPr/>
          <a:lstStyle>
            <a:lvl1pPr>
              <a:defRPr>
                <a:solidFill>
                  <a:schemeClr val="tx1">
                    <a:lumMod val="75000"/>
                    <a:lumOff val="25000"/>
                  </a:schemeClr>
                </a:solidFill>
              </a:defRPr>
            </a:lvl1pPr>
          </a:lstStyle>
          <a:p>
            <a:fld id="{3A98EE3D-8CD1-4C3F-BD1C-C98C9596463C}" type="slidenum">
              <a:rPr lang="en-US" noProof="0" smtClean="0"/>
            </a:fld>
            <a:endParaRPr lang="en-US" noProof="0" dirty="0"/>
          </a:p>
        </p:txBody>
      </p:sp>
      <p:cxnSp>
        <p:nvCxnSpPr>
          <p:cNvPr id="15" name="Connecteur droit 19"/>
          <p:cNvCxnSpPr/>
          <p:nvPr userDrawn="1"/>
        </p:nvCxnSpPr>
        <p:spPr>
          <a:xfrm flipH="1">
            <a:off x="1092200" y="6446838"/>
            <a:ext cx="1643438"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 name="Connecteur droit 19"/>
          <p:cNvCxnSpPr/>
          <p:nvPr userDrawn="1"/>
        </p:nvCxnSpPr>
        <p:spPr>
          <a:xfrm flipH="1">
            <a:off x="8420100" y="6429376"/>
            <a:ext cx="1000462" cy="0"/>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7" name="Connecteur droit 19"/>
          <p:cNvCxnSpPr/>
          <p:nvPr userDrawn="1"/>
        </p:nvCxnSpPr>
        <p:spPr>
          <a:xfrm flipH="1" flipV="1">
            <a:off x="10765675" y="6446838"/>
            <a:ext cx="407258" cy="6350"/>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Date Placeholder 6"/>
          <p:cNvSpPr>
            <a:spLocks noGrp="1"/>
          </p:cNvSpPr>
          <p:nvPr>
            <p:ph type="dt" sz="half" idx="10"/>
          </p:nvPr>
        </p:nvSpPr>
        <p:spPr>
          <a:xfrm>
            <a:off x="6834126" y="6446838"/>
            <a:ext cx="2584850" cy="365125"/>
          </a:xfrm>
          <a:prstGeom prst="rect">
            <a:avLst/>
          </a:prstGeom>
        </p:spPr>
        <p:txBody>
          <a:bodyPr/>
          <a:lstStyle/>
          <a:p>
            <a:fld id="{F2DB7022-84E8-42F0-8AEA-ADED76AFD446}" type="datetime1">
              <a:rPr lang="en-US" smtClean="0"/>
            </a:fld>
            <a:endParaRPr lang="en-US" dirty="0"/>
          </a:p>
        </p:txBody>
      </p:sp>
      <p:sp>
        <p:nvSpPr>
          <p:cNvPr id="8" name="Footer Placeholder 7"/>
          <p:cNvSpPr>
            <a:spLocks noGrp="1"/>
          </p:cNvSpPr>
          <p:nvPr>
            <p:ph type="ftr" sz="quarter" idx="11"/>
          </p:nvPr>
        </p:nvSpPr>
        <p:spPr>
          <a:xfrm>
            <a:off x="1097279" y="6446838"/>
            <a:ext cx="4846321" cy="365125"/>
          </a:xfrm>
          <a:prstGeom prst="rect">
            <a:avLst/>
          </a:prstGeom>
        </p:spPr>
        <p:txBody>
          <a:bodyPr/>
          <a:lstStyle/>
          <a:p>
            <a:r>
              <a:rPr lang="en-US" dirty="0"/>
              <a:t>Footer</a:t>
            </a:r>
            <a:endParaRPr lang="en-US" dirty="0"/>
          </a:p>
        </p:txBody>
      </p:sp>
      <p:sp>
        <p:nvSpPr>
          <p:cNvPr id="9" name="Slide Number Placeholder 8"/>
          <p:cNvSpPr>
            <a:spLocks noGrp="1"/>
          </p:cNvSpPr>
          <p:nvPr>
            <p:ph type="sldNum" sz="quarter" idx="12"/>
          </p:nvPr>
        </p:nvSpPr>
        <p:spPr>
          <a:xfrm>
            <a:off x="10375670" y="6446838"/>
            <a:ext cx="780010" cy="365125"/>
          </a:xfrm>
          <a:prstGeom prst="rect">
            <a:avLst/>
          </a:prstGeom>
        </p:spPr>
        <p:txBody>
          <a:bodyPr/>
          <a:lstStyle/>
          <a:p>
            <a:fld id="{3A98EE3D-8CD1-4C3F-BD1C-C98C9596463C}" type="slidenum">
              <a:rPr lang="en-US" smtClean="0"/>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1_Content with Caption">
    <p:spTree>
      <p:nvGrpSpPr>
        <p:cNvPr id="1" name=""/>
        <p:cNvGrpSpPr/>
        <p:nvPr/>
      </p:nvGrpSpPr>
      <p:grpSpPr>
        <a:xfrm>
          <a:off x="0" y="0"/>
          <a:ext cx="0" cy="0"/>
          <a:chOff x="0" y="0"/>
          <a:chExt cx="0" cy="0"/>
        </a:xfrm>
      </p:grpSpPr>
      <p:sp>
        <p:nvSpPr>
          <p:cNvPr id="10" name="Parallélogramme 14"/>
          <p:cNvSpPr/>
          <p:nvPr userDrawn="1"/>
        </p:nvSpPr>
        <p:spPr>
          <a:xfrm>
            <a:off x="74485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noProof="0" dirty="0"/>
          </a:p>
        </p:txBody>
      </p:sp>
      <p:sp>
        <p:nvSpPr>
          <p:cNvPr id="8" name="Rectangle 7"/>
          <p:cNvSpPr/>
          <p:nvPr/>
        </p:nvSpPr>
        <p:spPr>
          <a:xfrm>
            <a:off x="16" y="0"/>
            <a:ext cx="4654296" cy="58642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Content Placeholder 2"/>
          <p:cNvSpPr>
            <a:spLocks noGrp="1"/>
          </p:cNvSpPr>
          <p:nvPr>
            <p:ph idx="1"/>
          </p:nvPr>
        </p:nvSpPr>
        <p:spPr>
          <a:xfrm>
            <a:off x="5458984" y="497808"/>
            <a:ext cx="5713841" cy="4868609"/>
          </a:xfrm>
        </p:spPr>
        <p:txBody>
          <a:bodyPr anchor="ctr"/>
          <a:lstStyle/>
          <a:p>
            <a:pPr lvl="0"/>
            <a:r>
              <a:rPr lang="en-US" noProof="0" smtClean="0"/>
              <a:t>Edit Master text styles</a:t>
            </a:r>
            <a:endParaRPr lang="en-US" noProof="0" smtClean="0"/>
          </a:p>
          <a:p>
            <a:pPr lvl="1"/>
            <a:r>
              <a:rPr lang="en-US" noProof="0" smtClean="0"/>
              <a:t>Second level</a:t>
            </a:r>
            <a:endParaRPr lang="en-US" noProof="0" smtClean="0"/>
          </a:p>
          <a:p>
            <a:pPr lvl="2"/>
            <a:r>
              <a:rPr lang="en-US" noProof="0" smtClean="0"/>
              <a:t>Third level</a:t>
            </a:r>
            <a:endParaRPr lang="en-US" noProof="0" smtClean="0"/>
          </a:p>
          <a:p>
            <a:pPr lvl="3"/>
            <a:r>
              <a:rPr lang="en-US" noProof="0" smtClean="0"/>
              <a:t>Fourth level</a:t>
            </a:r>
            <a:endParaRPr lang="en-US" noProof="0" smtClean="0"/>
          </a:p>
          <a:p>
            <a:pPr lvl="4"/>
            <a:r>
              <a:rPr lang="en-US" noProof="0" smtClean="0"/>
              <a:t>Fifth level</a:t>
            </a:r>
            <a:endParaRPr lang="en-US" noProof="0"/>
          </a:p>
        </p:txBody>
      </p:sp>
      <p:sp>
        <p:nvSpPr>
          <p:cNvPr id="9" name="Rectangle 8"/>
          <p:cNvSpPr/>
          <p:nvPr userDrawn="1"/>
        </p:nvSpPr>
        <p:spPr>
          <a:xfrm>
            <a:off x="0" y="2003424"/>
            <a:ext cx="1036320" cy="185737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p:cNvSpPr/>
          <p:nvPr userDrawn="1"/>
        </p:nvSpPr>
        <p:spPr>
          <a:xfrm>
            <a:off x="5458983" y="377398"/>
            <a:ext cx="5713840" cy="12566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Date Placeholder 1"/>
          <p:cNvSpPr>
            <a:spLocks noGrp="1"/>
          </p:cNvSpPr>
          <p:nvPr>
            <p:ph type="dt" sz="half" idx="10"/>
          </p:nvPr>
        </p:nvSpPr>
        <p:spPr>
          <a:xfrm>
            <a:off x="6834126" y="6446838"/>
            <a:ext cx="2584850" cy="365125"/>
          </a:xfrm>
          <a:prstGeom prst="rect">
            <a:avLst/>
          </a:prstGeom>
        </p:spPr>
        <p:txBody>
          <a:bodyPr/>
          <a:lstStyle>
            <a:lvl1pPr>
              <a:defRPr>
                <a:solidFill>
                  <a:schemeClr val="tx1">
                    <a:lumMod val="75000"/>
                    <a:lumOff val="25000"/>
                  </a:schemeClr>
                </a:solidFill>
              </a:defRPr>
            </a:lvl1pPr>
          </a:lstStyle>
          <a:p>
            <a:fld id="{8D4C0741-442A-4788-81DA-4F081D559C5A}" type="datetime1">
              <a:rPr lang="en-US" noProof="0" smtClean="0"/>
            </a:fld>
            <a:endParaRPr lang="en-US" noProof="0" dirty="0"/>
          </a:p>
        </p:txBody>
      </p:sp>
      <p:sp>
        <p:nvSpPr>
          <p:cNvPr id="13" name="Footer Placeholder 2"/>
          <p:cNvSpPr>
            <a:spLocks noGrp="1"/>
          </p:cNvSpPr>
          <p:nvPr>
            <p:ph type="ftr" sz="quarter" idx="11"/>
          </p:nvPr>
        </p:nvSpPr>
        <p:spPr>
          <a:xfrm>
            <a:off x="1097279" y="6446838"/>
            <a:ext cx="4846321" cy="365125"/>
          </a:xfrm>
          <a:prstGeom prst="rect">
            <a:avLst/>
          </a:prstGeom>
        </p:spPr>
        <p:txBody>
          <a:bodyPr/>
          <a:lstStyle>
            <a:lvl1pPr>
              <a:defRPr>
                <a:solidFill>
                  <a:schemeClr val="tx1">
                    <a:lumMod val="75000"/>
                    <a:lumOff val="25000"/>
                  </a:schemeClr>
                </a:solidFill>
              </a:defRPr>
            </a:lvl1pPr>
          </a:lstStyle>
          <a:p>
            <a:r>
              <a:rPr lang="en-US" noProof="0" dirty="0"/>
              <a:t>Footer</a:t>
            </a:r>
            <a:endParaRPr lang="en-US" noProof="0" dirty="0"/>
          </a:p>
        </p:txBody>
      </p:sp>
      <p:sp>
        <p:nvSpPr>
          <p:cNvPr id="14" name="Slide Number Placeholder 3"/>
          <p:cNvSpPr>
            <a:spLocks noGrp="1"/>
          </p:cNvSpPr>
          <p:nvPr>
            <p:ph type="sldNum" sz="quarter" idx="12"/>
          </p:nvPr>
        </p:nvSpPr>
        <p:spPr>
          <a:xfrm>
            <a:off x="10375670" y="6446838"/>
            <a:ext cx="780010" cy="365125"/>
          </a:xfrm>
          <a:prstGeom prst="rect">
            <a:avLst/>
          </a:prstGeom>
        </p:spPr>
        <p:txBody>
          <a:bodyPr/>
          <a:lstStyle>
            <a:lvl1pPr>
              <a:defRPr>
                <a:solidFill>
                  <a:schemeClr val="tx1">
                    <a:lumMod val="75000"/>
                    <a:lumOff val="25000"/>
                  </a:schemeClr>
                </a:solidFill>
              </a:defRPr>
            </a:lvl1pPr>
          </a:lstStyle>
          <a:p>
            <a:fld id="{3A98EE3D-8CD1-4C3F-BD1C-C98C9596463C}" type="slidenum">
              <a:rPr lang="en-US" noProof="0" smtClean="0"/>
            </a:fld>
            <a:endParaRPr lang="en-US" noProof="0" dirty="0"/>
          </a:p>
        </p:txBody>
      </p:sp>
      <p:sp>
        <p:nvSpPr>
          <p:cNvPr id="5" name="Rectangle 4"/>
          <p:cNvSpPr/>
          <p:nvPr userDrawn="1"/>
        </p:nvSpPr>
        <p:spPr>
          <a:xfrm>
            <a:off x="1078230" y="2003423"/>
            <a:ext cx="3576082" cy="1857378"/>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p:cNvSpPr>
            <a:spLocks noGrp="1"/>
          </p:cNvSpPr>
          <p:nvPr>
            <p:ph type="title"/>
          </p:nvPr>
        </p:nvSpPr>
        <p:spPr>
          <a:xfrm>
            <a:off x="1092200" y="1885125"/>
            <a:ext cx="3314700" cy="2093975"/>
          </a:xfrm>
        </p:spPr>
        <p:txBody>
          <a:bodyPr anchor="ctr">
            <a:normAutofit/>
          </a:bodyPr>
          <a:lstStyle>
            <a:lvl1pPr>
              <a:lnSpc>
                <a:spcPct val="90000"/>
              </a:lnSpc>
              <a:defRPr sz="4400" b="1">
                <a:solidFill>
                  <a:srgbClr val="FFFFFF"/>
                </a:solidFill>
                <a:latin typeface="+mn-lt"/>
              </a:defRPr>
            </a:lvl1pPr>
          </a:lstStyle>
          <a:p>
            <a:r>
              <a:rPr lang="en-US" noProof="0" smtClean="0"/>
              <a:t>Click to edit Master title style</a:t>
            </a:r>
            <a:endParaRPr lang="en-US" noProof="0"/>
          </a:p>
        </p:txBody>
      </p:sp>
      <p:sp>
        <p:nvSpPr>
          <p:cNvPr id="18" name="Rectangle 17"/>
          <p:cNvSpPr/>
          <p:nvPr userDrawn="1"/>
        </p:nvSpPr>
        <p:spPr>
          <a:xfrm>
            <a:off x="1092200" y="993775"/>
            <a:ext cx="1036320" cy="936626"/>
          </a:xfrm>
          <a:prstGeom prst="rect">
            <a:avLst/>
          </a:prstGeom>
          <a:solidFill>
            <a:schemeClr val="tx2">
              <a:lumMod val="20000"/>
              <a:lumOff val="80000"/>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userDrawn="1">
  <p:cSld name="2_Content with Caption">
    <p:spTree>
      <p:nvGrpSpPr>
        <p:cNvPr id="1" name=""/>
        <p:cNvGrpSpPr/>
        <p:nvPr/>
      </p:nvGrpSpPr>
      <p:grpSpPr>
        <a:xfrm>
          <a:off x="0" y="0"/>
          <a:ext cx="0" cy="0"/>
          <a:chOff x="0" y="0"/>
          <a:chExt cx="0" cy="0"/>
        </a:xfrm>
      </p:grpSpPr>
      <p:sp>
        <p:nvSpPr>
          <p:cNvPr id="18" name="Picture Placeholder 9"/>
          <p:cNvSpPr>
            <a:spLocks noGrp="1"/>
          </p:cNvSpPr>
          <p:nvPr>
            <p:ph type="pic" sz="quarter" idx="13"/>
          </p:nvPr>
        </p:nvSpPr>
        <p:spPr>
          <a:xfrm>
            <a:off x="0" y="0"/>
            <a:ext cx="4654296" cy="5864225"/>
          </a:xfrm>
        </p:spPr>
        <p:txBody>
          <a:bodyPr/>
          <a:lstStyle>
            <a:lvl1pPr>
              <a:defRPr>
                <a:solidFill>
                  <a:schemeClr val="bg1"/>
                </a:solidFill>
              </a:defRPr>
            </a:lvl1pPr>
          </a:lstStyle>
          <a:p>
            <a:r>
              <a:rPr lang="en-US" noProof="0" smtClean="0"/>
              <a:t>Click icon to add picture</a:t>
            </a:r>
            <a:endParaRPr lang="en-US" noProof="0" dirty="0"/>
          </a:p>
        </p:txBody>
      </p:sp>
      <p:sp>
        <p:nvSpPr>
          <p:cNvPr id="10" name="Parallélogramme 14"/>
          <p:cNvSpPr/>
          <p:nvPr userDrawn="1"/>
        </p:nvSpPr>
        <p:spPr>
          <a:xfrm>
            <a:off x="74485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noProof="0" dirty="0"/>
          </a:p>
        </p:txBody>
      </p:sp>
      <p:sp>
        <p:nvSpPr>
          <p:cNvPr id="3" name="Content Placeholder 2"/>
          <p:cNvSpPr>
            <a:spLocks noGrp="1"/>
          </p:cNvSpPr>
          <p:nvPr>
            <p:ph idx="1"/>
          </p:nvPr>
        </p:nvSpPr>
        <p:spPr>
          <a:xfrm>
            <a:off x="5458984" y="497808"/>
            <a:ext cx="5713841" cy="4868609"/>
          </a:xfrm>
        </p:spPr>
        <p:txBody>
          <a:bodyPr anchor="ctr"/>
          <a:lstStyle/>
          <a:p>
            <a:pPr lvl="0"/>
            <a:r>
              <a:rPr lang="en-US" noProof="0" smtClean="0"/>
              <a:t>Edit Master text styles</a:t>
            </a:r>
            <a:endParaRPr lang="en-US" noProof="0" smtClean="0"/>
          </a:p>
          <a:p>
            <a:pPr lvl="1"/>
            <a:r>
              <a:rPr lang="en-US" noProof="0" smtClean="0"/>
              <a:t>Second level</a:t>
            </a:r>
            <a:endParaRPr lang="en-US" noProof="0" smtClean="0"/>
          </a:p>
          <a:p>
            <a:pPr lvl="2"/>
            <a:r>
              <a:rPr lang="en-US" noProof="0" smtClean="0"/>
              <a:t>Third level</a:t>
            </a:r>
            <a:endParaRPr lang="en-US" noProof="0" smtClean="0"/>
          </a:p>
          <a:p>
            <a:pPr lvl="3"/>
            <a:r>
              <a:rPr lang="en-US" noProof="0" smtClean="0"/>
              <a:t>Fourth level</a:t>
            </a:r>
            <a:endParaRPr lang="en-US" noProof="0" smtClean="0"/>
          </a:p>
          <a:p>
            <a:pPr lvl="4"/>
            <a:r>
              <a:rPr lang="en-US" noProof="0" smtClean="0"/>
              <a:t>Fifth level</a:t>
            </a:r>
            <a:endParaRPr lang="en-US" noProof="0"/>
          </a:p>
        </p:txBody>
      </p:sp>
      <p:sp>
        <p:nvSpPr>
          <p:cNvPr id="12" name="Date Placeholder 1"/>
          <p:cNvSpPr>
            <a:spLocks noGrp="1"/>
          </p:cNvSpPr>
          <p:nvPr>
            <p:ph type="dt" sz="half" idx="10"/>
          </p:nvPr>
        </p:nvSpPr>
        <p:spPr>
          <a:xfrm>
            <a:off x="6834126" y="6446838"/>
            <a:ext cx="2584850" cy="365125"/>
          </a:xfrm>
          <a:prstGeom prst="rect">
            <a:avLst/>
          </a:prstGeom>
        </p:spPr>
        <p:txBody>
          <a:bodyPr/>
          <a:lstStyle>
            <a:lvl1pPr>
              <a:defRPr>
                <a:solidFill>
                  <a:schemeClr val="tx1">
                    <a:lumMod val="75000"/>
                    <a:lumOff val="25000"/>
                  </a:schemeClr>
                </a:solidFill>
              </a:defRPr>
            </a:lvl1pPr>
          </a:lstStyle>
          <a:p>
            <a:fld id="{470BDB9F-6784-464D-8ED7-29E60E2B21A9}" type="datetime1">
              <a:rPr lang="en-US" noProof="0" smtClean="0"/>
            </a:fld>
            <a:endParaRPr lang="en-US" noProof="0" dirty="0"/>
          </a:p>
        </p:txBody>
      </p:sp>
      <p:sp>
        <p:nvSpPr>
          <p:cNvPr id="13" name="Footer Placeholder 2"/>
          <p:cNvSpPr>
            <a:spLocks noGrp="1"/>
          </p:cNvSpPr>
          <p:nvPr>
            <p:ph type="ftr" sz="quarter" idx="11"/>
          </p:nvPr>
        </p:nvSpPr>
        <p:spPr>
          <a:xfrm>
            <a:off x="1097279" y="6446838"/>
            <a:ext cx="4846321" cy="365125"/>
          </a:xfrm>
          <a:prstGeom prst="rect">
            <a:avLst/>
          </a:prstGeom>
        </p:spPr>
        <p:txBody>
          <a:bodyPr/>
          <a:lstStyle>
            <a:lvl1pPr>
              <a:defRPr>
                <a:solidFill>
                  <a:schemeClr val="tx1">
                    <a:lumMod val="75000"/>
                    <a:lumOff val="25000"/>
                  </a:schemeClr>
                </a:solidFill>
              </a:defRPr>
            </a:lvl1pPr>
          </a:lstStyle>
          <a:p>
            <a:r>
              <a:rPr lang="en-US" noProof="0" dirty="0"/>
              <a:t>Footer</a:t>
            </a:r>
            <a:endParaRPr lang="en-US" noProof="0" dirty="0"/>
          </a:p>
        </p:txBody>
      </p:sp>
      <p:sp>
        <p:nvSpPr>
          <p:cNvPr id="14" name="Slide Number Placeholder 3"/>
          <p:cNvSpPr>
            <a:spLocks noGrp="1"/>
          </p:cNvSpPr>
          <p:nvPr>
            <p:ph type="sldNum" sz="quarter" idx="12"/>
          </p:nvPr>
        </p:nvSpPr>
        <p:spPr>
          <a:xfrm>
            <a:off x="10375670" y="6446838"/>
            <a:ext cx="780010" cy="365125"/>
          </a:xfrm>
          <a:prstGeom prst="rect">
            <a:avLst/>
          </a:prstGeom>
        </p:spPr>
        <p:txBody>
          <a:bodyPr/>
          <a:lstStyle>
            <a:lvl1pPr>
              <a:defRPr>
                <a:solidFill>
                  <a:schemeClr val="tx1">
                    <a:lumMod val="75000"/>
                    <a:lumOff val="25000"/>
                  </a:schemeClr>
                </a:solidFill>
              </a:defRPr>
            </a:lvl1pPr>
          </a:lstStyle>
          <a:p>
            <a:fld id="{3A98EE3D-8CD1-4C3F-BD1C-C98C9596463C}" type="slidenum">
              <a:rPr lang="en-US" noProof="0" smtClean="0"/>
            </a:fld>
            <a:endParaRPr lang="en-US" noProof="0" dirty="0"/>
          </a:p>
        </p:txBody>
      </p:sp>
      <p:sp>
        <p:nvSpPr>
          <p:cNvPr id="2" name="Title 1"/>
          <p:cNvSpPr>
            <a:spLocks noGrp="1"/>
          </p:cNvSpPr>
          <p:nvPr>
            <p:ph type="title"/>
          </p:nvPr>
        </p:nvSpPr>
        <p:spPr>
          <a:xfrm>
            <a:off x="1092200" y="1885125"/>
            <a:ext cx="3068833" cy="2093975"/>
          </a:xfrm>
        </p:spPr>
        <p:txBody>
          <a:bodyPr anchor="ctr">
            <a:normAutofit/>
          </a:bodyPr>
          <a:lstStyle>
            <a:lvl1pPr>
              <a:lnSpc>
                <a:spcPct val="90000"/>
              </a:lnSpc>
              <a:defRPr sz="4400" b="1" i="0">
                <a:solidFill>
                  <a:srgbClr val="FFFFFF"/>
                </a:solidFill>
                <a:latin typeface="+mn-lt"/>
              </a:defRPr>
            </a:lvl1pPr>
          </a:lstStyle>
          <a:p>
            <a:r>
              <a:rPr lang="en-US" noProof="0" smtClean="0"/>
              <a:t>Click to edit Master title style</a:t>
            </a:r>
            <a:endParaRPr lang="en-US" noProof="0"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6_Content with Caption">
    <p:spTree>
      <p:nvGrpSpPr>
        <p:cNvPr id="1" name=""/>
        <p:cNvGrpSpPr/>
        <p:nvPr/>
      </p:nvGrpSpPr>
      <p:grpSpPr>
        <a:xfrm>
          <a:off x="0" y="0"/>
          <a:ext cx="0" cy="0"/>
          <a:chOff x="0" y="0"/>
          <a:chExt cx="0" cy="0"/>
        </a:xfrm>
      </p:grpSpPr>
      <p:sp>
        <p:nvSpPr>
          <p:cNvPr id="10" name="Parallélogramme 14"/>
          <p:cNvSpPr/>
          <p:nvPr userDrawn="1"/>
        </p:nvSpPr>
        <p:spPr>
          <a:xfrm>
            <a:off x="74485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noProof="0" dirty="0"/>
          </a:p>
        </p:txBody>
      </p:sp>
      <p:sp>
        <p:nvSpPr>
          <p:cNvPr id="2" name="Title 1"/>
          <p:cNvSpPr>
            <a:spLocks noGrp="1"/>
          </p:cNvSpPr>
          <p:nvPr>
            <p:ph type="title"/>
          </p:nvPr>
        </p:nvSpPr>
        <p:spPr>
          <a:xfrm>
            <a:off x="4984722" y="548355"/>
            <a:ext cx="6054846" cy="634336"/>
          </a:xfrm>
        </p:spPr>
        <p:txBody>
          <a:bodyPr anchor="ctr">
            <a:noAutofit/>
          </a:bodyPr>
          <a:lstStyle>
            <a:lvl1pPr>
              <a:lnSpc>
                <a:spcPct val="90000"/>
              </a:lnSpc>
              <a:defRPr sz="3600" b="1" i="0">
                <a:solidFill>
                  <a:srgbClr val="FFFFFF"/>
                </a:solidFill>
                <a:latin typeface="+mn-lt"/>
              </a:defRPr>
            </a:lvl1pPr>
          </a:lstStyle>
          <a:p>
            <a:r>
              <a:rPr lang="en-US" noProof="0" smtClean="0"/>
              <a:t>Click to edit Master title style</a:t>
            </a:r>
            <a:endParaRPr lang="en-US" noProof="0"/>
          </a:p>
        </p:txBody>
      </p:sp>
      <p:sp>
        <p:nvSpPr>
          <p:cNvPr id="3" name="Content Placeholder 2"/>
          <p:cNvSpPr>
            <a:spLocks noGrp="1"/>
          </p:cNvSpPr>
          <p:nvPr>
            <p:ph idx="1"/>
          </p:nvPr>
        </p:nvSpPr>
        <p:spPr>
          <a:xfrm>
            <a:off x="5100833" y="1611313"/>
            <a:ext cx="6072099" cy="3755104"/>
          </a:xfrm>
        </p:spPr>
        <p:txBody>
          <a:bodyPr anchor="t">
            <a:normAutofit/>
          </a:bodyPr>
          <a:lstStyle>
            <a:lvl1pPr>
              <a:defRPr sz="2400"/>
            </a:lvl1pPr>
            <a:lvl2pPr>
              <a:defRPr sz="2000"/>
            </a:lvl2pPr>
            <a:lvl3pPr>
              <a:defRPr sz="1600"/>
            </a:lvl3pPr>
            <a:lvl4pPr>
              <a:defRPr sz="1600"/>
            </a:lvl4pPr>
            <a:lvl5pPr>
              <a:defRPr sz="1600"/>
            </a:lvl5pPr>
          </a:lstStyle>
          <a:p>
            <a:pPr lvl="0"/>
            <a:r>
              <a:rPr lang="en-US" noProof="0" smtClean="0"/>
              <a:t>Edit Master text styles</a:t>
            </a:r>
            <a:endParaRPr lang="en-US" noProof="0" smtClean="0"/>
          </a:p>
          <a:p>
            <a:pPr lvl="1"/>
            <a:r>
              <a:rPr lang="en-US" noProof="0" smtClean="0"/>
              <a:t>Second level</a:t>
            </a:r>
            <a:endParaRPr lang="en-US" noProof="0" smtClean="0"/>
          </a:p>
          <a:p>
            <a:pPr lvl="2"/>
            <a:r>
              <a:rPr lang="en-US" noProof="0" smtClean="0"/>
              <a:t>Third level</a:t>
            </a:r>
            <a:endParaRPr lang="en-US" noProof="0" smtClean="0"/>
          </a:p>
          <a:p>
            <a:pPr lvl="3"/>
            <a:r>
              <a:rPr lang="en-US" noProof="0" smtClean="0"/>
              <a:t>Fourth level</a:t>
            </a:r>
            <a:endParaRPr lang="en-US" noProof="0" smtClean="0"/>
          </a:p>
          <a:p>
            <a:pPr lvl="4"/>
            <a:r>
              <a:rPr lang="en-US" noProof="0" smtClean="0"/>
              <a:t>Fifth level</a:t>
            </a:r>
            <a:endParaRPr lang="en-US" noProof="0"/>
          </a:p>
        </p:txBody>
      </p:sp>
      <p:sp>
        <p:nvSpPr>
          <p:cNvPr id="12" name="Date Placeholder 1"/>
          <p:cNvSpPr>
            <a:spLocks noGrp="1"/>
          </p:cNvSpPr>
          <p:nvPr>
            <p:ph type="dt" sz="half" idx="10"/>
          </p:nvPr>
        </p:nvSpPr>
        <p:spPr>
          <a:xfrm>
            <a:off x="6834126" y="6446838"/>
            <a:ext cx="2584850" cy="365125"/>
          </a:xfrm>
          <a:prstGeom prst="rect">
            <a:avLst/>
          </a:prstGeom>
        </p:spPr>
        <p:txBody>
          <a:bodyPr/>
          <a:lstStyle>
            <a:lvl1pPr>
              <a:defRPr>
                <a:solidFill>
                  <a:schemeClr val="tx1">
                    <a:lumMod val="75000"/>
                    <a:lumOff val="25000"/>
                  </a:schemeClr>
                </a:solidFill>
              </a:defRPr>
            </a:lvl1pPr>
          </a:lstStyle>
          <a:p>
            <a:fld id="{6DA3ABBD-A00D-4624-9D57-736F5DDBFABC}" type="datetime1">
              <a:rPr lang="en-US" noProof="0" smtClean="0"/>
            </a:fld>
            <a:endParaRPr lang="en-US" noProof="0" dirty="0"/>
          </a:p>
        </p:txBody>
      </p:sp>
      <p:sp>
        <p:nvSpPr>
          <p:cNvPr id="13" name="Footer Placeholder 2"/>
          <p:cNvSpPr>
            <a:spLocks noGrp="1"/>
          </p:cNvSpPr>
          <p:nvPr>
            <p:ph type="ftr" sz="quarter" idx="11"/>
          </p:nvPr>
        </p:nvSpPr>
        <p:spPr>
          <a:xfrm>
            <a:off x="1097279" y="6446838"/>
            <a:ext cx="4846321" cy="365125"/>
          </a:xfrm>
          <a:prstGeom prst="rect">
            <a:avLst/>
          </a:prstGeom>
        </p:spPr>
        <p:txBody>
          <a:bodyPr/>
          <a:lstStyle>
            <a:lvl1pPr>
              <a:defRPr>
                <a:solidFill>
                  <a:schemeClr val="tx1">
                    <a:lumMod val="75000"/>
                    <a:lumOff val="25000"/>
                  </a:schemeClr>
                </a:solidFill>
              </a:defRPr>
            </a:lvl1pPr>
          </a:lstStyle>
          <a:p>
            <a:r>
              <a:rPr lang="en-US" noProof="0" dirty="0"/>
              <a:t>Footer</a:t>
            </a:r>
            <a:endParaRPr lang="en-US" noProof="0" dirty="0"/>
          </a:p>
        </p:txBody>
      </p:sp>
      <p:sp>
        <p:nvSpPr>
          <p:cNvPr id="14" name="Slide Number Placeholder 3"/>
          <p:cNvSpPr>
            <a:spLocks noGrp="1"/>
          </p:cNvSpPr>
          <p:nvPr>
            <p:ph type="sldNum" sz="quarter" idx="12"/>
          </p:nvPr>
        </p:nvSpPr>
        <p:spPr>
          <a:xfrm>
            <a:off x="10375670" y="6446838"/>
            <a:ext cx="780010" cy="365125"/>
          </a:xfrm>
          <a:prstGeom prst="rect">
            <a:avLst/>
          </a:prstGeom>
        </p:spPr>
        <p:txBody>
          <a:bodyPr/>
          <a:lstStyle>
            <a:lvl1pPr>
              <a:defRPr>
                <a:solidFill>
                  <a:schemeClr val="tx1">
                    <a:lumMod val="75000"/>
                    <a:lumOff val="25000"/>
                  </a:schemeClr>
                </a:solidFill>
              </a:defRPr>
            </a:lvl1pPr>
          </a:lstStyle>
          <a:p>
            <a:fld id="{3A98EE3D-8CD1-4C3F-BD1C-C98C9596463C}" type="slidenum">
              <a:rPr lang="en-US" noProof="0" smtClean="0"/>
            </a:fld>
            <a:endParaRPr lang="en-US" noProof="0" dirty="0"/>
          </a:p>
        </p:txBody>
      </p:sp>
      <p:sp>
        <p:nvSpPr>
          <p:cNvPr id="18" name="Picture Placeholder 9"/>
          <p:cNvSpPr>
            <a:spLocks noGrp="1"/>
          </p:cNvSpPr>
          <p:nvPr>
            <p:ph type="pic" sz="quarter" idx="13"/>
          </p:nvPr>
        </p:nvSpPr>
        <p:spPr>
          <a:xfrm>
            <a:off x="0" y="0"/>
            <a:ext cx="4654296" cy="5864225"/>
          </a:xfrm>
        </p:spPr>
        <p:txBody>
          <a:bodyPr/>
          <a:lstStyle>
            <a:lvl1pPr>
              <a:defRPr>
                <a:solidFill>
                  <a:schemeClr val="tx1">
                    <a:lumMod val="75000"/>
                    <a:lumOff val="25000"/>
                  </a:schemeClr>
                </a:solidFill>
              </a:defRPr>
            </a:lvl1pPr>
          </a:lstStyle>
          <a:p>
            <a:r>
              <a:rPr lang="en-US" noProof="0" smtClean="0"/>
              <a:t>Click icon to add picture</a:t>
            </a:r>
            <a:endParaRPr lang="en-US" noProof="0"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7_Content with Caption">
    <p:spTree>
      <p:nvGrpSpPr>
        <p:cNvPr id="1" name=""/>
        <p:cNvGrpSpPr/>
        <p:nvPr/>
      </p:nvGrpSpPr>
      <p:grpSpPr>
        <a:xfrm>
          <a:off x="0" y="0"/>
          <a:ext cx="0" cy="0"/>
          <a:chOff x="0" y="0"/>
          <a:chExt cx="0" cy="0"/>
        </a:xfrm>
      </p:grpSpPr>
      <p:sp>
        <p:nvSpPr>
          <p:cNvPr id="18" name="Picture Placeholder 9"/>
          <p:cNvSpPr>
            <a:spLocks noGrp="1"/>
          </p:cNvSpPr>
          <p:nvPr>
            <p:ph type="pic" sz="quarter" idx="13"/>
          </p:nvPr>
        </p:nvSpPr>
        <p:spPr>
          <a:xfrm>
            <a:off x="0" y="0"/>
            <a:ext cx="12192000" cy="3541486"/>
          </a:xfrm>
        </p:spPr>
        <p:txBody>
          <a:bodyPr/>
          <a:lstStyle>
            <a:lvl1pPr>
              <a:defRPr>
                <a:solidFill>
                  <a:schemeClr val="tx1">
                    <a:lumMod val="75000"/>
                    <a:lumOff val="25000"/>
                  </a:schemeClr>
                </a:solidFill>
              </a:defRPr>
            </a:lvl1pPr>
          </a:lstStyle>
          <a:p>
            <a:r>
              <a:rPr lang="en-US" noProof="0" smtClean="0"/>
              <a:t>Click icon to add picture</a:t>
            </a:r>
            <a:endParaRPr lang="en-US" noProof="0" dirty="0"/>
          </a:p>
        </p:txBody>
      </p:sp>
      <p:sp>
        <p:nvSpPr>
          <p:cNvPr id="10" name="Parallélogramme 14"/>
          <p:cNvSpPr/>
          <p:nvPr userDrawn="1"/>
        </p:nvSpPr>
        <p:spPr>
          <a:xfrm>
            <a:off x="74485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noProof="0" dirty="0"/>
          </a:p>
        </p:txBody>
      </p:sp>
      <p:sp>
        <p:nvSpPr>
          <p:cNvPr id="2" name="Title 1"/>
          <p:cNvSpPr>
            <a:spLocks noGrp="1"/>
          </p:cNvSpPr>
          <p:nvPr>
            <p:ph type="title"/>
          </p:nvPr>
        </p:nvSpPr>
        <p:spPr>
          <a:xfrm>
            <a:off x="3068577" y="880375"/>
            <a:ext cx="6054846" cy="634336"/>
          </a:xfrm>
        </p:spPr>
        <p:txBody>
          <a:bodyPr anchor="ctr">
            <a:noAutofit/>
          </a:bodyPr>
          <a:lstStyle>
            <a:lvl1pPr algn="ctr">
              <a:lnSpc>
                <a:spcPct val="90000"/>
              </a:lnSpc>
              <a:defRPr sz="3600" b="1" i="0">
                <a:solidFill>
                  <a:schemeClr val="tx1">
                    <a:lumMod val="75000"/>
                    <a:lumOff val="25000"/>
                  </a:schemeClr>
                </a:solidFill>
                <a:latin typeface="+mn-lt"/>
              </a:defRPr>
            </a:lvl1pPr>
          </a:lstStyle>
          <a:p>
            <a:r>
              <a:rPr lang="en-US" noProof="0" smtClean="0"/>
              <a:t>Click to edit Master title style</a:t>
            </a:r>
            <a:endParaRPr lang="en-US" noProof="0"/>
          </a:p>
        </p:txBody>
      </p:sp>
      <p:sp>
        <p:nvSpPr>
          <p:cNvPr id="12" name="Date Placeholder 1"/>
          <p:cNvSpPr>
            <a:spLocks noGrp="1"/>
          </p:cNvSpPr>
          <p:nvPr>
            <p:ph type="dt" sz="half" idx="10"/>
          </p:nvPr>
        </p:nvSpPr>
        <p:spPr>
          <a:xfrm>
            <a:off x="6834126" y="6446838"/>
            <a:ext cx="2584850" cy="365125"/>
          </a:xfrm>
          <a:prstGeom prst="rect">
            <a:avLst/>
          </a:prstGeom>
        </p:spPr>
        <p:txBody>
          <a:bodyPr/>
          <a:lstStyle>
            <a:lvl1pPr>
              <a:defRPr>
                <a:solidFill>
                  <a:schemeClr val="tx1">
                    <a:lumMod val="75000"/>
                    <a:lumOff val="25000"/>
                  </a:schemeClr>
                </a:solidFill>
              </a:defRPr>
            </a:lvl1pPr>
          </a:lstStyle>
          <a:p>
            <a:fld id="{E6BF20AA-C418-460A-B9CF-8F3DD94C436D}" type="datetime1">
              <a:rPr lang="en-US" noProof="0" smtClean="0"/>
            </a:fld>
            <a:endParaRPr lang="en-US" noProof="0" dirty="0"/>
          </a:p>
        </p:txBody>
      </p:sp>
      <p:sp>
        <p:nvSpPr>
          <p:cNvPr id="13" name="Footer Placeholder 2"/>
          <p:cNvSpPr>
            <a:spLocks noGrp="1"/>
          </p:cNvSpPr>
          <p:nvPr>
            <p:ph type="ftr" sz="quarter" idx="11"/>
          </p:nvPr>
        </p:nvSpPr>
        <p:spPr>
          <a:xfrm>
            <a:off x="1097279" y="6446838"/>
            <a:ext cx="4846321" cy="365125"/>
          </a:xfrm>
          <a:prstGeom prst="rect">
            <a:avLst/>
          </a:prstGeom>
        </p:spPr>
        <p:txBody>
          <a:bodyPr/>
          <a:lstStyle>
            <a:lvl1pPr>
              <a:defRPr>
                <a:solidFill>
                  <a:schemeClr val="tx1">
                    <a:lumMod val="75000"/>
                    <a:lumOff val="25000"/>
                  </a:schemeClr>
                </a:solidFill>
              </a:defRPr>
            </a:lvl1pPr>
          </a:lstStyle>
          <a:p>
            <a:r>
              <a:rPr lang="en-US" noProof="0" dirty="0"/>
              <a:t>Footer</a:t>
            </a:r>
            <a:endParaRPr lang="en-US" noProof="0" dirty="0"/>
          </a:p>
        </p:txBody>
      </p:sp>
      <p:sp>
        <p:nvSpPr>
          <p:cNvPr id="14" name="Slide Number Placeholder 3"/>
          <p:cNvSpPr>
            <a:spLocks noGrp="1"/>
          </p:cNvSpPr>
          <p:nvPr>
            <p:ph type="sldNum" sz="quarter" idx="12"/>
          </p:nvPr>
        </p:nvSpPr>
        <p:spPr>
          <a:xfrm>
            <a:off x="10375670" y="6446838"/>
            <a:ext cx="780010" cy="365125"/>
          </a:xfrm>
          <a:prstGeom prst="rect">
            <a:avLst/>
          </a:prstGeom>
        </p:spPr>
        <p:txBody>
          <a:bodyPr/>
          <a:lstStyle>
            <a:lvl1pPr>
              <a:defRPr>
                <a:solidFill>
                  <a:schemeClr val="tx1">
                    <a:lumMod val="75000"/>
                    <a:lumOff val="25000"/>
                  </a:schemeClr>
                </a:solidFill>
              </a:defRPr>
            </a:lvl1pPr>
          </a:lstStyle>
          <a:p>
            <a:fld id="{3A98EE3D-8CD1-4C3F-BD1C-C98C9596463C}" type="slidenum">
              <a:rPr lang="en-US" noProof="0" smtClean="0"/>
            </a:fld>
            <a:endParaRPr lang="en-US" noProof="0" dirty="0"/>
          </a:p>
        </p:txBody>
      </p:sp>
      <p:sp>
        <p:nvSpPr>
          <p:cNvPr id="19" name="Rectangle 18"/>
          <p:cNvSpPr/>
          <p:nvPr userDrawn="1"/>
        </p:nvSpPr>
        <p:spPr>
          <a:xfrm>
            <a:off x="5577840" y="0"/>
            <a:ext cx="1036320" cy="685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showMasterSp="0" userDrawn="1">
  <p:cSld name="3_Content with Caption">
    <p:spTree>
      <p:nvGrpSpPr>
        <p:cNvPr id="1" name=""/>
        <p:cNvGrpSpPr/>
        <p:nvPr/>
      </p:nvGrpSpPr>
      <p:grpSpPr>
        <a:xfrm>
          <a:off x="0" y="0"/>
          <a:ext cx="0" cy="0"/>
          <a:chOff x="0" y="0"/>
          <a:chExt cx="0" cy="0"/>
        </a:xfrm>
      </p:grpSpPr>
      <p:sp>
        <p:nvSpPr>
          <p:cNvPr id="10" name="Parallélogramme 14"/>
          <p:cNvSpPr/>
          <p:nvPr userDrawn="1"/>
        </p:nvSpPr>
        <p:spPr>
          <a:xfrm>
            <a:off x="74485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noProof="0" dirty="0"/>
          </a:p>
        </p:txBody>
      </p:sp>
      <p:sp>
        <p:nvSpPr>
          <p:cNvPr id="4" name="Rectangle 3"/>
          <p:cNvSpPr/>
          <p:nvPr userDrawn="1"/>
        </p:nvSpPr>
        <p:spPr>
          <a:xfrm>
            <a:off x="4654312" y="507333"/>
            <a:ext cx="7537688" cy="48495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p:cNvSpPr/>
          <p:nvPr/>
        </p:nvSpPr>
        <p:spPr>
          <a:xfrm>
            <a:off x="16" y="0"/>
            <a:ext cx="4654296" cy="58642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2200" y="1885125"/>
            <a:ext cx="3068833" cy="2093975"/>
          </a:xfrm>
        </p:spPr>
        <p:txBody>
          <a:bodyPr anchor="ctr">
            <a:normAutofit/>
          </a:bodyPr>
          <a:lstStyle>
            <a:lvl1pPr>
              <a:lnSpc>
                <a:spcPct val="90000"/>
              </a:lnSpc>
              <a:defRPr sz="4400" b="1" i="0">
                <a:solidFill>
                  <a:srgbClr val="FFFFFF"/>
                </a:solidFill>
                <a:latin typeface="+mn-lt"/>
              </a:defRPr>
            </a:lvl1pPr>
          </a:lstStyle>
          <a:p>
            <a:r>
              <a:rPr lang="en-US" noProof="0" smtClean="0"/>
              <a:t>Click to edit Master title style</a:t>
            </a:r>
            <a:endParaRPr lang="en-US" noProof="0"/>
          </a:p>
        </p:txBody>
      </p:sp>
      <p:sp>
        <p:nvSpPr>
          <p:cNvPr id="3" name="Content Placeholder 2"/>
          <p:cNvSpPr>
            <a:spLocks noGrp="1"/>
          </p:cNvSpPr>
          <p:nvPr>
            <p:ph idx="1"/>
          </p:nvPr>
        </p:nvSpPr>
        <p:spPr>
          <a:xfrm>
            <a:off x="6473373" y="943430"/>
            <a:ext cx="4699452" cy="3977366"/>
          </a:xfrm>
        </p:spPr>
        <p:txBody>
          <a:bodyPr anchor="ctr">
            <a:normAutofit/>
          </a:bodyPr>
          <a:lstStyle>
            <a:lvl1pPr>
              <a:defRPr sz="2400"/>
            </a:lvl1pPr>
            <a:lvl2pPr>
              <a:defRPr sz="2000"/>
            </a:lvl2pPr>
            <a:lvl3pPr>
              <a:defRPr sz="1600"/>
            </a:lvl3pPr>
            <a:lvl4pPr>
              <a:defRPr sz="1600"/>
            </a:lvl4pPr>
            <a:lvl5pPr>
              <a:defRPr sz="1600"/>
            </a:lvl5pPr>
          </a:lstStyle>
          <a:p>
            <a:pPr lvl="0"/>
            <a:r>
              <a:rPr lang="en-US" noProof="0" smtClean="0"/>
              <a:t>Edit Master text styles</a:t>
            </a:r>
            <a:endParaRPr lang="en-US" noProof="0" smtClean="0"/>
          </a:p>
          <a:p>
            <a:pPr lvl="1"/>
            <a:r>
              <a:rPr lang="en-US" noProof="0" smtClean="0"/>
              <a:t>Second level</a:t>
            </a:r>
            <a:endParaRPr lang="en-US" noProof="0" smtClean="0"/>
          </a:p>
          <a:p>
            <a:pPr lvl="2"/>
            <a:r>
              <a:rPr lang="en-US" noProof="0" smtClean="0"/>
              <a:t>Third level</a:t>
            </a:r>
            <a:endParaRPr lang="en-US" noProof="0" smtClean="0"/>
          </a:p>
          <a:p>
            <a:pPr lvl="3"/>
            <a:r>
              <a:rPr lang="en-US" noProof="0" smtClean="0"/>
              <a:t>Fourth level</a:t>
            </a:r>
            <a:endParaRPr lang="en-US" noProof="0" smtClean="0"/>
          </a:p>
          <a:p>
            <a:pPr lvl="4"/>
            <a:r>
              <a:rPr lang="en-US" noProof="0" smtClean="0"/>
              <a:t>Fifth level</a:t>
            </a:r>
            <a:endParaRPr lang="en-US" noProof="0"/>
          </a:p>
        </p:txBody>
      </p:sp>
      <p:sp>
        <p:nvSpPr>
          <p:cNvPr id="12" name="Date Placeholder 1"/>
          <p:cNvSpPr>
            <a:spLocks noGrp="1"/>
          </p:cNvSpPr>
          <p:nvPr>
            <p:ph type="dt" sz="half" idx="10"/>
          </p:nvPr>
        </p:nvSpPr>
        <p:spPr>
          <a:xfrm>
            <a:off x="6834126" y="6446838"/>
            <a:ext cx="2584850" cy="365125"/>
          </a:xfrm>
          <a:prstGeom prst="rect">
            <a:avLst/>
          </a:prstGeom>
        </p:spPr>
        <p:txBody>
          <a:bodyPr/>
          <a:lstStyle>
            <a:lvl1pPr>
              <a:defRPr>
                <a:solidFill>
                  <a:schemeClr val="tx1">
                    <a:lumMod val="75000"/>
                    <a:lumOff val="25000"/>
                  </a:schemeClr>
                </a:solidFill>
              </a:defRPr>
            </a:lvl1pPr>
          </a:lstStyle>
          <a:p>
            <a:fld id="{063F5CE0-F8B8-4EAA-822E-6451047E7D5F}" type="datetime1">
              <a:rPr lang="en-US" noProof="0" smtClean="0"/>
            </a:fld>
            <a:endParaRPr lang="en-US" noProof="0" dirty="0"/>
          </a:p>
        </p:txBody>
      </p:sp>
      <p:sp>
        <p:nvSpPr>
          <p:cNvPr id="13" name="Footer Placeholder 2"/>
          <p:cNvSpPr>
            <a:spLocks noGrp="1"/>
          </p:cNvSpPr>
          <p:nvPr>
            <p:ph type="ftr" sz="quarter" idx="11"/>
          </p:nvPr>
        </p:nvSpPr>
        <p:spPr>
          <a:xfrm>
            <a:off x="1097279" y="6446838"/>
            <a:ext cx="4846321" cy="365125"/>
          </a:xfrm>
          <a:prstGeom prst="rect">
            <a:avLst/>
          </a:prstGeom>
        </p:spPr>
        <p:txBody>
          <a:bodyPr/>
          <a:lstStyle>
            <a:lvl1pPr>
              <a:defRPr>
                <a:solidFill>
                  <a:schemeClr val="tx1">
                    <a:lumMod val="75000"/>
                    <a:lumOff val="25000"/>
                  </a:schemeClr>
                </a:solidFill>
              </a:defRPr>
            </a:lvl1pPr>
          </a:lstStyle>
          <a:p>
            <a:r>
              <a:rPr lang="en-US" noProof="0" dirty="0"/>
              <a:t>Footer</a:t>
            </a:r>
            <a:endParaRPr lang="en-US" noProof="0" dirty="0"/>
          </a:p>
        </p:txBody>
      </p:sp>
      <p:sp>
        <p:nvSpPr>
          <p:cNvPr id="14" name="Slide Number Placeholder 3"/>
          <p:cNvSpPr>
            <a:spLocks noGrp="1"/>
          </p:cNvSpPr>
          <p:nvPr>
            <p:ph type="sldNum" sz="quarter" idx="12"/>
          </p:nvPr>
        </p:nvSpPr>
        <p:spPr>
          <a:xfrm>
            <a:off x="10375670" y="6446838"/>
            <a:ext cx="780010" cy="365125"/>
          </a:xfrm>
          <a:prstGeom prst="rect">
            <a:avLst/>
          </a:prstGeom>
        </p:spPr>
        <p:txBody>
          <a:bodyPr/>
          <a:lstStyle>
            <a:lvl1pPr>
              <a:defRPr>
                <a:solidFill>
                  <a:schemeClr val="tx1">
                    <a:lumMod val="75000"/>
                    <a:lumOff val="25000"/>
                  </a:schemeClr>
                </a:solidFill>
              </a:defRPr>
            </a:lvl1pPr>
          </a:lstStyle>
          <a:p>
            <a:fld id="{3A98EE3D-8CD1-4C3F-BD1C-C98C9596463C}" type="slidenum">
              <a:rPr lang="en-US" noProof="0" smtClean="0"/>
            </a:fld>
            <a:endParaRPr lang="en-US" noProof="0" dirty="0"/>
          </a:p>
        </p:txBody>
      </p:sp>
      <p:sp>
        <p:nvSpPr>
          <p:cNvPr id="20" name="Rectangle 19"/>
          <p:cNvSpPr/>
          <p:nvPr userDrawn="1"/>
        </p:nvSpPr>
        <p:spPr>
          <a:xfrm>
            <a:off x="4370251" y="2322780"/>
            <a:ext cx="1348378" cy="1218664"/>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showMasterSp="0" userDrawn="1">
  <p:cSld name="4_Content with Caption">
    <p:spTree>
      <p:nvGrpSpPr>
        <p:cNvPr id="1" name=""/>
        <p:cNvGrpSpPr/>
        <p:nvPr/>
      </p:nvGrpSpPr>
      <p:grpSpPr>
        <a:xfrm>
          <a:off x="0" y="0"/>
          <a:ext cx="0" cy="0"/>
          <a:chOff x="0" y="0"/>
          <a:chExt cx="0" cy="0"/>
        </a:xfrm>
      </p:grpSpPr>
      <p:sp>
        <p:nvSpPr>
          <p:cNvPr id="10" name="Parallélogramme 14"/>
          <p:cNvSpPr/>
          <p:nvPr userDrawn="1"/>
        </p:nvSpPr>
        <p:spPr>
          <a:xfrm>
            <a:off x="74485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noProof="0" dirty="0"/>
          </a:p>
        </p:txBody>
      </p:sp>
      <p:sp>
        <p:nvSpPr>
          <p:cNvPr id="4" name="Rectangle 3"/>
          <p:cNvSpPr/>
          <p:nvPr userDrawn="1"/>
        </p:nvSpPr>
        <p:spPr>
          <a:xfrm>
            <a:off x="4654312" y="507333"/>
            <a:ext cx="7537688" cy="48495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p:cNvSpPr/>
          <p:nvPr userDrawn="1"/>
        </p:nvSpPr>
        <p:spPr>
          <a:xfrm>
            <a:off x="16" y="0"/>
            <a:ext cx="4654296" cy="58642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2200" y="1885125"/>
            <a:ext cx="3068833" cy="2093975"/>
          </a:xfrm>
        </p:spPr>
        <p:txBody>
          <a:bodyPr anchor="ctr">
            <a:normAutofit/>
          </a:bodyPr>
          <a:lstStyle>
            <a:lvl1pPr>
              <a:lnSpc>
                <a:spcPct val="90000"/>
              </a:lnSpc>
              <a:defRPr sz="4400" b="1" i="0">
                <a:solidFill>
                  <a:srgbClr val="FFFFFF"/>
                </a:solidFill>
                <a:latin typeface="+mn-lt"/>
              </a:defRPr>
            </a:lvl1pPr>
          </a:lstStyle>
          <a:p>
            <a:r>
              <a:rPr lang="en-US" noProof="0" smtClean="0"/>
              <a:t>Click to edit Master title style</a:t>
            </a:r>
            <a:endParaRPr lang="en-US" noProof="0"/>
          </a:p>
        </p:txBody>
      </p:sp>
      <p:sp>
        <p:nvSpPr>
          <p:cNvPr id="3" name="Content Placeholder 2"/>
          <p:cNvSpPr>
            <a:spLocks noGrp="1"/>
          </p:cNvSpPr>
          <p:nvPr>
            <p:ph idx="1"/>
          </p:nvPr>
        </p:nvSpPr>
        <p:spPr>
          <a:xfrm>
            <a:off x="6518529" y="943430"/>
            <a:ext cx="4654296" cy="3977366"/>
          </a:xfrm>
        </p:spPr>
        <p:txBody>
          <a:bodyPr anchor="ctr">
            <a:normAutofit/>
          </a:bodyPr>
          <a:lstStyle>
            <a:lvl1pPr>
              <a:defRPr sz="2400"/>
            </a:lvl1pPr>
            <a:lvl2pPr>
              <a:defRPr sz="2000"/>
            </a:lvl2pPr>
            <a:lvl3pPr>
              <a:defRPr sz="1600"/>
            </a:lvl3pPr>
            <a:lvl4pPr>
              <a:defRPr sz="1600"/>
            </a:lvl4pPr>
            <a:lvl5pPr>
              <a:defRPr sz="1600"/>
            </a:lvl5pPr>
          </a:lstStyle>
          <a:p>
            <a:pPr lvl="0"/>
            <a:r>
              <a:rPr lang="en-US" noProof="0" smtClean="0"/>
              <a:t>Edit Master text styles</a:t>
            </a:r>
            <a:endParaRPr lang="en-US" noProof="0" smtClean="0"/>
          </a:p>
          <a:p>
            <a:pPr lvl="1"/>
            <a:r>
              <a:rPr lang="en-US" noProof="0" smtClean="0"/>
              <a:t>Second level</a:t>
            </a:r>
            <a:endParaRPr lang="en-US" noProof="0" smtClean="0"/>
          </a:p>
          <a:p>
            <a:pPr lvl="2"/>
            <a:r>
              <a:rPr lang="en-US" noProof="0" smtClean="0"/>
              <a:t>Third level</a:t>
            </a:r>
            <a:endParaRPr lang="en-US" noProof="0" smtClean="0"/>
          </a:p>
          <a:p>
            <a:pPr lvl="3"/>
            <a:r>
              <a:rPr lang="en-US" noProof="0" smtClean="0"/>
              <a:t>Fourth level</a:t>
            </a:r>
            <a:endParaRPr lang="en-US" noProof="0" smtClean="0"/>
          </a:p>
          <a:p>
            <a:pPr lvl="4"/>
            <a:r>
              <a:rPr lang="en-US" noProof="0" smtClean="0"/>
              <a:t>Fifth level</a:t>
            </a:r>
            <a:endParaRPr lang="en-US" noProof="0"/>
          </a:p>
        </p:txBody>
      </p:sp>
      <p:sp>
        <p:nvSpPr>
          <p:cNvPr id="12" name="Date Placeholder 1"/>
          <p:cNvSpPr>
            <a:spLocks noGrp="1"/>
          </p:cNvSpPr>
          <p:nvPr>
            <p:ph type="dt" sz="half" idx="10"/>
          </p:nvPr>
        </p:nvSpPr>
        <p:spPr>
          <a:xfrm>
            <a:off x="6834126" y="6446838"/>
            <a:ext cx="2584850" cy="365125"/>
          </a:xfrm>
          <a:prstGeom prst="rect">
            <a:avLst/>
          </a:prstGeom>
        </p:spPr>
        <p:txBody>
          <a:bodyPr/>
          <a:lstStyle>
            <a:lvl1pPr>
              <a:defRPr>
                <a:solidFill>
                  <a:schemeClr val="tx1">
                    <a:lumMod val="75000"/>
                    <a:lumOff val="25000"/>
                  </a:schemeClr>
                </a:solidFill>
              </a:defRPr>
            </a:lvl1pPr>
          </a:lstStyle>
          <a:p>
            <a:fld id="{21F8AE65-7CE3-49A8-B2CC-A5A64E5730FA}" type="datetime1">
              <a:rPr lang="en-US" noProof="0" smtClean="0"/>
            </a:fld>
            <a:endParaRPr lang="en-US" noProof="0" dirty="0"/>
          </a:p>
        </p:txBody>
      </p:sp>
      <p:sp>
        <p:nvSpPr>
          <p:cNvPr id="13" name="Footer Placeholder 2"/>
          <p:cNvSpPr>
            <a:spLocks noGrp="1"/>
          </p:cNvSpPr>
          <p:nvPr>
            <p:ph type="ftr" sz="quarter" idx="11"/>
          </p:nvPr>
        </p:nvSpPr>
        <p:spPr>
          <a:xfrm>
            <a:off x="1097279" y="6446838"/>
            <a:ext cx="4846321" cy="365125"/>
          </a:xfrm>
          <a:prstGeom prst="rect">
            <a:avLst/>
          </a:prstGeom>
        </p:spPr>
        <p:txBody>
          <a:bodyPr/>
          <a:lstStyle>
            <a:lvl1pPr>
              <a:defRPr>
                <a:solidFill>
                  <a:schemeClr val="tx1">
                    <a:lumMod val="75000"/>
                    <a:lumOff val="25000"/>
                  </a:schemeClr>
                </a:solidFill>
              </a:defRPr>
            </a:lvl1pPr>
          </a:lstStyle>
          <a:p>
            <a:r>
              <a:rPr lang="en-US" noProof="0" dirty="0"/>
              <a:t>Footer</a:t>
            </a:r>
            <a:endParaRPr lang="en-US" noProof="0" dirty="0"/>
          </a:p>
        </p:txBody>
      </p:sp>
      <p:sp>
        <p:nvSpPr>
          <p:cNvPr id="14" name="Slide Number Placeholder 3"/>
          <p:cNvSpPr>
            <a:spLocks noGrp="1"/>
          </p:cNvSpPr>
          <p:nvPr>
            <p:ph type="sldNum" sz="quarter" idx="12"/>
          </p:nvPr>
        </p:nvSpPr>
        <p:spPr>
          <a:xfrm>
            <a:off x="10375670" y="6446838"/>
            <a:ext cx="780010" cy="365125"/>
          </a:xfrm>
          <a:prstGeom prst="rect">
            <a:avLst/>
          </a:prstGeom>
        </p:spPr>
        <p:txBody>
          <a:bodyPr/>
          <a:lstStyle>
            <a:lvl1pPr>
              <a:defRPr>
                <a:solidFill>
                  <a:schemeClr val="tx1">
                    <a:lumMod val="75000"/>
                    <a:lumOff val="25000"/>
                  </a:schemeClr>
                </a:solidFill>
              </a:defRPr>
            </a:lvl1pPr>
          </a:lstStyle>
          <a:p>
            <a:fld id="{3A98EE3D-8CD1-4C3F-BD1C-C98C9596463C}" type="slidenum">
              <a:rPr lang="en-US" noProof="0" smtClean="0"/>
            </a:fld>
            <a:endParaRPr lang="en-US" noProof="0" dirty="0"/>
          </a:p>
        </p:txBody>
      </p:sp>
      <p:sp>
        <p:nvSpPr>
          <p:cNvPr id="18" name="Rectangle 17"/>
          <p:cNvSpPr/>
          <p:nvPr userDrawn="1"/>
        </p:nvSpPr>
        <p:spPr>
          <a:xfrm>
            <a:off x="4370251" y="2322780"/>
            <a:ext cx="1348378" cy="121866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8" name="Rectangle 7"/>
          <p:cNvSpPr/>
          <p:nvPr/>
        </p:nvSpPr>
        <p:spPr>
          <a:xfrm>
            <a:off x="0" y="4578350"/>
            <a:ext cx="12188825" cy="22796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solidFill>
        </p:spPr>
        <p:txBody>
          <a:bodyPr lIns="457200" tIns="457200" anchor="t">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smtClean="0"/>
              <a:t>Click icon to add picture</a:t>
            </a:r>
            <a:endParaRPr lang="en-US" noProof="0" dirty="0"/>
          </a:p>
        </p:txBody>
      </p:sp>
      <p:sp>
        <p:nvSpPr>
          <p:cNvPr id="2" name="Title 1"/>
          <p:cNvSpPr>
            <a:spLocks noGrp="1"/>
          </p:cNvSpPr>
          <p:nvPr>
            <p:ph type="title"/>
          </p:nvPr>
        </p:nvSpPr>
        <p:spPr>
          <a:xfrm>
            <a:off x="1097279" y="4799362"/>
            <a:ext cx="10113645" cy="743682"/>
          </a:xfrm>
        </p:spPr>
        <p:txBody>
          <a:bodyPr tIns="0" bIns="0" anchor="b">
            <a:noAutofit/>
          </a:bodyPr>
          <a:lstStyle>
            <a:lvl1pPr algn="ctr">
              <a:defRPr sz="4400" b="1">
                <a:solidFill>
                  <a:srgbClr val="FFFFFF"/>
                </a:solidFill>
              </a:defRPr>
            </a:lvl1pPr>
          </a:lstStyle>
          <a:p>
            <a:r>
              <a:rPr lang="en-US" noProof="0" smtClean="0"/>
              <a:t>Click to edit Master title style</a:t>
            </a:r>
            <a:endParaRPr lang="en-US" noProof="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smtClean="0"/>
              <a:t>Edit Master text styles</a:t>
            </a:r>
            <a:endParaRPr lang="en-US" noProof="0" smtClean="0"/>
          </a:p>
        </p:txBody>
      </p:sp>
      <p:sp>
        <p:nvSpPr>
          <p:cNvPr id="5" name="Date Placeholder 4"/>
          <p:cNvSpPr>
            <a:spLocks noGrp="1"/>
          </p:cNvSpPr>
          <p:nvPr>
            <p:ph type="dt" sz="half" idx="10"/>
          </p:nvPr>
        </p:nvSpPr>
        <p:spPr>
          <a:xfrm>
            <a:off x="6834126" y="6446838"/>
            <a:ext cx="2584850" cy="365125"/>
          </a:xfrm>
          <a:prstGeom prst="rect">
            <a:avLst/>
          </a:prstGeom>
        </p:spPr>
        <p:txBody>
          <a:bodyPr/>
          <a:lstStyle>
            <a:lvl1pPr>
              <a:defRPr>
                <a:solidFill>
                  <a:schemeClr val="bg1"/>
                </a:solidFill>
              </a:defRPr>
            </a:lvl1pPr>
          </a:lstStyle>
          <a:p>
            <a:fld id="{B5046700-360D-4474-9946-7580E8968658}" type="datetime1">
              <a:rPr lang="en-US" noProof="0" smtClean="0"/>
            </a:fld>
            <a:endParaRPr lang="en-US" noProof="0" dirty="0"/>
          </a:p>
        </p:txBody>
      </p:sp>
      <p:sp>
        <p:nvSpPr>
          <p:cNvPr id="6" name="Footer Placeholder 5"/>
          <p:cNvSpPr>
            <a:spLocks noGrp="1"/>
          </p:cNvSpPr>
          <p:nvPr>
            <p:ph type="ftr" sz="quarter" idx="11"/>
          </p:nvPr>
        </p:nvSpPr>
        <p:spPr>
          <a:xfrm>
            <a:off x="1097279" y="6446838"/>
            <a:ext cx="6818262" cy="365125"/>
          </a:xfrm>
          <a:prstGeom prst="rect">
            <a:avLst/>
          </a:prstGeom>
        </p:spPr>
        <p:txBody>
          <a:bodyPr/>
          <a:lstStyle>
            <a:lvl1pPr>
              <a:defRPr>
                <a:solidFill>
                  <a:schemeClr val="bg1"/>
                </a:solidFill>
              </a:defRPr>
            </a:lvl1pPr>
          </a:lstStyle>
          <a:p>
            <a:r>
              <a:rPr lang="en-US" noProof="0" dirty="0"/>
              <a:t>Footer</a:t>
            </a:r>
            <a:endParaRPr lang="en-US" noProof="0" dirty="0"/>
          </a:p>
        </p:txBody>
      </p:sp>
      <p:sp>
        <p:nvSpPr>
          <p:cNvPr id="7" name="Slide Number Placeholder 6"/>
          <p:cNvSpPr>
            <a:spLocks noGrp="1"/>
          </p:cNvSpPr>
          <p:nvPr>
            <p:ph type="sldNum" sz="quarter" idx="12"/>
          </p:nvPr>
        </p:nvSpPr>
        <p:spPr>
          <a:xfrm>
            <a:off x="10375670" y="6446838"/>
            <a:ext cx="780010" cy="365125"/>
          </a:xfrm>
          <a:prstGeom prst="rect">
            <a:avLst/>
          </a:prstGeom>
        </p:spPr>
        <p:txBody>
          <a:bodyPr/>
          <a:lstStyle>
            <a:lvl1pPr>
              <a:defRPr>
                <a:solidFill>
                  <a:schemeClr val="bg1"/>
                </a:solidFill>
              </a:defRPr>
            </a:lvl1pPr>
          </a:lstStyle>
          <a:p>
            <a:fld id="{3A98EE3D-8CD1-4C3F-BD1C-C98C9596463C}" type="slidenum">
              <a:rPr lang="en-US" noProof="0" smtClean="0"/>
            </a:fld>
            <a:endParaRPr lang="en-US" noProof="0" dirty="0"/>
          </a:p>
        </p:txBody>
      </p:sp>
      <p:sp>
        <p:nvSpPr>
          <p:cNvPr id="9" name="Rectangle 8"/>
          <p:cNvSpPr/>
          <p:nvPr userDrawn="1"/>
        </p:nvSpPr>
        <p:spPr>
          <a:xfrm>
            <a:off x="3536950" y="4535901"/>
            <a:ext cx="5118100" cy="1256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Date Placeholder 6"/>
          <p:cNvSpPr>
            <a:spLocks noGrp="1"/>
          </p:cNvSpPr>
          <p:nvPr>
            <p:ph type="dt" sz="half" idx="10"/>
          </p:nvPr>
        </p:nvSpPr>
        <p:spPr>
          <a:xfrm>
            <a:off x="6834126" y="6446838"/>
            <a:ext cx="2584850" cy="365125"/>
          </a:xfrm>
          <a:prstGeom prst="rect">
            <a:avLst/>
          </a:prstGeom>
        </p:spPr>
        <p:txBody>
          <a:bodyPr/>
          <a:lstStyle/>
          <a:p>
            <a:fld id="{42F667F3-A942-43B7-9681-6435F4941075}" type="datetime1">
              <a:rPr lang="en-US" smtClean="0"/>
            </a:fld>
            <a:endParaRPr lang="en-US" dirty="0"/>
          </a:p>
        </p:txBody>
      </p:sp>
      <p:sp>
        <p:nvSpPr>
          <p:cNvPr id="8" name="Footer Placeholder 7"/>
          <p:cNvSpPr>
            <a:spLocks noGrp="1"/>
          </p:cNvSpPr>
          <p:nvPr>
            <p:ph type="ftr" sz="quarter" idx="11"/>
          </p:nvPr>
        </p:nvSpPr>
        <p:spPr>
          <a:xfrm>
            <a:off x="1097279" y="6446838"/>
            <a:ext cx="4846321" cy="365125"/>
          </a:xfrm>
          <a:prstGeom prst="rect">
            <a:avLst/>
          </a:prstGeom>
        </p:spPr>
        <p:txBody>
          <a:bodyPr/>
          <a:lstStyle/>
          <a:p>
            <a:r>
              <a:rPr lang="en-US" dirty="0"/>
              <a:t>Footer</a:t>
            </a:r>
            <a:endParaRPr lang="en-US" dirty="0"/>
          </a:p>
        </p:txBody>
      </p:sp>
      <p:sp>
        <p:nvSpPr>
          <p:cNvPr id="9" name="Slide Number Placeholder 8"/>
          <p:cNvSpPr>
            <a:spLocks noGrp="1"/>
          </p:cNvSpPr>
          <p:nvPr>
            <p:ph type="sldNum" sz="quarter" idx="12"/>
          </p:nvPr>
        </p:nvSpPr>
        <p:spPr>
          <a:xfrm>
            <a:off x="10375670" y="6446838"/>
            <a:ext cx="780010" cy="365125"/>
          </a:xfrm>
          <a:prstGeom prst="rect">
            <a:avLst/>
          </a:prstGeom>
        </p:spPr>
        <p:txBody>
          <a:bodyPr/>
          <a:lstStyle/>
          <a:p>
            <a:fld id="{3A98EE3D-8CD1-4C3F-BD1C-C98C9596463C}" type="slidenum">
              <a:rPr lang="en-US" smtClean="0"/>
            </a:fld>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1346200"/>
            <a:ext cx="2448033" cy="4530725"/>
          </a:xfrm>
        </p:spPr>
        <p:txBody>
          <a:bodyPr vert="eaVert"/>
          <a:lstStyle/>
          <a:p>
            <a:r>
              <a:rPr lang="en-US" noProof="0" smtClean="0"/>
              <a:t>Click to edit Master title style</a:t>
            </a:r>
            <a:endParaRPr lang="en-US" noProof="0"/>
          </a:p>
        </p:txBody>
      </p:sp>
      <p:sp>
        <p:nvSpPr>
          <p:cNvPr id="3" name="Vertical Text Placeholder 2"/>
          <p:cNvSpPr>
            <a:spLocks noGrp="1"/>
          </p:cNvSpPr>
          <p:nvPr>
            <p:ph type="body" orient="vert" idx="1"/>
          </p:nvPr>
        </p:nvSpPr>
        <p:spPr>
          <a:xfrm>
            <a:off x="1092200" y="1346200"/>
            <a:ext cx="7480300" cy="4530723"/>
          </a:xfrm>
        </p:spPr>
        <p:txBody>
          <a:bodyPr vert="eaVert" lIns="45720" tIns="0" rIns="45720" bIns="0"/>
          <a:lstStyle/>
          <a:p>
            <a:pPr lvl="0"/>
            <a:r>
              <a:rPr lang="en-US" noProof="0" smtClean="0"/>
              <a:t>Edit Master text styles</a:t>
            </a:r>
            <a:endParaRPr lang="en-US" noProof="0" smtClean="0"/>
          </a:p>
          <a:p>
            <a:pPr lvl="1"/>
            <a:r>
              <a:rPr lang="en-US" noProof="0" smtClean="0"/>
              <a:t>Second level</a:t>
            </a:r>
            <a:endParaRPr lang="en-US" noProof="0" smtClean="0"/>
          </a:p>
          <a:p>
            <a:pPr lvl="2"/>
            <a:r>
              <a:rPr lang="en-US" noProof="0" smtClean="0"/>
              <a:t>Third level</a:t>
            </a:r>
            <a:endParaRPr lang="en-US" noProof="0" smtClean="0"/>
          </a:p>
          <a:p>
            <a:pPr lvl="3"/>
            <a:r>
              <a:rPr lang="en-US" noProof="0" smtClean="0"/>
              <a:t>Fourth level</a:t>
            </a:r>
            <a:endParaRPr lang="en-US" noProof="0" smtClean="0"/>
          </a:p>
          <a:p>
            <a:pPr lvl="4"/>
            <a:r>
              <a:rPr lang="en-US" noProof="0" smtClean="0"/>
              <a:t>Fifth level</a:t>
            </a:r>
            <a:endParaRPr lang="en-US" noProof="0"/>
          </a:p>
        </p:txBody>
      </p:sp>
      <p:sp>
        <p:nvSpPr>
          <p:cNvPr id="7" name="Date Placeholder 6"/>
          <p:cNvSpPr>
            <a:spLocks noGrp="1"/>
          </p:cNvSpPr>
          <p:nvPr>
            <p:ph type="dt" sz="half" idx="10"/>
          </p:nvPr>
        </p:nvSpPr>
        <p:spPr>
          <a:xfrm>
            <a:off x="6834126" y="6446838"/>
            <a:ext cx="2584850" cy="365125"/>
          </a:xfrm>
          <a:prstGeom prst="rect">
            <a:avLst/>
          </a:prstGeom>
        </p:spPr>
        <p:txBody>
          <a:bodyPr/>
          <a:lstStyle/>
          <a:p>
            <a:fld id="{5D576BB9-001A-4B59-8C51-603E71AE3226}" type="datetime1">
              <a:rPr lang="en-US" noProof="0" smtClean="0"/>
            </a:fld>
            <a:endParaRPr lang="en-US" noProof="0" dirty="0"/>
          </a:p>
        </p:txBody>
      </p:sp>
      <p:sp>
        <p:nvSpPr>
          <p:cNvPr id="8" name="Footer Placeholder 7"/>
          <p:cNvSpPr>
            <a:spLocks noGrp="1"/>
          </p:cNvSpPr>
          <p:nvPr>
            <p:ph type="ftr" sz="quarter" idx="11"/>
          </p:nvPr>
        </p:nvSpPr>
        <p:spPr>
          <a:xfrm>
            <a:off x="1097279" y="6446838"/>
            <a:ext cx="4846321" cy="365125"/>
          </a:xfrm>
          <a:prstGeom prst="rect">
            <a:avLst/>
          </a:prstGeom>
        </p:spPr>
        <p:txBody>
          <a:bodyPr/>
          <a:lstStyle/>
          <a:p>
            <a:r>
              <a:rPr lang="en-US" noProof="0" dirty="0"/>
              <a:t>Footer</a:t>
            </a:r>
            <a:endParaRPr lang="en-US" noProof="0" dirty="0"/>
          </a:p>
        </p:txBody>
      </p:sp>
      <p:sp>
        <p:nvSpPr>
          <p:cNvPr id="10" name="Slide Number Placeholder 9"/>
          <p:cNvSpPr>
            <a:spLocks noGrp="1"/>
          </p:cNvSpPr>
          <p:nvPr>
            <p:ph type="sldNum" sz="quarter" idx="12"/>
          </p:nvPr>
        </p:nvSpPr>
        <p:spPr>
          <a:xfrm>
            <a:off x="10375670" y="6446838"/>
            <a:ext cx="780010" cy="365125"/>
          </a:xfrm>
          <a:prstGeom prst="rect">
            <a:avLst/>
          </a:prstGeom>
        </p:spPr>
        <p:txBody>
          <a:bodyPr/>
          <a:lstStyle/>
          <a:p>
            <a:fld id="{3A98EE3D-8CD1-4C3F-BD1C-C98C9596463C}" type="slidenum">
              <a:rPr lang="en-US" noProof="0" smtClean="0"/>
            </a:fld>
            <a:endParaRPr lang="en-US" noProof="0" dirty="0"/>
          </a:p>
        </p:txBody>
      </p:sp>
      <p:sp>
        <p:nvSpPr>
          <p:cNvPr id="14" name="Rectangle 13"/>
          <p:cNvSpPr/>
          <p:nvPr userDrawn="1"/>
        </p:nvSpPr>
        <p:spPr>
          <a:xfrm rot="16200000">
            <a:off x="8871481" y="-146580"/>
            <a:ext cx="1036320" cy="132948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56858B5A-B866-40A6-8E68-2F2F50C8B826}"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029EBB-3CBD-415B-95BD-C3B435BB8274}" type="slidenum">
              <a:rPr lang="en-IN" smtClean="0"/>
            </a:fld>
            <a:endParaRPr lang="en-I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4" name="Date Placeholder 3"/>
          <p:cNvSpPr>
            <a:spLocks noGrp="1"/>
          </p:cNvSpPr>
          <p:nvPr>
            <p:ph type="dt" sz="half" idx="10"/>
          </p:nvPr>
        </p:nvSpPr>
        <p:spPr/>
        <p:txBody>
          <a:bodyPr/>
          <a:lstStyle/>
          <a:p>
            <a:fld id="{56858B5A-B866-40A6-8E68-2F2F50C8B826}"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029EBB-3CBD-415B-95BD-C3B435BB8274}" type="slidenum">
              <a:rPr lang="en-IN" smtClean="0"/>
            </a:fld>
            <a:endParaRPr lang="en-I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56858B5A-B866-40A6-8E68-2F2F50C8B826}"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029EBB-3CBD-415B-95BD-C3B435BB8274}" type="slidenum">
              <a:rPr lang="en-IN" smtClean="0"/>
            </a:fld>
            <a:endParaRPr lang="en-I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5" name="Date Placeholder 4"/>
          <p:cNvSpPr>
            <a:spLocks noGrp="1"/>
          </p:cNvSpPr>
          <p:nvPr>
            <p:ph type="dt" sz="half" idx="10"/>
          </p:nvPr>
        </p:nvSpPr>
        <p:spPr/>
        <p:txBody>
          <a:bodyPr/>
          <a:lstStyle/>
          <a:p>
            <a:fld id="{56858B5A-B866-40A6-8E68-2F2F50C8B826}"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F029EBB-3CBD-415B-95BD-C3B435BB8274}" type="slidenum">
              <a:rPr lang="en-IN" smtClean="0"/>
            </a:fld>
            <a:endParaRPr lang="en-IN"/>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7" name="Date Placeholder 6"/>
          <p:cNvSpPr>
            <a:spLocks noGrp="1"/>
          </p:cNvSpPr>
          <p:nvPr>
            <p:ph type="dt" sz="half" idx="10"/>
          </p:nvPr>
        </p:nvSpPr>
        <p:spPr/>
        <p:txBody>
          <a:bodyPr/>
          <a:lstStyle/>
          <a:p>
            <a:fld id="{56858B5A-B866-40A6-8E68-2F2F50C8B826}"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F029EBB-3CBD-415B-95BD-C3B435BB8274}" type="slidenum">
              <a:rPr lang="en-IN" smtClean="0"/>
            </a:fld>
            <a:endParaRPr lang="en-I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56858B5A-B866-40A6-8E68-2F2F50C8B826}"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F029EBB-3CBD-415B-95BD-C3B435BB8274}" type="slidenum">
              <a:rPr lang="en-IN" smtClean="0"/>
            </a:fld>
            <a:endParaRPr lang="en-IN"/>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858B5A-B866-40A6-8E68-2F2F50C8B826}"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F029EBB-3CBD-415B-95BD-C3B435BB8274}" type="slidenum">
              <a:rPr lang="en-IN" smtClean="0"/>
            </a:fld>
            <a:endParaRPr lang="en-I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56858B5A-B866-40A6-8E68-2F2F50C8B826}"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F029EBB-3CBD-415B-95BD-C3B435BB8274}" type="slidenum">
              <a:rPr lang="en-IN" smtClean="0"/>
            </a:fld>
            <a:endParaRPr lang="en-IN"/>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56858B5A-B866-40A6-8E68-2F2F50C8B826}"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F029EBB-3CBD-415B-95BD-C3B435BB8274}" type="slidenum">
              <a:rPr lang="en-IN" smtClean="0"/>
            </a:fld>
            <a:endParaRPr lang="en-I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4" name="Date Placeholder 3"/>
          <p:cNvSpPr>
            <a:spLocks noGrp="1"/>
          </p:cNvSpPr>
          <p:nvPr>
            <p:ph type="dt" sz="half" idx="10"/>
          </p:nvPr>
        </p:nvSpPr>
        <p:spPr/>
        <p:txBody>
          <a:bodyPr/>
          <a:lstStyle/>
          <a:p>
            <a:fld id="{56858B5A-B866-40A6-8E68-2F2F50C8B826}"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029EBB-3CBD-415B-95BD-C3B435BB8274}" type="slidenum">
              <a:rPr lang="en-IN" smtClean="0"/>
            </a:fld>
            <a:endParaRPr lang="en-IN"/>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4" name="Date Placeholder 3"/>
          <p:cNvSpPr>
            <a:spLocks noGrp="1"/>
          </p:cNvSpPr>
          <p:nvPr>
            <p:ph type="dt" sz="half" idx="10"/>
          </p:nvPr>
        </p:nvSpPr>
        <p:spPr/>
        <p:txBody>
          <a:bodyPr/>
          <a:lstStyle/>
          <a:p>
            <a:fld id="{56858B5A-B866-40A6-8E68-2F2F50C8B826}"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029EBB-3CBD-415B-95BD-C3B435BB8274}"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2" Type="http://schemas.openxmlformats.org/officeDocument/2006/relationships/theme" Target="../theme/theme1.xml"/><Relationship Id="rId21" Type="http://schemas.openxmlformats.org/officeDocument/2006/relationships/image" Target="../media/image1.png"/><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9.xml"/><Relationship Id="rId8" Type="http://schemas.openxmlformats.org/officeDocument/2006/relationships/slideLayout" Target="../slideLayouts/slideLayout28.xml"/><Relationship Id="rId7" Type="http://schemas.openxmlformats.org/officeDocument/2006/relationships/slideLayout" Target="../slideLayouts/slideLayout27.xml"/><Relationship Id="rId6" Type="http://schemas.openxmlformats.org/officeDocument/2006/relationships/slideLayout" Target="../slideLayouts/slideLayout26.xml"/><Relationship Id="rId5" Type="http://schemas.openxmlformats.org/officeDocument/2006/relationships/slideLayout" Target="../slideLayouts/slideLayout25.xml"/><Relationship Id="rId4" Type="http://schemas.openxmlformats.org/officeDocument/2006/relationships/slideLayout" Target="../slideLayouts/slideLayout24.xml"/><Relationship Id="rId3" Type="http://schemas.openxmlformats.org/officeDocument/2006/relationships/slideLayout" Target="../slideLayouts/slideLayout23.xml"/><Relationship Id="rId2" Type="http://schemas.openxmlformats.org/officeDocument/2006/relationships/slideLayout" Target="../slideLayouts/slideLayout22.xml"/><Relationship Id="rId12" Type="http://schemas.openxmlformats.org/officeDocument/2006/relationships/theme" Target="../theme/theme2.xml"/><Relationship Id="rId11" Type="http://schemas.openxmlformats.org/officeDocument/2006/relationships/slideLayout" Target="../slideLayouts/slideLayout31.xml"/><Relationship Id="rId10" Type="http://schemas.openxmlformats.org/officeDocument/2006/relationships/slideLayout" Target="../slideLayouts/slideLayout30.xml"/><Relationship Id="rId1"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Parallélogramme 14"/>
          <p:cNvSpPr/>
          <p:nvPr userDrawn="1"/>
        </p:nvSpPr>
        <p:spPr>
          <a:xfrm>
            <a:off x="46672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noProof="0" dirty="0"/>
          </a:p>
        </p:txBody>
      </p:sp>
      <p:sp>
        <p:nvSpPr>
          <p:cNvPr id="2" name="Title Placeholder 1"/>
          <p:cNvSpPr>
            <a:spLocks noGrp="1"/>
          </p:cNvSpPr>
          <p:nvPr>
            <p:ph type="title"/>
          </p:nvPr>
        </p:nvSpPr>
        <p:spPr>
          <a:xfrm>
            <a:off x="0" y="0"/>
            <a:ext cx="12192000" cy="1737361"/>
          </a:xfrm>
          <a:prstGeom prst="rect">
            <a:avLst/>
          </a:prstGeom>
        </p:spPr>
        <p:txBody>
          <a:bodyPr vert="horz" lIns="91440" tIns="45720" rIns="91440" bIns="45720" rtlCol="0" anchor="b">
            <a:normAutofit/>
          </a:bodyPr>
          <a:lstStyle/>
          <a:p>
            <a:endParaRPr lang="en-US" noProof="0" dirty="0"/>
          </a:p>
        </p:txBody>
      </p:sp>
      <p:sp>
        <p:nvSpPr>
          <p:cNvPr id="3" name="Text Placeholder 2"/>
          <p:cNvSpPr>
            <a:spLocks noGrp="1"/>
          </p:cNvSpPr>
          <p:nvPr>
            <p:ph type="body" idx="1"/>
          </p:nvPr>
        </p:nvSpPr>
        <p:spPr>
          <a:xfrm>
            <a:off x="0" y="1833154"/>
            <a:ext cx="12122331" cy="5024845"/>
          </a:xfrm>
          <a:prstGeom prst="rect">
            <a:avLst/>
          </a:prstGeom>
        </p:spPr>
        <p:txBody>
          <a:bodyPr vert="horz" lIns="0" tIns="45720" rIns="0" bIns="45720" rtlCol="0">
            <a:normAutofit/>
          </a:bodyPr>
          <a:lstStyle/>
          <a:p>
            <a:pPr lvl="0"/>
            <a:endParaRPr lang="en-US" noProof="0" dirty="0"/>
          </a:p>
        </p:txBody>
      </p:sp>
      <p:pic>
        <p:nvPicPr>
          <p:cNvPr id="7" name="Picture 6"/>
          <p:cNvPicPr>
            <a:picLocks noChangeAspect="1"/>
          </p:cNvPicPr>
          <p:nvPr userDrawn="1"/>
        </p:nvPicPr>
        <p:blipFill>
          <a:blip r:embed="rId21"/>
          <a:stretch>
            <a:fillRect/>
          </a:stretch>
        </p:blipFill>
        <p:spPr>
          <a:xfrm>
            <a:off x="104503" y="-95794"/>
            <a:ext cx="12087497" cy="183315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sldNum="0" hdr="0" ftr="0" dt="0"/>
  <p:txStyles>
    <p:titleStyle>
      <a:lvl1pPr algn="l" defTabSz="914400" rtl="0" eaLnBrk="1" latinLnBrk="0" hangingPunct="1">
        <a:lnSpc>
          <a:spcPct val="90000"/>
        </a:lnSpc>
        <a:spcBef>
          <a:spcPct val="0"/>
        </a:spcBef>
        <a:buNone/>
        <a:defRPr sz="4800" b="1" kern="1200" spc="-50" baseline="0">
          <a:solidFill>
            <a:schemeClr val="tx1">
              <a:lumMod val="75000"/>
              <a:lumOff val="25000"/>
            </a:schemeClr>
          </a:solidFill>
          <a:latin typeface="+mn-lt"/>
          <a:ea typeface="+mj-ea"/>
          <a:cs typeface="+mj-cs"/>
        </a:defRPr>
      </a:lvl1pPr>
    </p:titleStyle>
    <p:bodyStyle>
      <a:lvl1pPr marL="0" indent="0" algn="l" defTabSz="914400" rtl="0" eaLnBrk="1" latinLnBrk="0" hangingPunct="1">
        <a:lnSpc>
          <a:spcPct val="100000"/>
        </a:lnSpc>
        <a:spcBef>
          <a:spcPts val="1200"/>
        </a:spcBef>
        <a:spcAft>
          <a:spcPts val="200"/>
        </a:spcAft>
        <a:buClr>
          <a:schemeClr val="accent1"/>
        </a:buClr>
        <a:buSzPct val="100000"/>
        <a:buFont typeface="Wingdings" panose="05000000000000000000" pitchFamily="2" charset="2"/>
        <a:buNone/>
        <a:defRPr sz="2000" kern="1200">
          <a:solidFill>
            <a:schemeClr val="tx1">
              <a:lumMod val="75000"/>
              <a:lumOff val="25000"/>
            </a:schemeClr>
          </a:solidFill>
          <a:latin typeface="Cambria" panose="02040503050406030204" pitchFamily="18" charset="0"/>
          <a:ea typeface="Cambria" panose="02040503050406030204" pitchFamily="18" charset="0"/>
          <a:cs typeface="+mn-cs"/>
        </a:defRPr>
      </a:lvl1pPr>
      <a:lvl2pPr marL="384175" indent="-182880" algn="l" defTabSz="914400" rtl="0" eaLnBrk="1" latinLnBrk="0" hangingPunct="1">
        <a:lnSpc>
          <a:spcPct val="100000"/>
        </a:lnSpc>
        <a:spcBef>
          <a:spcPts val="200"/>
        </a:spcBef>
        <a:spcAft>
          <a:spcPts val="400"/>
        </a:spcAft>
        <a:buClr>
          <a:schemeClr val="accent1"/>
        </a:buClr>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100000"/>
        </a:lnSpc>
        <a:spcBef>
          <a:spcPts val="200"/>
        </a:spcBef>
        <a:spcAft>
          <a:spcPts val="400"/>
        </a:spcAft>
        <a:buClr>
          <a:schemeClr val="accent1"/>
        </a:buClr>
        <a:buFont typeface="Wingdings" panose="05000000000000000000" pitchFamily="2" charset="2"/>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100000"/>
        </a:lnSpc>
        <a:spcBef>
          <a:spcPts val="200"/>
        </a:spcBef>
        <a:spcAft>
          <a:spcPts val="400"/>
        </a:spcAft>
        <a:buClr>
          <a:schemeClr val="accent1"/>
        </a:buClr>
        <a:buFont typeface="Wingdings" panose="05000000000000000000" pitchFamily="2" charset="2"/>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100000"/>
        </a:lnSpc>
        <a:spcBef>
          <a:spcPts val="200"/>
        </a:spcBef>
        <a:spcAft>
          <a:spcPts val="400"/>
        </a:spcAft>
        <a:buClr>
          <a:schemeClr val="accent1"/>
        </a:buClr>
        <a:buFont typeface="Wingdings" panose="05000000000000000000" pitchFamily="2" charset="2"/>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858B5A-B866-40A6-8E68-2F2F50C8B826}"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029EBB-3CBD-415B-95BD-C3B435BB8274}"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chart" Target="../charts/char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chart" Target="../charts/char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chart" Target="../charts/char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chart" Target="../charts/char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chart" Target="../charts/chart6.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chart" Target="../charts/char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chart" Target="../charts/chart8.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chart" Target="../charts/chart9.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chart" Target="../charts/chart10.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6629399" y="696686"/>
            <a:ext cx="5144589" cy="3289780"/>
          </a:xfrm>
        </p:spPr>
        <p:txBody>
          <a:bodyPr/>
          <a:lstStyle/>
          <a:p>
            <a:r>
              <a:rPr lang="en-IN" altLang="en-US" dirty="0">
                <a:solidFill>
                  <a:srgbClr val="FF0000"/>
                </a:solidFill>
              </a:rPr>
              <a:t>Infosys</a:t>
            </a:r>
            <a:endParaRPr lang="en-IN" altLang="en-US" dirty="0">
              <a:solidFill>
                <a:srgbClr val="FF0000"/>
              </a:solidFill>
            </a:endParaRPr>
          </a:p>
        </p:txBody>
      </p:sp>
      <p:sp>
        <p:nvSpPr>
          <p:cNvPr id="4" name="Subtitle 3"/>
          <p:cNvSpPr>
            <a:spLocks noGrp="1"/>
          </p:cNvSpPr>
          <p:nvPr>
            <p:ph type="subTitle" idx="1"/>
          </p:nvPr>
        </p:nvSpPr>
        <p:spPr/>
        <p:txBody>
          <a:bodyPr/>
          <a:lstStyle/>
          <a:p>
            <a:r>
              <a:rPr lang="en-US" dirty="0" smtClean="0">
                <a:latin typeface="+mj-lt"/>
              </a:rPr>
              <a:t>Vignesh m</a:t>
            </a:r>
            <a:endParaRPr lang="en-US" dirty="0">
              <a:latin typeface="+mj-l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a:t>In which year was Jitin born</a:t>
            </a:r>
            <a:endParaRPr lang="en-IN"/>
          </a:p>
          <a:p>
            <a:r>
              <a:rPr lang="en-IN"/>
              <a:t>1.Jitin at present is 20 years younger to is father</a:t>
            </a:r>
            <a:endParaRPr lang="en-IN"/>
          </a:p>
          <a:p>
            <a:r>
              <a:rPr lang="en-IN"/>
              <a:t>2.jitin’s sister who was born in 1995 is 25 years younger to her father</a:t>
            </a:r>
            <a:endParaRPr lang="en-IN"/>
          </a:p>
          <a:p>
            <a:r>
              <a:rPr lang="en-US" dirty="0">
                <a:sym typeface="+mn-ea"/>
              </a:rPr>
              <a:t>(</a:t>
            </a:r>
            <a:r>
              <a:rPr lang="en-US" dirty="0" smtClean="0">
                <a:sym typeface="+mn-ea"/>
              </a:rPr>
              <a:t>a) if </a:t>
            </a:r>
            <a:r>
              <a:rPr lang="en-US" dirty="0">
                <a:sym typeface="+mn-ea"/>
              </a:rPr>
              <a:t>statement (I) alone is sufficient, but statement (II) alone is not sufficient to answer the question;</a:t>
            </a:r>
            <a:br>
              <a:rPr lang="en-IN" dirty="0">
                <a:sym typeface="+mn-ea"/>
              </a:rPr>
            </a:br>
            <a:r>
              <a:rPr lang="en-US" dirty="0">
                <a:sym typeface="+mn-ea"/>
              </a:rPr>
              <a:t>(</a:t>
            </a:r>
            <a:r>
              <a:rPr lang="en-US" dirty="0" smtClean="0">
                <a:sym typeface="+mn-ea"/>
              </a:rPr>
              <a:t>b) if </a:t>
            </a:r>
            <a:r>
              <a:rPr lang="en-US" dirty="0">
                <a:sym typeface="+mn-ea"/>
              </a:rPr>
              <a:t>statement (II) alone is sufficient, but statement (I) alone is not sufficient to answer the question;</a:t>
            </a:r>
            <a:br>
              <a:rPr lang="en-IN" dirty="0">
                <a:sym typeface="+mn-ea"/>
              </a:rPr>
            </a:br>
            <a:r>
              <a:rPr lang="en-US" dirty="0">
                <a:sym typeface="+mn-ea"/>
              </a:rPr>
              <a:t>(</a:t>
            </a:r>
            <a:r>
              <a:rPr lang="en-US" dirty="0" smtClean="0">
                <a:sym typeface="+mn-ea"/>
              </a:rPr>
              <a:t>c) if </a:t>
            </a:r>
            <a:r>
              <a:rPr lang="en-US" dirty="0">
                <a:sym typeface="+mn-ea"/>
              </a:rPr>
              <a:t>statement (I) and (II) together are sufficient to answer the question but neither statement alone is sufficient;</a:t>
            </a:r>
            <a:br>
              <a:rPr lang="en-IN" dirty="0">
                <a:sym typeface="+mn-ea"/>
              </a:rPr>
            </a:br>
            <a:r>
              <a:rPr lang="en-US" dirty="0">
                <a:sym typeface="+mn-ea"/>
              </a:rPr>
              <a:t>(</a:t>
            </a:r>
            <a:r>
              <a:rPr lang="en-US" dirty="0" smtClean="0">
                <a:sym typeface="+mn-ea"/>
              </a:rPr>
              <a:t>d) if </a:t>
            </a:r>
            <a:r>
              <a:rPr lang="en-US" dirty="0">
                <a:sym typeface="+mn-ea"/>
              </a:rPr>
              <a:t>each statement alone is sufficient to answer the question;</a:t>
            </a:r>
            <a:br>
              <a:rPr lang="en-IN" dirty="0">
                <a:sym typeface="+mn-ea"/>
              </a:rPr>
            </a:br>
            <a:r>
              <a:rPr lang="en-US" dirty="0">
                <a:sym typeface="+mn-ea"/>
              </a:rPr>
              <a:t>(</a:t>
            </a:r>
            <a:r>
              <a:rPr lang="en-US" dirty="0" smtClean="0">
                <a:sym typeface="+mn-ea"/>
              </a:rPr>
              <a:t>e) if </a:t>
            </a:r>
            <a:r>
              <a:rPr lang="en-US" dirty="0">
                <a:sym typeface="+mn-ea"/>
              </a:rPr>
              <a:t>both statements (I) and (II) together are not sufficient to answer the question and additional data specific to the problem is needed.</a:t>
            </a:r>
            <a:br>
              <a:rPr lang="en-IN" dirty="0">
                <a:sym typeface="+mn-ea"/>
              </a:rPr>
            </a:b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altLang="en-US"/>
              <a:t>If the given statement is true Some mobiles are laptops then which of the following conclusion is not possible</a:t>
            </a:r>
            <a:endParaRPr lang="en-IN" altLang="en-US"/>
          </a:p>
          <a:p>
            <a:r>
              <a:rPr lang="en-IN" altLang="en-US"/>
              <a:t>a) All laptops are notes</a:t>
            </a:r>
            <a:endParaRPr lang="en-IN" altLang="en-US"/>
          </a:p>
          <a:p>
            <a:r>
              <a:rPr lang="en-IN" altLang="en-US"/>
              <a:t>b) No laptop is a mobile </a:t>
            </a:r>
            <a:endParaRPr lang="en-IN" altLang="en-US"/>
          </a:p>
          <a:p>
            <a:r>
              <a:rPr lang="en-IN" altLang="en-US"/>
              <a:t>C) Some laptops are mobiles</a:t>
            </a:r>
            <a:endParaRPr lang="en-IN" altLang="en-US"/>
          </a:p>
          <a:p>
            <a:r>
              <a:rPr lang="en-IN" altLang="en-US"/>
              <a:t>d) Some laptops are not mobiles </a:t>
            </a:r>
            <a:endParaRPr lang="en-I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78377" y="1837509"/>
            <a:ext cx="12043954" cy="5020490"/>
          </a:xfrm>
        </p:spPr>
        <p:txBody>
          <a:bodyPr>
            <a:normAutofit/>
          </a:bodyPr>
          <a:lstStyle/>
          <a:p>
            <a:r>
              <a:rPr lang="en-IN" altLang="en-US" sz="2800"/>
              <a:t>The following table shows  number of male and female employees in five departments.What is the average number employees in operation,sales and finance department?</a:t>
            </a:r>
            <a:endParaRPr lang="en-IN" altLang="en-US" sz="2800"/>
          </a:p>
          <a:p>
            <a:r>
              <a:rPr lang="en-IN" altLang="en-US" sz="2800"/>
              <a:t>a)1200</a:t>
            </a:r>
            <a:endParaRPr lang="en-IN" altLang="en-US" sz="2800"/>
          </a:p>
          <a:p>
            <a:r>
              <a:rPr lang="en-IN" altLang="en-US" sz="2800"/>
              <a:t>b) 1500</a:t>
            </a:r>
            <a:endParaRPr lang="en-IN" altLang="en-US" sz="2800"/>
          </a:p>
          <a:p>
            <a:r>
              <a:rPr lang="en-IN" altLang="en-US" sz="2800"/>
              <a:t>c) 1380</a:t>
            </a:r>
            <a:endParaRPr lang="en-IN" altLang="en-US" sz="2800"/>
          </a:p>
          <a:p>
            <a:r>
              <a:rPr lang="en-IN" altLang="en-US" sz="2800"/>
              <a:t>d) 1650</a:t>
            </a:r>
            <a:endParaRPr lang="en-IN" altLang="en-US" sz="2800"/>
          </a:p>
          <a:p>
            <a:endParaRPr lang="en-IN" altLang="en-US" sz="2800"/>
          </a:p>
          <a:p>
            <a:endParaRPr lang="en-IN" altLang="en-US" sz="2800"/>
          </a:p>
          <a:p>
            <a:endParaRPr lang="en-IN" altLang="en-US" sz="2800"/>
          </a:p>
          <a:p>
            <a:endParaRPr lang="en-IN" altLang="en-US" sz="2800"/>
          </a:p>
        </p:txBody>
      </p:sp>
      <p:graphicFrame>
        <p:nvGraphicFramePr>
          <p:cNvPr id="4" name="Table 3"/>
          <p:cNvGraphicFramePr/>
          <p:nvPr/>
        </p:nvGraphicFramePr>
        <p:xfrm>
          <a:off x="3281045" y="2893060"/>
          <a:ext cx="8533765" cy="2286000"/>
        </p:xfrm>
        <a:graphic>
          <a:graphicData uri="http://schemas.openxmlformats.org/drawingml/2006/table">
            <a:tbl>
              <a:tblPr firstRow="1" bandRow="1">
                <a:tableStyleId>{5C22544A-7EE6-4342-B048-85BDC9FD1C3A}</a:tableStyleId>
              </a:tblPr>
              <a:tblGrid>
                <a:gridCol w="2844165"/>
                <a:gridCol w="2034540"/>
                <a:gridCol w="3653790"/>
              </a:tblGrid>
              <a:tr h="381000">
                <a:tc>
                  <a:txBody>
                    <a:bodyPr/>
                    <a:p>
                      <a:pPr>
                        <a:buNone/>
                      </a:pPr>
                      <a:r>
                        <a:rPr lang="en-IN" altLang="en-US"/>
                        <a:t>Departments</a:t>
                      </a:r>
                      <a:endParaRPr lang="en-IN" altLang="en-US"/>
                    </a:p>
                  </a:txBody>
                  <a:tcPr/>
                </a:tc>
                <a:tc>
                  <a:txBody>
                    <a:bodyPr/>
                    <a:p>
                      <a:pPr>
                        <a:buNone/>
                      </a:pPr>
                      <a:r>
                        <a:rPr lang="en-IN" altLang="en-US"/>
                        <a:t>Number of males </a:t>
                      </a:r>
                      <a:endParaRPr lang="en-IN" altLang="en-US"/>
                    </a:p>
                  </a:txBody>
                  <a:tcPr/>
                </a:tc>
                <a:tc>
                  <a:txBody>
                    <a:bodyPr/>
                    <a:p>
                      <a:pPr>
                        <a:buNone/>
                      </a:pPr>
                      <a:r>
                        <a:rPr lang="en-IN" altLang="en-US"/>
                        <a:t>Number of females</a:t>
                      </a:r>
                      <a:endParaRPr lang="en-IN" altLang="en-US"/>
                    </a:p>
                  </a:txBody>
                  <a:tcPr/>
                </a:tc>
              </a:tr>
              <a:tr h="381000">
                <a:tc>
                  <a:txBody>
                    <a:bodyPr/>
                    <a:p>
                      <a:pPr>
                        <a:buNone/>
                      </a:pPr>
                      <a:r>
                        <a:rPr lang="en-IN" altLang="en-US"/>
                        <a:t>Operation</a:t>
                      </a:r>
                      <a:endParaRPr lang="en-IN" altLang="en-US"/>
                    </a:p>
                  </a:txBody>
                  <a:tcPr/>
                </a:tc>
                <a:tc>
                  <a:txBody>
                    <a:bodyPr/>
                    <a:p>
                      <a:pPr>
                        <a:buNone/>
                      </a:pPr>
                      <a:r>
                        <a:rPr lang="en-IN" altLang="en-US"/>
                        <a:t>3780</a:t>
                      </a:r>
                      <a:endParaRPr lang="en-IN" altLang="en-US"/>
                    </a:p>
                  </a:txBody>
                  <a:tcPr/>
                </a:tc>
                <a:tc>
                  <a:txBody>
                    <a:bodyPr/>
                    <a:p>
                      <a:pPr>
                        <a:buNone/>
                      </a:pPr>
                      <a:r>
                        <a:rPr lang="en-IN" altLang="en-US"/>
                        <a:t>2520</a:t>
                      </a:r>
                      <a:endParaRPr lang="en-IN" altLang="en-US"/>
                    </a:p>
                  </a:txBody>
                  <a:tcPr/>
                </a:tc>
              </a:tr>
              <a:tr h="381000">
                <a:tc>
                  <a:txBody>
                    <a:bodyPr/>
                    <a:p>
                      <a:pPr>
                        <a:buNone/>
                      </a:pPr>
                      <a:r>
                        <a:rPr lang="en-IN" altLang="en-US"/>
                        <a:t>marketing</a:t>
                      </a:r>
                      <a:endParaRPr lang="en-IN" altLang="en-US"/>
                    </a:p>
                  </a:txBody>
                  <a:tcPr/>
                </a:tc>
                <a:tc>
                  <a:txBody>
                    <a:bodyPr/>
                    <a:p>
                      <a:pPr>
                        <a:buNone/>
                      </a:pPr>
                      <a:r>
                        <a:rPr lang="en-IN" altLang="en-US"/>
                        <a:t>1458</a:t>
                      </a:r>
                      <a:endParaRPr lang="en-IN" altLang="en-US"/>
                    </a:p>
                  </a:txBody>
                  <a:tcPr/>
                </a:tc>
                <a:tc>
                  <a:txBody>
                    <a:bodyPr/>
                    <a:p>
                      <a:pPr>
                        <a:buNone/>
                      </a:pPr>
                      <a:r>
                        <a:rPr lang="en-IN" altLang="en-US"/>
                        <a:t>1782</a:t>
                      </a:r>
                      <a:endParaRPr lang="en-IN" altLang="en-US"/>
                    </a:p>
                  </a:txBody>
                  <a:tcPr/>
                </a:tc>
              </a:tr>
              <a:tr h="381000">
                <a:tc>
                  <a:txBody>
                    <a:bodyPr/>
                    <a:p>
                      <a:pPr>
                        <a:buNone/>
                      </a:pPr>
                      <a:r>
                        <a:rPr lang="en-IN" altLang="en-US"/>
                        <a:t>Finanace</a:t>
                      </a:r>
                      <a:endParaRPr lang="en-IN" altLang="en-US"/>
                    </a:p>
                  </a:txBody>
                  <a:tcPr/>
                </a:tc>
                <a:tc>
                  <a:txBody>
                    <a:bodyPr/>
                    <a:p>
                      <a:pPr>
                        <a:buNone/>
                      </a:pPr>
                      <a:r>
                        <a:rPr lang="en-IN" altLang="en-US"/>
                        <a:t>1404</a:t>
                      </a:r>
                      <a:endParaRPr lang="en-IN" altLang="en-US"/>
                    </a:p>
                  </a:txBody>
                  <a:tcPr/>
                </a:tc>
                <a:tc>
                  <a:txBody>
                    <a:bodyPr/>
                    <a:p>
                      <a:pPr>
                        <a:buNone/>
                      </a:pPr>
                      <a:r>
                        <a:rPr lang="en-IN" altLang="en-US"/>
                        <a:t>756</a:t>
                      </a:r>
                      <a:endParaRPr lang="en-IN" altLang="en-US"/>
                    </a:p>
                  </a:txBody>
                  <a:tcPr/>
                </a:tc>
              </a:tr>
              <a:tr h="381000">
                <a:tc>
                  <a:txBody>
                    <a:bodyPr/>
                    <a:p>
                      <a:pPr>
                        <a:buNone/>
                      </a:pPr>
                      <a:r>
                        <a:rPr lang="en-IN" altLang="en-US"/>
                        <a:t>Sales</a:t>
                      </a:r>
                      <a:endParaRPr lang="en-IN" altLang="en-US"/>
                    </a:p>
                  </a:txBody>
                  <a:tcPr/>
                </a:tc>
                <a:tc>
                  <a:txBody>
                    <a:bodyPr/>
                    <a:p>
                      <a:pPr>
                        <a:buNone/>
                      </a:pPr>
                      <a:r>
                        <a:rPr lang="en-IN" altLang="en-US"/>
                        <a:t>576</a:t>
                      </a:r>
                      <a:endParaRPr lang="en-IN" altLang="en-US"/>
                    </a:p>
                  </a:txBody>
                  <a:tcPr/>
                </a:tc>
                <a:tc>
                  <a:txBody>
                    <a:bodyPr/>
                    <a:p>
                      <a:pPr>
                        <a:buNone/>
                      </a:pPr>
                      <a:r>
                        <a:rPr lang="en-IN" altLang="en-US"/>
                        <a:t>1224</a:t>
                      </a:r>
                      <a:endParaRPr lang="en-IN" altLang="en-US"/>
                    </a:p>
                  </a:txBody>
                  <a:tcPr/>
                </a:tc>
              </a:tr>
              <a:tr h="381000">
                <a:tc>
                  <a:txBody>
                    <a:bodyPr/>
                    <a:p>
                      <a:pPr>
                        <a:buNone/>
                      </a:pPr>
                      <a:r>
                        <a:rPr lang="en-IN" altLang="en-US"/>
                        <a:t>Human Resources</a:t>
                      </a:r>
                      <a:endParaRPr lang="en-IN" altLang="en-US"/>
                    </a:p>
                  </a:txBody>
                  <a:tcPr/>
                </a:tc>
                <a:tc>
                  <a:txBody>
                    <a:bodyPr/>
                    <a:p>
                      <a:pPr>
                        <a:buNone/>
                      </a:pPr>
                      <a:r>
                        <a:rPr lang="en-IN" altLang="en-US"/>
                        <a:t>1125</a:t>
                      </a:r>
                      <a:endParaRPr lang="en-IN" altLang="en-US"/>
                    </a:p>
                  </a:txBody>
                  <a:tcPr/>
                </a:tc>
                <a:tc>
                  <a:txBody>
                    <a:bodyPr/>
                    <a:p>
                      <a:pPr>
                        <a:buNone/>
                      </a:pPr>
                      <a:r>
                        <a:rPr lang="en-IN" altLang="en-US"/>
                        <a:t>3375</a:t>
                      </a:r>
                      <a:endParaRPr lang="en-IN" altLang="en-US"/>
                    </a:p>
                  </a:txBody>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altLang="en-US"/>
              <a:t>In how many hours can A alone complete the piece of work ?</a:t>
            </a:r>
            <a:endParaRPr lang="en-IN" altLang="en-US"/>
          </a:p>
          <a:p>
            <a:r>
              <a:rPr lang="en-IN" altLang="en-US"/>
              <a:t>I.B alone can complete the piece of work together in 28 hours </a:t>
            </a:r>
            <a:endParaRPr lang="en-IN" altLang="en-US"/>
          </a:p>
          <a:p>
            <a:r>
              <a:rPr lang="en-IN" altLang="en-US"/>
              <a:t>II.A,B,C together can complete the piece  of work in 18 Hours </a:t>
            </a:r>
            <a:endParaRPr lang="en-IN" altLang="en-US"/>
          </a:p>
          <a:p>
            <a:r>
              <a:rPr lang="en-US" dirty="0">
                <a:sym typeface="+mn-ea"/>
              </a:rPr>
              <a:t>(</a:t>
            </a:r>
            <a:r>
              <a:rPr lang="en-US" dirty="0" smtClean="0">
                <a:sym typeface="+mn-ea"/>
              </a:rPr>
              <a:t>a) if </a:t>
            </a:r>
            <a:r>
              <a:rPr lang="en-US" dirty="0">
                <a:sym typeface="+mn-ea"/>
              </a:rPr>
              <a:t>statement (I) alone is sufficient, but statement (II) alone is not sufficient to answer the question;</a:t>
            </a:r>
            <a:br>
              <a:rPr lang="en-IN" dirty="0">
                <a:sym typeface="+mn-ea"/>
              </a:rPr>
            </a:br>
            <a:r>
              <a:rPr lang="en-US" dirty="0">
                <a:sym typeface="+mn-ea"/>
              </a:rPr>
              <a:t>(</a:t>
            </a:r>
            <a:r>
              <a:rPr lang="en-US" dirty="0" smtClean="0">
                <a:sym typeface="+mn-ea"/>
              </a:rPr>
              <a:t>b) if </a:t>
            </a:r>
            <a:r>
              <a:rPr lang="en-US" dirty="0">
                <a:sym typeface="+mn-ea"/>
              </a:rPr>
              <a:t>statement (II) alone is sufficient, but statement (I) alone is not sufficient to answer the question;</a:t>
            </a:r>
            <a:br>
              <a:rPr lang="en-IN" dirty="0">
                <a:sym typeface="+mn-ea"/>
              </a:rPr>
            </a:br>
            <a:r>
              <a:rPr lang="en-US" dirty="0">
                <a:sym typeface="+mn-ea"/>
              </a:rPr>
              <a:t>(</a:t>
            </a:r>
            <a:r>
              <a:rPr lang="en-US" dirty="0" smtClean="0">
                <a:sym typeface="+mn-ea"/>
              </a:rPr>
              <a:t>c) if </a:t>
            </a:r>
            <a:r>
              <a:rPr lang="en-US" dirty="0">
                <a:sym typeface="+mn-ea"/>
              </a:rPr>
              <a:t>statement (I) and (II) together are sufficient to answer the question but neither statement alone is sufficient;</a:t>
            </a:r>
            <a:br>
              <a:rPr lang="en-IN" dirty="0">
                <a:sym typeface="+mn-ea"/>
              </a:rPr>
            </a:br>
            <a:r>
              <a:rPr lang="en-US" dirty="0">
                <a:sym typeface="+mn-ea"/>
              </a:rPr>
              <a:t>(</a:t>
            </a:r>
            <a:r>
              <a:rPr lang="en-US" dirty="0" smtClean="0">
                <a:sym typeface="+mn-ea"/>
              </a:rPr>
              <a:t>d) if </a:t>
            </a:r>
            <a:r>
              <a:rPr lang="en-US" dirty="0">
                <a:sym typeface="+mn-ea"/>
              </a:rPr>
              <a:t>each statement alone is sufficient to answer the question;</a:t>
            </a:r>
            <a:br>
              <a:rPr lang="en-IN" dirty="0">
                <a:sym typeface="+mn-ea"/>
              </a:rPr>
            </a:br>
            <a:r>
              <a:rPr lang="en-US" dirty="0">
                <a:sym typeface="+mn-ea"/>
              </a:rPr>
              <a:t>(</a:t>
            </a:r>
            <a:r>
              <a:rPr lang="en-US" dirty="0" smtClean="0">
                <a:sym typeface="+mn-ea"/>
              </a:rPr>
              <a:t>e) if </a:t>
            </a:r>
            <a:r>
              <a:rPr lang="en-US" dirty="0">
                <a:sym typeface="+mn-ea"/>
              </a:rPr>
              <a:t>both statements (I) and (II) together are not sufficient to answer the question and additional data specific to the problem is needed.</a:t>
            </a:r>
            <a:br>
              <a:rPr lang="en-IN" dirty="0">
                <a:sym typeface="+mn-ea"/>
              </a:rPr>
            </a:br>
            <a:endParaRPr lang="en-IN" alt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altLang="en-US" dirty="0"/>
              <a:t>Statement:  X &gt; Y&gt; Z </a:t>
            </a:r>
            <a:r>
              <a:rPr lang="en-IN" altLang="en-US" dirty="0">
                <a:latin typeface="Arial" panose="020B0604020202020204" pitchFamily="34" charset="0"/>
                <a:cs typeface="Arial" panose="020B0604020202020204" pitchFamily="34" charset="0"/>
              </a:rPr>
              <a:t>≤ N</a:t>
            </a:r>
            <a:r>
              <a:rPr lang="en-IN" altLang="en-US" dirty="0"/>
              <a:t> &lt; O </a:t>
            </a:r>
            <a:r>
              <a:rPr lang="en-IN" altLang="en-US" dirty="0">
                <a:latin typeface="Arial" panose="020B0604020202020204" pitchFamily="34" charset="0"/>
                <a:cs typeface="Arial" panose="020B0604020202020204" pitchFamily="34" charset="0"/>
              </a:rPr>
              <a:t>≤ P</a:t>
            </a:r>
            <a:endParaRPr lang="en-IN" altLang="en-US" dirty="0">
              <a:latin typeface="Arial" panose="020B0604020202020204" pitchFamily="34" charset="0"/>
              <a:cs typeface="Arial" panose="020B0604020202020204" pitchFamily="34" charset="0"/>
            </a:endParaRPr>
          </a:p>
          <a:p>
            <a:r>
              <a:rPr lang="en-IN" altLang="en-US" dirty="0">
                <a:latin typeface="Arial" panose="020B0604020202020204" pitchFamily="34" charset="0"/>
                <a:cs typeface="Arial" panose="020B0604020202020204" pitchFamily="34" charset="0"/>
              </a:rPr>
              <a:t>Conclusion: </a:t>
            </a:r>
            <a:endParaRPr lang="en-IN" altLang="en-US" dirty="0">
              <a:latin typeface="Arial" panose="020B0604020202020204" pitchFamily="34" charset="0"/>
              <a:cs typeface="Arial" panose="020B0604020202020204" pitchFamily="34" charset="0"/>
            </a:endParaRPr>
          </a:p>
          <a:p>
            <a:r>
              <a:rPr lang="en-IN" altLang="en-US" dirty="0">
                <a:latin typeface="Arial" panose="020B0604020202020204" pitchFamily="34" charset="0"/>
                <a:cs typeface="Arial" panose="020B0604020202020204" pitchFamily="34" charset="0"/>
              </a:rPr>
              <a:t>I.X ≤ N</a:t>
            </a:r>
            <a:endParaRPr lang="en-IN" altLang="en-US" dirty="0">
              <a:latin typeface="Arial" panose="020B0604020202020204" pitchFamily="34" charset="0"/>
              <a:cs typeface="Arial" panose="020B0604020202020204" pitchFamily="34" charset="0"/>
            </a:endParaRPr>
          </a:p>
          <a:p>
            <a:r>
              <a:rPr lang="en-IN" altLang="en-US" dirty="0">
                <a:latin typeface="Arial" panose="020B0604020202020204" pitchFamily="34" charset="0"/>
                <a:cs typeface="Arial" panose="020B0604020202020204" pitchFamily="34" charset="0"/>
              </a:rPr>
              <a:t>II. P &gt; N</a:t>
            </a:r>
            <a:endParaRPr lang="en-IN" altLang="en-US" dirty="0">
              <a:latin typeface="Arial" panose="020B0604020202020204" pitchFamily="34" charset="0"/>
              <a:cs typeface="Arial" panose="020B0604020202020204" pitchFamily="34" charset="0"/>
            </a:endParaRPr>
          </a:p>
          <a:p>
            <a:r>
              <a:rPr lang="en-IN" altLang="en-US" dirty="0">
                <a:latin typeface="Arial" panose="020B0604020202020204" pitchFamily="34" charset="0"/>
                <a:cs typeface="Arial" panose="020B0604020202020204" pitchFamily="34" charset="0"/>
              </a:rPr>
              <a:t>a) only I follows</a:t>
            </a:r>
            <a:endParaRPr lang="en-IN" altLang="en-US" dirty="0">
              <a:latin typeface="Arial" panose="020B0604020202020204" pitchFamily="34" charset="0"/>
              <a:cs typeface="Arial" panose="020B0604020202020204" pitchFamily="34" charset="0"/>
            </a:endParaRPr>
          </a:p>
          <a:p>
            <a:r>
              <a:rPr lang="en-IN" altLang="en-US" dirty="0">
                <a:latin typeface="Arial" panose="020B0604020202020204" pitchFamily="34" charset="0"/>
                <a:cs typeface="Arial" panose="020B0604020202020204" pitchFamily="34" charset="0"/>
              </a:rPr>
              <a:t>b) Neither I nor II follows</a:t>
            </a:r>
            <a:endParaRPr lang="en-IN" altLang="en-US" dirty="0">
              <a:latin typeface="Arial" panose="020B0604020202020204" pitchFamily="34" charset="0"/>
              <a:cs typeface="Arial" panose="020B0604020202020204" pitchFamily="34" charset="0"/>
            </a:endParaRPr>
          </a:p>
          <a:p>
            <a:r>
              <a:rPr lang="en-IN" altLang="en-US" dirty="0">
                <a:latin typeface="Arial" panose="020B0604020202020204" pitchFamily="34" charset="0"/>
                <a:cs typeface="Arial" panose="020B0604020202020204" pitchFamily="34" charset="0"/>
              </a:rPr>
              <a:t>c) Both I and II follows </a:t>
            </a:r>
            <a:endParaRPr lang="en-IN" altLang="en-US" dirty="0">
              <a:latin typeface="Arial" panose="020B0604020202020204" pitchFamily="34" charset="0"/>
              <a:cs typeface="Arial" panose="020B0604020202020204" pitchFamily="34" charset="0"/>
            </a:endParaRPr>
          </a:p>
          <a:p>
            <a:r>
              <a:rPr lang="en-IN" altLang="en-US" dirty="0">
                <a:latin typeface="Arial" panose="020B0604020202020204" pitchFamily="34" charset="0"/>
                <a:cs typeface="Arial" panose="020B0604020202020204" pitchFamily="34" charset="0"/>
              </a:rPr>
              <a:t>d) Only II follows </a:t>
            </a:r>
            <a:endParaRPr lang="en-IN" altLang="en-US"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normAutofit/>
          </a:bodyPr>
          <a:lstStyle/>
          <a:p>
            <a:r>
              <a:rPr lang="en-IN" altLang="en-US"/>
              <a:t>On which day will 31st August 2025 fall</a:t>
            </a:r>
            <a:endParaRPr lang="en-IN" altLang="en-US"/>
          </a:p>
          <a:p>
            <a:r>
              <a:rPr lang="en-IN" altLang="en-US"/>
              <a:t>Statement :</a:t>
            </a:r>
            <a:endParaRPr lang="en-IN" altLang="en-US"/>
          </a:p>
          <a:p>
            <a:r>
              <a:rPr lang="en-IN" altLang="en-US"/>
              <a:t>I.31 march 2025 will be tuesday </a:t>
            </a:r>
            <a:endParaRPr lang="en-IN" altLang="en-US"/>
          </a:p>
          <a:p>
            <a:r>
              <a:rPr lang="en-IN" altLang="en-US"/>
              <a:t>II.31 march 2021 was a wednesday </a:t>
            </a:r>
            <a:endParaRPr lang="en-IN" altLang="en-US"/>
          </a:p>
          <a:p>
            <a:r>
              <a:rPr lang="en-IN" altLang="en-US" dirty="0" smtClean="0">
                <a:sym typeface="+mn-ea"/>
              </a:rPr>
              <a:t>(</a:t>
            </a:r>
            <a:r>
              <a:rPr lang="en-US" dirty="0" smtClean="0">
                <a:sym typeface="+mn-ea"/>
              </a:rPr>
              <a:t>a) if </a:t>
            </a:r>
            <a:r>
              <a:rPr lang="en-US" dirty="0">
                <a:sym typeface="+mn-ea"/>
              </a:rPr>
              <a:t>statement (I) alone is sufficient, but statement (II) alone is not sufficient to answer the question;</a:t>
            </a:r>
            <a:br>
              <a:rPr lang="en-IN" dirty="0">
                <a:sym typeface="+mn-ea"/>
              </a:rPr>
            </a:br>
            <a:r>
              <a:rPr lang="en-US" dirty="0">
                <a:sym typeface="+mn-ea"/>
              </a:rPr>
              <a:t>(</a:t>
            </a:r>
            <a:r>
              <a:rPr lang="en-US" dirty="0" smtClean="0">
                <a:sym typeface="+mn-ea"/>
              </a:rPr>
              <a:t>b) if </a:t>
            </a:r>
            <a:r>
              <a:rPr lang="en-US" dirty="0">
                <a:sym typeface="+mn-ea"/>
              </a:rPr>
              <a:t>statement (II) alone is sufficient, but statement (I) alone is not sufficient to answer the question;</a:t>
            </a:r>
            <a:br>
              <a:rPr lang="en-IN" dirty="0">
                <a:sym typeface="+mn-ea"/>
              </a:rPr>
            </a:br>
            <a:r>
              <a:rPr lang="en-US" dirty="0">
                <a:sym typeface="+mn-ea"/>
              </a:rPr>
              <a:t>(</a:t>
            </a:r>
            <a:r>
              <a:rPr lang="en-US" dirty="0" smtClean="0">
                <a:sym typeface="+mn-ea"/>
              </a:rPr>
              <a:t>c) if </a:t>
            </a:r>
            <a:r>
              <a:rPr lang="en-US" dirty="0">
                <a:sym typeface="+mn-ea"/>
              </a:rPr>
              <a:t>statement (I) and (II) together are sufficient to answer the question but neither statement alone is sufficient;</a:t>
            </a:r>
            <a:br>
              <a:rPr lang="en-IN" dirty="0">
                <a:sym typeface="+mn-ea"/>
              </a:rPr>
            </a:br>
            <a:r>
              <a:rPr lang="en-US" dirty="0">
                <a:sym typeface="+mn-ea"/>
              </a:rPr>
              <a:t>(</a:t>
            </a:r>
            <a:r>
              <a:rPr lang="en-US" dirty="0" smtClean="0">
                <a:sym typeface="+mn-ea"/>
              </a:rPr>
              <a:t>d) if </a:t>
            </a:r>
            <a:r>
              <a:rPr lang="en-US" dirty="0">
                <a:sym typeface="+mn-ea"/>
              </a:rPr>
              <a:t>each statement alone is sufficient to answer the question;</a:t>
            </a:r>
            <a:br>
              <a:rPr lang="en-IN" dirty="0">
                <a:sym typeface="+mn-ea"/>
              </a:rPr>
            </a:br>
            <a:r>
              <a:rPr lang="en-US" dirty="0">
                <a:sym typeface="+mn-ea"/>
              </a:rPr>
              <a:t>(</a:t>
            </a:r>
            <a:r>
              <a:rPr lang="en-US" dirty="0" smtClean="0">
                <a:sym typeface="+mn-ea"/>
              </a:rPr>
              <a:t>e) if </a:t>
            </a:r>
            <a:r>
              <a:rPr lang="en-US" dirty="0">
                <a:sym typeface="+mn-ea"/>
              </a:rPr>
              <a:t>both statements (I) and (II) together are not sufficient to answer the question and additional data specific to the problem is needed.</a:t>
            </a:r>
            <a:br>
              <a:rPr lang="en-IN" dirty="0">
                <a:sym typeface="+mn-ea"/>
              </a:rPr>
            </a:br>
            <a:endParaRPr lang="en-IN" alt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altLang="en-US" dirty="0"/>
              <a:t>Statement : An advertisement - “ 30% off on all electrical appliances up till 15th august”</a:t>
            </a:r>
            <a:endParaRPr lang="en-IN" altLang="en-US" dirty="0"/>
          </a:p>
          <a:p>
            <a:r>
              <a:rPr lang="en-IN" altLang="en-US" dirty="0"/>
              <a:t>Conclusion:</a:t>
            </a:r>
            <a:endParaRPr lang="en-IN" altLang="en-US" dirty="0"/>
          </a:p>
          <a:p>
            <a:r>
              <a:rPr lang="en-IN" altLang="en-US" dirty="0"/>
              <a:t>I. Electrical  applances will not be sold after 15th august </a:t>
            </a:r>
            <a:endParaRPr lang="en-IN" altLang="en-US" dirty="0"/>
          </a:p>
          <a:p>
            <a:r>
              <a:rPr lang="en-IN" altLang="en-US" dirty="0"/>
              <a:t>2.No other discount will be given after 15th august </a:t>
            </a:r>
            <a:endParaRPr lang="en-IN" altLang="en-US" dirty="0"/>
          </a:p>
          <a:p>
            <a:r>
              <a:rPr lang="en-IN" altLang="en-US" dirty="0">
                <a:latin typeface="Arial" panose="020B0604020202020204" pitchFamily="34" charset="0"/>
                <a:cs typeface="Arial" panose="020B0604020202020204" pitchFamily="34" charset="0"/>
                <a:sym typeface="+mn-ea"/>
              </a:rPr>
              <a:t>a) only I follows</a:t>
            </a:r>
            <a:endParaRPr lang="en-IN" altLang="en-US" dirty="0">
              <a:latin typeface="Arial" panose="020B0604020202020204" pitchFamily="34" charset="0"/>
              <a:cs typeface="Arial" panose="020B0604020202020204" pitchFamily="34" charset="0"/>
            </a:endParaRPr>
          </a:p>
          <a:p>
            <a:r>
              <a:rPr lang="en-IN" altLang="en-US" dirty="0">
                <a:latin typeface="Arial" panose="020B0604020202020204" pitchFamily="34" charset="0"/>
                <a:cs typeface="Arial" panose="020B0604020202020204" pitchFamily="34" charset="0"/>
                <a:sym typeface="+mn-ea"/>
              </a:rPr>
              <a:t>b) Neither I nor II follows</a:t>
            </a:r>
            <a:endParaRPr lang="en-IN" altLang="en-US" dirty="0">
              <a:latin typeface="Arial" panose="020B0604020202020204" pitchFamily="34" charset="0"/>
              <a:cs typeface="Arial" panose="020B0604020202020204" pitchFamily="34" charset="0"/>
            </a:endParaRPr>
          </a:p>
          <a:p>
            <a:r>
              <a:rPr lang="en-IN" altLang="en-US" dirty="0">
                <a:latin typeface="Arial" panose="020B0604020202020204" pitchFamily="34" charset="0"/>
                <a:cs typeface="Arial" panose="020B0604020202020204" pitchFamily="34" charset="0"/>
                <a:sym typeface="+mn-ea"/>
              </a:rPr>
              <a:t>c) Both I and II follows </a:t>
            </a:r>
            <a:endParaRPr lang="en-IN" altLang="en-US" dirty="0">
              <a:latin typeface="Arial" panose="020B0604020202020204" pitchFamily="34" charset="0"/>
              <a:cs typeface="Arial" panose="020B0604020202020204" pitchFamily="34" charset="0"/>
            </a:endParaRPr>
          </a:p>
          <a:p>
            <a:r>
              <a:rPr lang="en-IN" altLang="en-US" dirty="0">
                <a:latin typeface="Arial" panose="020B0604020202020204" pitchFamily="34" charset="0"/>
                <a:cs typeface="Arial" panose="020B0604020202020204" pitchFamily="34" charset="0"/>
                <a:sym typeface="+mn-ea"/>
              </a:rPr>
              <a:t>d) Only II follows </a:t>
            </a:r>
            <a:endParaRPr lang="en-I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altLang="en-US" dirty="0"/>
              <a:t>Find the Distance travelled by amit while travelling from mumbai to pune </a:t>
            </a:r>
            <a:endParaRPr lang="en-IN" altLang="en-US" dirty="0"/>
          </a:p>
          <a:p>
            <a:r>
              <a:rPr lang="en-IN" altLang="en-US" dirty="0"/>
              <a:t>Statement </a:t>
            </a:r>
            <a:endParaRPr lang="en-IN" altLang="en-US" dirty="0"/>
          </a:p>
          <a:p>
            <a:r>
              <a:rPr lang="en-IN" altLang="en-US" dirty="0"/>
              <a:t>I.Speed  of amit 50m/s</a:t>
            </a:r>
            <a:endParaRPr lang="en-IN" altLang="en-US" dirty="0"/>
          </a:p>
          <a:p>
            <a:r>
              <a:rPr lang="en-IN" altLang="en-US" dirty="0"/>
              <a:t>II.the time taken by Amit to travel the distance 9 hours</a:t>
            </a:r>
            <a:endParaRPr lang="en-IN" altLang="en-US" dirty="0"/>
          </a:p>
          <a:p>
            <a:r>
              <a:rPr lang="en-IN" altLang="en-US" dirty="0" smtClean="0">
                <a:sym typeface="+mn-ea"/>
              </a:rPr>
              <a:t>(</a:t>
            </a:r>
            <a:r>
              <a:rPr lang="en-US" dirty="0" smtClean="0">
                <a:sym typeface="+mn-ea"/>
              </a:rPr>
              <a:t>a) if </a:t>
            </a:r>
            <a:r>
              <a:rPr lang="en-US" dirty="0">
                <a:sym typeface="+mn-ea"/>
              </a:rPr>
              <a:t>statement (I) alone is sufficient, but statement (II) alone is not sufficient to answer the question;</a:t>
            </a:r>
            <a:br>
              <a:rPr lang="en-IN" dirty="0">
                <a:sym typeface="+mn-ea"/>
              </a:rPr>
            </a:br>
            <a:r>
              <a:rPr lang="en-US" dirty="0">
                <a:sym typeface="+mn-ea"/>
              </a:rPr>
              <a:t>(</a:t>
            </a:r>
            <a:r>
              <a:rPr lang="en-US" dirty="0" smtClean="0">
                <a:sym typeface="+mn-ea"/>
              </a:rPr>
              <a:t>b) if </a:t>
            </a:r>
            <a:r>
              <a:rPr lang="en-US" dirty="0">
                <a:sym typeface="+mn-ea"/>
              </a:rPr>
              <a:t>statement (II) alone is sufficient, but statement (I) alone is not sufficient to answer the question;</a:t>
            </a:r>
            <a:br>
              <a:rPr lang="en-IN" dirty="0">
                <a:sym typeface="+mn-ea"/>
              </a:rPr>
            </a:br>
            <a:r>
              <a:rPr lang="en-US" dirty="0">
                <a:sym typeface="+mn-ea"/>
              </a:rPr>
              <a:t>(</a:t>
            </a:r>
            <a:r>
              <a:rPr lang="en-US" dirty="0" smtClean="0">
                <a:sym typeface="+mn-ea"/>
              </a:rPr>
              <a:t>c) if </a:t>
            </a:r>
            <a:r>
              <a:rPr lang="en-US" dirty="0">
                <a:sym typeface="+mn-ea"/>
              </a:rPr>
              <a:t>statement (I) and (II) together are sufficient to answer the question but neither statement alone is sufficient;</a:t>
            </a:r>
            <a:br>
              <a:rPr lang="en-IN" dirty="0">
                <a:sym typeface="+mn-ea"/>
              </a:rPr>
            </a:br>
            <a:r>
              <a:rPr lang="en-US" dirty="0">
                <a:sym typeface="+mn-ea"/>
              </a:rPr>
              <a:t>(</a:t>
            </a:r>
            <a:r>
              <a:rPr lang="en-US" dirty="0" smtClean="0">
                <a:sym typeface="+mn-ea"/>
              </a:rPr>
              <a:t>d) if </a:t>
            </a:r>
            <a:r>
              <a:rPr lang="en-US" dirty="0">
                <a:sym typeface="+mn-ea"/>
              </a:rPr>
              <a:t>each statement alone is sufficient to answer the question;</a:t>
            </a:r>
            <a:br>
              <a:rPr lang="en-IN" dirty="0">
                <a:sym typeface="+mn-ea"/>
              </a:rPr>
            </a:br>
            <a:r>
              <a:rPr lang="en-US" dirty="0">
                <a:sym typeface="+mn-ea"/>
              </a:rPr>
              <a:t>(</a:t>
            </a:r>
            <a:r>
              <a:rPr lang="en-US" dirty="0" smtClean="0">
                <a:sym typeface="+mn-ea"/>
              </a:rPr>
              <a:t>e) if </a:t>
            </a:r>
            <a:r>
              <a:rPr lang="en-US" dirty="0">
                <a:sym typeface="+mn-ea"/>
              </a:rPr>
              <a:t>both statements (I) and (II) together are not sufficient to answer the question and additional data specific to the problem is needed.</a:t>
            </a:r>
            <a:br>
              <a:rPr lang="en-IN" dirty="0">
                <a:sym typeface="+mn-ea"/>
              </a:rPr>
            </a:br>
            <a:r>
              <a:rPr lang="en-IN" altLang="en-US" dirty="0"/>
              <a:t> </a:t>
            </a:r>
            <a:endParaRPr lang="en-I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altLang="en-US" dirty="0"/>
              <a:t>Statement</a:t>
            </a:r>
            <a:r>
              <a:rPr lang="en-US" altLang="en-US" dirty="0"/>
              <a:t>:</a:t>
            </a:r>
            <a:endParaRPr lang="en-US" altLang="en-US" dirty="0"/>
          </a:p>
          <a:p>
            <a:r>
              <a:rPr lang="en-US" altLang="en-US" dirty="0"/>
              <a:t>M&gt;</a:t>
            </a:r>
            <a:r>
              <a:rPr lang="en-IN" altLang="en-US" dirty="0"/>
              <a:t> N &gt; O and Q </a:t>
            </a:r>
            <a:r>
              <a:rPr lang="en-IN" altLang="en-US" dirty="0">
                <a:latin typeface="Arial" panose="020B0604020202020204" pitchFamily="34" charset="0"/>
                <a:cs typeface="Arial" panose="020B0604020202020204" pitchFamily="34" charset="0"/>
              </a:rPr>
              <a:t>≤ R &lt; C </a:t>
            </a:r>
            <a:r>
              <a:rPr lang="en-IN" altLang="en-US" dirty="0">
                <a:latin typeface="Arial" panose="020B0604020202020204" pitchFamily="34" charset="0"/>
                <a:cs typeface="Arial" panose="020B0604020202020204" pitchFamily="34" charset="0"/>
                <a:sym typeface="+mn-ea"/>
              </a:rPr>
              <a:t>≤ N</a:t>
            </a:r>
            <a:endParaRPr lang="en-IN" altLang="en-US" dirty="0">
              <a:latin typeface="Arial" panose="020B0604020202020204" pitchFamily="34" charset="0"/>
              <a:cs typeface="Arial" panose="020B0604020202020204" pitchFamily="34" charset="0"/>
              <a:sym typeface="+mn-ea"/>
            </a:endParaRPr>
          </a:p>
          <a:p>
            <a:r>
              <a:rPr lang="en-IN" altLang="en-US" dirty="0">
                <a:latin typeface="Arial" panose="020B0604020202020204" pitchFamily="34" charset="0"/>
                <a:cs typeface="Arial" panose="020B0604020202020204" pitchFamily="34" charset="0"/>
              </a:rPr>
              <a:t>Conclusion :</a:t>
            </a:r>
            <a:endParaRPr lang="en-IN" altLang="en-US" dirty="0">
              <a:latin typeface="Arial" panose="020B0604020202020204" pitchFamily="34" charset="0"/>
              <a:cs typeface="Arial" panose="020B0604020202020204" pitchFamily="34" charset="0"/>
            </a:endParaRPr>
          </a:p>
          <a:p>
            <a:r>
              <a:rPr lang="en-IN" altLang="en-US" dirty="0">
                <a:latin typeface="Arial" panose="020B0604020202020204" pitchFamily="34" charset="0"/>
                <a:cs typeface="Arial" panose="020B0604020202020204" pitchFamily="34" charset="0"/>
              </a:rPr>
              <a:t>I. Q&gt;N</a:t>
            </a:r>
            <a:br>
              <a:rPr lang="en-IN" altLang="en-US" dirty="0">
                <a:latin typeface="Arial" panose="020B0604020202020204" pitchFamily="34" charset="0"/>
                <a:cs typeface="Arial" panose="020B0604020202020204" pitchFamily="34" charset="0"/>
              </a:rPr>
            </a:br>
            <a:r>
              <a:rPr lang="en-IN" altLang="en-US" dirty="0">
                <a:latin typeface="Arial" panose="020B0604020202020204" pitchFamily="34" charset="0"/>
                <a:cs typeface="Arial" panose="020B0604020202020204" pitchFamily="34" charset="0"/>
              </a:rPr>
              <a:t>II. M&gt;Q</a:t>
            </a:r>
            <a:endParaRPr lang="en-IN" altLang="en-US" dirty="0">
              <a:latin typeface="Arial" panose="020B0604020202020204" pitchFamily="34" charset="0"/>
              <a:cs typeface="Arial" panose="020B0604020202020204" pitchFamily="34" charset="0"/>
            </a:endParaRPr>
          </a:p>
          <a:p>
            <a:r>
              <a:rPr lang="en-IN" altLang="en-US" dirty="0">
                <a:latin typeface="Arial" panose="020B0604020202020204" pitchFamily="34" charset="0"/>
                <a:cs typeface="Arial" panose="020B0604020202020204" pitchFamily="34" charset="0"/>
                <a:sym typeface="+mn-ea"/>
              </a:rPr>
              <a:t>a) only I follows</a:t>
            </a:r>
            <a:endParaRPr lang="en-IN" altLang="en-US" dirty="0">
              <a:latin typeface="Arial" panose="020B0604020202020204" pitchFamily="34" charset="0"/>
              <a:cs typeface="Arial" panose="020B0604020202020204" pitchFamily="34" charset="0"/>
            </a:endParaRPr>
          </a:p>
          <a:p>
            <a:r>
              <a:rPr lang="en-IN" altLang="en-US" dirty="0">
                <a:latin typeface="Arial" panose="020B0604020202020204" pitchFamily="34" charset="0"/>
                <a:cs typeface="Arial" panose="020B0604020202020204" pitchFamily="34" charset="0"/>
                <a:sym typeface="+mn-ea"/>
              </a:rPr>
              <a:t>b) Neither I nor II follows</a:t>
            </a:r>
            <a:endParaRPr lang="en-IN" altLang="en-US" dirty="0">
              <a:latin typeface="Arial" panose="020B0604020202020204" pitchFamily="34" charset="0"/>
              <a:cs typeface="Arial" panose="020B0604020202020204" pitchFamily="34" charset="0"/>
            </a:endParaRPr>
          </a:p>
          <a:p>
            <a:r>
              <a:rPr lang="en-IN" altLang="en-US" dirty="0">
                <a:latin typeface="Arial" panose="020B0604020202020204" pitchFamily="34" charset="0"/>
                <a:cs typeface="Arial" panose="020B0604020202020204" pitchFamily="34" charset="0"/>
                <a:sym typeface="+mn-ea"/>
              </a:rPr>
              <a:t>c) Both I and II follows </a:t>
            </a:r>
            <a:endParaRPr lang="en-IN" altLang="en-US" dirty="0">
              <a:latin typeface="Arial" panose="020B0604020202020204" pitchFamily="34" charset="0"/>
              <a:cs typeface="Arial" panose="020B0604020202020204" pitchFamily="34" charset="0"/>
            </a:endParaRPr>
          </a:p>
          <a:p>
            <a:r>
              <a:rPr lang="en-IN" altLang="en-US" dirty="0">
                <a:latin typeface="Arial" panose="020B0604020202020204" pitchFamily="34" charset="0"/>
                <a:cs typeface="Arial" panose="020B0604020202020204" pitchFamily="34" charset="0"/>
                <a:sym typeface="+mn-ea"/>
              </a:rPr>
              <a:t>d) Only II follows</a:t>
            </a:r>
            <a:endParaRPr lang="en-IN" altLang="en-US" dirty="0">
              <a:latin typeface="Arial" panose="020B0604020202020204" pitchFamily="34" charset="0"/>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altLang="en-US" dirty="0">
                <a:sym typeface="+mn-ea"/>
              </a:rPr>
              <a:t>The Following graph shows the number of persons working in day and night shifts 5 different companies. The average number of persons working in day shifts in all the companies together </a:t>
            </a:r>
            <a:endParaRPr lang="en-IN" altLang="en-US" dirty="0"/>
          </a:p>
          <a:p>
            <a:r>
              <a:rPr lang="en-IN" altLang="en-US" dirty="0"/>
              <a:t>A) 126 </a:t>
            </a:r>
            <a:endParaRPr lang="en-IN" altLang="en-US" dirty="0"/>
          </a:p>
          <a:p>
            <a:r>
              <a:rPr lang="en-IN" altLang="en-US" dirty="0"/>
              <a:t>B) 132</a:t>
            </a:r>
            <a:endParaRPr lang="en-IN" altLang="en-US" dirty="0"/>
          </a:p>
          <a:p>
            <a:r>
              <a:rPr lang="en-IN" altLang="en-US" dirty="0"/>
              <a:t>C) 142 </a:t>
            </a:r>
            <a:endParaRPr lang="en-IN" altLang="en-US" dirty="0"/>
          </a:p>
          <a:p>
            <a:r>
              <a:rPr lang="en-IN" altLang="en-US" dirty="0"/>
              <a:t>D) 138</a:t>
            </a:r>
            <a:endParaRPr lang="en-IN" altLang="en-US" dirty="0"/>
          </a:p>
        </p:txBody>
      </p:sp>
      <p:graphicFrame>
        <p:nvGraphicFramePr>
          <p:cNvPr id="4" name="Picture Placeholder 3"/>
          <p:cNvGraphicFramePr/>
          <p:nvPr>
            <p:ph type="pic" sz="quarter" idx="13"/>
          </p:nvPr>
        </p:nvGraphicFramePr>
        <p:xfrm>
          <a:off x="7352030" y="2581910"/>
          <a:ext cx="4565650" cy="4093210"/>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altLang="en-US" dirty="0"/>
              <a:t>Arrange the following words according to their rank in dictionary </a:t>
            </a:r>
            <a:endParaRPr lang="en-IN" altLang="en-US" dirty="0"/>
          </a:p>
          <a:p>
            <a:r>
              <a:rPr lang="en-IN" altLang="en-US" dirty="0"/>
              <a:t>1. TAMIL   2.TELUGU 3.TRIPURA 4. TOTAL 5.TAMPER  </a:t>
            </a:r>
            <a:endParaRPr lang="en-IN" altLang="en-US" dirty="0"/>
          </a:p>
          <a:p>
            <a:r>
              <a:rPr lang="en-IN" altLang="en-US" dirty="0"/>
              <a:t>a) 15243</a:t>
            </a:r>
            <a:endParaRPr lang="en-IN" altLang="en-US" dirty="0"/>
          </a:p>
          <a:p>
            <a:r>
              <a:rPr lang="en-IN" altLang="en-US" dirty="0"/>
              <a:t>b) 51234</a:t>
            </a:r>
            <a:endParaRPr lang="en-IN" altLang="en-US" dirty="0"/>
          </a:p>
          <a:p>
            <a:r>
              <a:rPr lang="en-IN" altLang="en-US" dirty="0"/>
              <a:t>c) 51432</a:t>
            </a:r>
            <a:endParaRPr lang="en-IN" altLang="en-US" dirty="0"/>
          </a:p>
          <a:p>
            <a:r>
              <a:rPr lang="en-IN" altLang="en-US" dirty="0"/>
              <a:t>d) 15234</a:t>
            </a:r>
            <a:endParaRPr lang="en-I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altLang="en-US" dirty="0"/>
              <a:t>Staement : All serpents are plants. Some plants are mud. All muds are hills </a:t>
            </a:r>
            <a:endParaRPr lang="en-IN" altLang="en-US" dirty="0"/>
          </a:p>
          <a:p>
            <a:r>
              <a:rPr lang="en-IN" altLang="en-US" dirty="0"/>
              <a:t>Conclusion </a:t>
            </a:r>
            <a:endParaRPr lang="en-IN" altLang="en-US" dirty="0"/>
          </a:p>
          <a:p>
            <a:r>
              <a:rPr lang="en-IN" altLang="en-US" dirty="0"/>
              <a:t>I. All serpants are hills </a:t>
            </a:r>
            <a:endParaRPr lang="en-IN" altLang="en-US" dirty="0"/>
          </a:p>
          <a:p>
            <a:r>
              <a:rPr lang="en-IN" altLang="en-US" dirty="0"/>
              <a:t>II. Some serpants are hills  </a:t>
            </a:r>
            <a:endParaRPr lang="en-IN" altLang="en-US" dirty="0"/>
          </a:p>
          <a:p>
            <a:r>
              <a:rPr lang="en-IN" altLang="en-US" dirty="0">
                <a:latin typeface="Arial" panose="020B0604020202020204" pitchFamily="34" charset="0"/>
                <a:cs typeface="Arial" panose="020B0604020202020204" pitchFamily="34" charset="0"/>
                <a:sym typeface="+mn-ea"/>
              </a:rPr>
              <a:t>a) only I follows</a:t>
            </a:r>
            <a:endParaRPr lang="en-IN" altLang="en-US" dirty="0">
              <a:latin typeface="Arial" panose="020B0604020202020204" pitchFamily="34" charset="0"/>
              <a:cs typeface="Arial" panose="020B0604020202020204" pitchFamily="34" charset="0"/>
            </a:endParaRPr>
          </a:p>
          <a:p>
            <a:r>
              <a:rPr lang="en-IN" altLang="en-US" dirty="0">
                <a:latin typeface="Arial" panose="020B0604020202020204" pitchFamily="34" charset="0"/>
                <a:cs typeface="Arial" panose="020B0604020202020204" pitchFamily="34" charset="0"/>
                <a:sym typeface="+mn-ea"/>
              </a:rPr>
              <a:t>b) Neither I nor II follows</a:t>
            </a:r>
            <a:endParaRPr lang="en-IN" altLang="en-US" dirty="0">
              <a:latin typeface="Arial" panose="020B0604020202020204" pitchFamily="34" charset="0"/>
              <a:cs typeface="Arial" panose="020B0604020202020204" pitchFamily="34" charset="0"/>
            </a:endParaRPr>
          </a:p>
          <a:p>
            <a:r>
              <a:rPr lang="en-IN" altLang="en-US" dirty="0">
                <a:latin typeface="Arial" panose="020B0604020202020204" pitchFamily="34" charset="0"/>
                <a:cs typeface="Arial" panose="020B0604020202020204" pitchFamily="34" charset="0"/>
                <a:sym typeface="+mn-ea"/>
              </a:rPr>
              <a:t>c) Both I and II follows </a:t>
            </a:r>
            <a:endParaRPr lang="en-IN" altLang="en-US" dirty="0">
              <a:latin typeface="Arial" panose="020B0604020202020204" pitchFamily="34" charset="0"/>
              <a:cs typeface="Arial" panose="020B0604020202020204" pitchFamily="34" charset="0"/>
            </a:endParaRPr>
          </a:p>
          <a:p>
            <a:r>
              <a:rPr lang="en-IN" altLang="en-US" dirty="0">
                <a:latin typeface="Arial" panose="020B0604020202020204" pitchFamily="34" charset="0"/>
                <a:cs typeface="Arial" panose="020B0604020202020204" pitchFamily="34" charset="0"/>
                <a:sym typeface="+mn-ea"/>
              </a:rPr>
              <a:t>d) Only II follows</a:t>
            </a:r>
            <a:endParaRPr lang="en-IN" altLang="en-US" dirty="0">
              <a:latin typeface="Arial" panose="020B0604020202020204" pitchFamily="34" charset="0"/>
              <a:cs typeface="Arial" panose="020B0604020202020204" pitchFamily="34" charset="0"/>
            </a:endParaRPr>
          </a:p>
          <a:p>
            <a:endParaRPr lang="en-I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altLang="en-US" dirty="0"/>
              <a:t>A train passes a man standing on a platform in 10 seconds and crosses the platform in 25 seconds. find the lenth of the platform if its travelling at a speed  of 288 km/hr </a:t>
            </a:r>
            <a:endParaRPr lang="en-IN" altLang="en-US" dirty="0"/>
          </a:p>
          <a:p>
            <a:r>
              <a:rPr lang="en-IN" altLang="en-US" dirty="0"/>
              <a:t>a) 1000 m</a:t>
            </a:r>
            <a:endParaRPr lang="en-IN" altLang="en-US" dirty="0"/>
          </a:p>
          <a:p>
            <a:r>
              <a:rPr lang="en-IN" altLang="en-US" dirty="0"/>
              <a:t>b) 1250 m</a:t>
            </a:r>
            <a:endParaRPr lang="en-IN" altLang="en-US" dirty="0"/>
          </a:p>
          <a:p>
            <a:r>
              <a:rPr lang="en-IN" altLang="en-US" dirty="0"/>
              <a:t>c) 1200 m</a:t>
            </a:r>
            <a:endParaRPr lang="en-IN" altLang="en-US" dirty="0"/>
          </a:p>
          <a:p>
            <a:r>
              <a:rPr lang="en-IN" altLang="en-US" dirty="0"/>
              <a:t>d) 1150m</a:t>
            </a:r>
            <a:endParaRPr lang="en-I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altLang="en-US" sz="2800" dirty="0"/>
              <a:t>Find the median. If the mode of a given data is 15  and its mean is 48 </a:t>
            </a:r>
            <a:endParaRPr lang="en-IN" altLang="en-US" sz="2800" dirty="0"/>
          </a:p>
          <a:p>
            <a:r>
              <a:rPr lang="en-IN" altLang="en-US" sz="2800" dirty="0"/>
              <a:t>a)35</a:t>
            </a:r>
            <a:endParaRPr lang="en-IN" altLang="en-US" sz="2800" dirty="0"/>
          </a:p>
          <a:p>
            <a:r>
              <a:rPr lang="en-IN" altLang="en-US" sz="2800" dirty="0"/>
              <a:t>b)37</a:t>
            </a:r>
            <a:endParaRPr lang="en-IN" altLang="en-US" sz="2800" dirty="0"/>
          </a:p>
          <a:p>
            <a:r>
              <a:rPr lang="en-IN" altLang="en-US" sz="2800" dirty="0"/>
              <a:t>c)39</a:t>
            </a:r>
            <a:endParaRPr lang="en-IN" altLang="en-US" sz="2800" dirty="0"/>
          </a:p>
          <a:p>
            <a:r>
              <a:rPr lang="en-IN" altLang="en-US" sz="2800" dirty="0"/>
              <a:t>d)41</a:t>
            </a:r>
            <a:endParaRPr lang="en-IN" altLang="en-US"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2800" dirty="0"/>
              <a:t>Find the missing number : 71,79,143, ? ,871</a:t>
            </a:r>
            <a:endParaRPr lang="en-IN" sz="2800" dirty="0"/>
          </a:p>
          <a:p>
            <a:r>
              <a:rPr lang="en-IN" sz="2800" dirty="0"/>
              <a:t>a) 421</a:t>
            </a:r>
            <a:endParaRPr lang="en-IN" sz="2800" dirty="0"/>
          </a:p>
          <a:p>
            <a:r>
              <a:rPr lang="en-IN" sz="2800" dirty="0"/>
              <a:t>b) 500</a:t>
            </a:r>
            <a:endParaRPr lang="en-IN" sz="2800" dirty="0"/>
          </a:p>
          <a:p>
            <a:r>
              <a:rPr lang="en-IN" sz="2800" dirty="0"/>
              <a:t>c) 319</a:t>
            </a:r>
            <a:endParaRPr lang="en-IN" sz="2800" dirty="0"/>
          </a:p>
          <a:p>
            <a:r>
              <a:rPr lang="en-IN" sz="2800" dirty="0"/>
              <a:t>d) 359</a:t>
            </a:r>
            <a:endParaRPr lang="en-IN" sz="2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If “-” means “ /, “+” means “-”, “x” means “+”, and “/” means “ x”  then 225 + 154 - 14 x 17 / 13 </a:t>
            </a:r>
            <a:endParaRPr lang="en-IN" dirty="0"/>
          </a:p>
          <a:p>
            <a:r>
              <a:rPr lang="en-IN" dirty="0"/>
              <a:t>a) 123</a:t>
            </a:r>
            <a:endParaRPr lang="en-IN" dirty="0"/>
          </a:p>
          <a:p>
            <a:r>
              <a:rPr lang="en-IN" dirty="0"/>
              <a:t>b) 510</a:t>
            </a:r>
            <a:endParaRPr lang="en-IN" dirty="0"/>
          </a:p>
          <a:p>
            <a:r>
              <a:rPr lang="en-IN" dirty="0"/>
              <a:t>c) 435</a:t>
            </a:r>
            <a:endParaRPr lang="en-IN" dirty="0"/>
          </a:p>
          <a:p>
            <a:r>
              <a:rPr lang="en-IN" dirty="0"/>
              <a:t>d) 405</a:t>
            </a:r>
            <a:endParaRPr lang="en-I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2800" dirty="0"/>
              <a:t>In certain code language “ DHDI “ is coded as “ 5938” How is word HEIF written in that code Language?</a:t>
            </a:r>
            <a:endParaRPr lang="en-IN" sz="2800" dirty="0"/>
          </a:p>
          <a:p>
            <a:r>
              <a:rPr lang="en-IN" sz="2800" dirty="0"/>
              <a:t>a) 8785</a:t>
            </a:r>
            <a:endParaRPr lang="en-IN" sz="2800" dirty="0"/>
          </a:p>
          <a:p>
            <a:r>
              <a:rPr lang="en-IN" sz="2800" dirty="0"/>
              <a:t>b) 9785</a:t>
            </a:r>
            <a:endParaRPr lang="en-IN" sz="2800" dirty="0"/>
          </a:p>
          <a:p>
            <a:r>
              <a:rPr lang="en-IN" sz="2800" dirty="0"/>
              <a:t>c) 9685</a:t>
            </a:r>
            <a:endParaRPr lang="en-IN" sz="2800" dirty="0"/>
          </a:p>
          <a:p>
            <a:r>
              <a:rPr lang="en-IN" sz="2800" dirty="0"/>
              <a:t>d) 8685</a:t>
            </a:r>
            <a:endParaRPr lang="en-IN"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US" dirty="0"/>
              <a:t>In certain code language ‘ pradeep is innocent’ is coded as ‘ sam lam dam’ ,‘innocent are smart’ is coded as ‘qam kam dam ‘ what is the code for ‘pradeep is stupid’</a:t>
            </a:r>
            <a:endParaRPr lang="en-US" dirty="0"/>
          </a:p>
          <a:p>
            <a:r>
              <a:rPr lang="en-US" dirty="0"/>
              <a:t>a) lam kam qam </a:t>
            </a:r>
            <a:endParaRPr lang="en-US" dirty="0"/>
          </a:p>
          <a:p>
            <a:r>
              <a:rPr lang="en-US" dirty="0"/>
              <a:t>b) qam  cam kam </a:t>
            </a:r>
            <a:endParaRPr lang="en-US" dirty="0"/>
          </a:p>
          <a:p>
            <a:r>
              <a:rPr lang="en-US" dirty="0"/>
              <a:t>c) sam earn lam</a:t>
            </a:r>
            <a:endParaRPr lang="en-US" dirty="0"/>
          </a:p>
          <a:p>
            <a:r>
              <a:rPr lang="en-US" dirty="0"/>
              <a:t>d) kam sam qam </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71,79,143,------,871</a:t>
            </a:r>
            <a:endParaRPr lang="en-US" dirty="0"/>
          </a:p>
          <a:p>
            <a:r>
              <a:rPr lang="en-US" dirty="0"/>
              <a:t>a)359</a:t>
            </a:r>
            <a:endParaRPr lang="en-US" dirty="0"/>
          </a:p>
          <a:p>
            <a:r>
              <a:rPr lang="en-US" dirty="0"/>
              <a:t>b)421</a:t>
            </a:r>
            <a:endParaRPr lang="en-US" dirty="0"/>
          </a:p>
          <a:p>
            <a:r>
              <a:rPr lang="en-US" dirty="0"/>
              <a:t>c)500</a:t>
            </a:r>
            <a:endParaRPr lang="en-US" dirty="0"/>
          </a:p>
          <a:p>
            <a:r>
              <a:rPr lang="en-US" dirty="0"/>
              <a:t>d)319</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t>If A is written as 3. B as 6 , C as 9 ,D as 3, E as 6 ,and so on. then what will be the sum of the letters of the word RAJASTHAN?</a:t>
            </a:r>
            <a:endParaRPr lang="en-US"/>
          </a:p>
          <a:p>
            <a:r>
              <a:rPr lang="en-US"/>
              <a:t>a)27</a:t>
            </a:r>
            <a:endParaRPr lang="en-US"/>
          </a:p>
          <a:p>
            <a:r>
              <a:rPr lang="en-US"/>
              <a:t>b)42</a:t>
            </a:r>
            <a:endParaRPr lang="en-US"/>
          </a:p>
          <a:p>
            <a:r>
              <a:rPr lang="en-US"/>
              <a:t>c)33</a:t>
            </a:r>
            <a:endParaRPr lang="en-US"/>
          </a:p>
          <a:p>
            <a:r>
              <a:rPr lang="en-US"/>
              <a:t>c)32</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t>If ‘$’ means ‘addition’ ,@ means ‘subraction’, # means ‘multiplication’ , and  &amp; means ‘division’ . what will be the value of the following expression ? 54 &amp; 6 # 2 $8 @ 2</a:t>
            </a:r>
            <a:endParaRPr lang="en-US"/>
          </a:p>
          <a:p>
            <a:endParaRPr lang="en-US"/>
          </a:p>
          <a:p>
            <a:r>
              <a:rPr lang="en-US"/>
              <a:t>a) 25</a:t>
            </a:r>
            <a:endParaRPr lang="en-US"/>
          </a:p>
          <a:p>
            <a:r>
              <a:rPr lang="en-US"/>
              <a:t>b) 31</a:t>
            </a:r>
            <a:endParaRPr lang="en-US"/>
          </a:p>
          <a:p>
            <a:r>
              <a:rPr lang="en-US"/>
              <a:t>c) 32</a:t>
            </a:r>
            <a:endParaRPr lang="en-US"/>
          </a:p>
          <a:p>
            <a:r>
              <a:rPr lang="en-US"/>
              <a:t>d) 24</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t>A man has a bag full of coins in the denomination pf Rs. 1, Rs. 2 , And Rs.5 .If he has 15 coins of each demnomination , total amount in his purse </a:t>
            </a:r>
            <a:endParaRPr lang="en-US"/>
          </a:p>
          <a:p>
            <a:r>
              <a:rPr lang="en-US"/>
              <a:t>a) Rs.90</a:t>
            </a:r>
            <a:endParaRPr lang="en-US"/>
          </a:p>
          <a:p>
            <a:r>
              <a:rPr lang="en-US"/>
              <a:t>b) Rs.120</a:t>
            </a:r>
            <a:endParaRPr lang="en-US"/>
          </a:p>
          <a:p>
            <a:r>
              <a:rPr lang="en-US"/>
              <a:t>c) Rs.110</a:t>
            </a:r>
            <a:endParaRPr lang="en-US"/>
          </a:p>
          <a:p>
            <a:r>
              <a:rPr lang="en-US"/>
              <a:t>d) Rs.150 </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t>Sandeep is eighth from the top in his class and there are a total of 40 students studying in class. Find the rank from the bottom?</a:t>
            </a:r>
            <a:endParaRPr lang="en-US"/>
          </a:p>
          <a:p>
            <a:r>
              <a:rPr lang="en-US"/>
              <a:t>a) 31st </a:t>
            </a:r>
            <a:endParaRPr lang="en-US"/>
          </a:p>
          <a:p>
            <a:r>
              <a:rPr lang="en-US"/>
              <a:t>b) 30th</a:t>
            </a:r>
            <a:endParaRPr lang="en-US"/>
          </a:p>
          <a:p>
            <a:r>
              <a:rPr lang="en-US"/>
              <a:t>c) 32nd </a:t>
            </a:r>
            <a:endParaRPr lang="en-US"/>
          </a:p>
          <a:p>
            <a:r>
              <a:rPr lang="en-US"/>
              <a:t>d) 33rd</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t>Find the missing term in the following series : XY, AB, EF, JK,.........,WX</a:t>
            </a:r>
            <a:endParaRPr lang="en-US"/>
          </a:p>
          <a:p>
            <a:r>
              <a:rPr lang="en-US"/>
              <a:t>a) RS</a:t>
            </a:r>
            <a:endParaRPr lang="en-US"/>
          </a:p>
          <a:p>
            <a:r>
              <a:rPr lang="en-US"/>
              <a:t>b) NO</a:t>
            </a:r>
            <a:endParaRPr lang="en-US"/>
          </a:p>
          <a:p>
            <a:r>
              <a:rPr lang="en-US"/>
              <a:t>c) PQ</a:t>
            </a:r>
            <a:endParaRPr lang="en-US"/>
          </a:p>
          <a:p>
            <a:r>
              <a:rPr lang="en-US"/>
              <a:t>d) OP</a:t>
            </a:r>
            <a:endParaRPr lang="en-US"/>
          </a:p>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t>Which  two signs should e interchanged to make the below equation mathematically correct ?</a:t>
            </a:r>
            <a:endParaRPr lang="en-US"/>
          </a:p>
          <a:p>
            <a:r>
              <a:rPr lang="en-US"/>
              <a:t>12 x 6 + 4 </a:t>
            </a:r>
            <a:r>
              <a:rPr lang="en-US">
                <a:latin typeface="Arial" panose="020B0604020202020204" pitchFamily="34" charset="0"/>
              </a:rPr>
              <a:t>÷2 - 1= 9</a:t>
            </a:r>
            <a:r>
              <a:rPr lang="en-US"/>
              <a:t> </a:t>
            </a:r>
            <a:endParaRPr lang="en-US"/>
          </a:p>
          <a:p>
            <a:r>
              <a:rPr lang="en-US"/>
              <a:t>a) x  and +</a:t>
            </a:r>
            <a:endParaRPr lang="en-US"/>
          </a:p>
          <a:p>
            <a:r>
              <a:rPr lang="en-US"/>
              <a:t>b) x and </a:t>
            </a:r>
            <a:r>
              <a:rPr lang="en-US">
                <a:latin typeface="Arial" panose="020B0604020202020204" pitchFamily="34" charset="0"/>
                <a:sym typeface="+mn-ea"/>
              </a:rPr>
              <a:t>÷</a:t>
            </a:r>
            <a:endParaRPr lang="en-US">
              <a:latin typeface="Arial" panose="020B0604020202020204" pitchFamily="34" charset="0"/>
              <a:sym typeface="+mn-ea"/>
            </a:endParaRPr>
          </a:p>
          <a:p>
            <a:r>
              <a:rPr lang="en-US"/>
              <a:t>c) </a:t>
            </a:r>
            <a:r>
              <a:rPr lang="en-US">
                <a:latin typeface="Arial" panose="020B0604020202020204" pitchFamily="34" charset="0"/>
                <a:sym typeface="+mn-ea"/>
              </a:rPr>
              <a:t>÷ and +</a:t>
            </a:r>
            <a:endParaRPr lang="en-US">
              <a:latin typeface="Arial" panose="020B0604020202020204" pitchFamily="34" charset="0"/>
              <a:sym typeface="+mn-ea"/>
            </a:endParaRPr>
          </a:p>
          <a:p>
            <a:r>
              <a:rPr lang="en-US"/>
              <a:t>d) + and -</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IN" altLang="en-US"/>
              <a:t>The folloeing bar graph shows time taken (in hours) by six vehicles on two different days of travel . If B trains 528km on day 1.Then  find the speed of train B on day 1 ?</a:t>
            </a:r>
            <a:endParaRPr lang="en-IN" altLang="en-US"/>
          </a:p>
          <a:p>
            <a:r>
              <a:rPr lang="en-IN" altLang="en-US"/>
              <a:t>a) 42 kmph</a:t>
            </a:r>
            <a:endParaRPr lang="en-IN" altLang="en-US"/>
          </a:p>
          <a:p>
            <a:r>
              <a:rPr lang="en-IN" altLang="en-US"/>
              <a:t>b) 43 kmph</a:t>
            </a:r>
            <a:endParaRPr lang="en-IN" altLang="en-US"/>
          </a:p>
          <a:p>
            <a:r>
              <a:rPr lang="en-IN" altLang="en-US"/>
              <a:t>c) 46 kmph</a:t>
            </a:r>
            <a:endParaRPr lang="en-IN" altLang="en-US"/>
          </a:p>
          <a:p>
            <a:r>
              <a:rPr lang="en-IN" altLang="en-US"/>
              <a:t>d) 44 kmph</a:t>
            </a:r>
            <a:endParaRPr lang="en-IN" altLang="en-US"/>
          </a:p>
        </p:txBody>
      </p:sp>
      <p:graphicFrame>
        <p:nvGraphicFramePr>
          <p:cNvPr id="4" name="Picture Placeholder 3"/>
          <p:cNvGraphicFramePr/>
          <p:nvPr>
            <p:ph type="pic" sz="quarter" idx="13"/>
          </p:nvPr>
        </p:nvGraphicFramePr>
        <p:xfrm>
          <a:off x="7352030" y="2581910"/>
          <a:ext cx="4565650" cy="4093210"/>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IN" altLang="en-US"/>
              <a:t>What is The difference in the consumption of copper and steel in 2001?</a:t>
            </a:r>
            <a:endParaRPr lang="en-IN" altLang="en-US"/>
          </a:p>
          <a:p>
            <a:r>
              <a:rPr lang="en-IN" altLang="en-US"/>
              <a:t>a) 5000 tonnes</a:t>
            </a:r>
            <a:endParaRPr lang="en-IN" altLang="en-US"/>
          </a:p>
          <a:p>
            <a:r>
              <a:rPr lang="en-IN" altLang="en-US"/>
              <a:t>b) 5 tonnes</a:t>
            </a:r>
            <a:endParaRPr lang="en-IN" altLang="en-US"/>
          </a:p>
          <a:p>
            <a:r>
              <a:rPr lang="en-IN" altLang="en-US"/>
              <a:t>c) 50 tonnes</a:t>
            </a:r>
            <a:endParaRPr lang="en-IN" altLang="en-US"/>
          </a:p>
          <a:p>
            <a:r>
              <a:rPr lang="en-IN" altLang="en-US"/>
              <a:t>d) 500 tonnes</a:t>
            </a:r>
            <a:endParaRPr lang="en-IN" altLang="en-US"/>
          </a:p>
        </p:txBody>
      </p:sp>
      <p:graphicFrame>
        <p:nvGraphicFramePr>
          <p:cNvPr id="4" name="Picture Placeholder 3"/>
          <p:cNvGraphicFramePr/>
          <p:nvPr>
            <p:ph type="pic" sz="quarter" idx="13"/>
          </p:nvPr>
        </p:nvGraphicFramePr>
        <p:xfrm>
          <a:off x="7352030" y="2581910"/>
          <a:ext cx="4565650" cy="4093210"/>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IN" altLang="en-US">
                <a:sym typeface="+mn-ea"/>
              </a:rPr>
              <a:t>A total of 50 students are standing in the queue. The position of student A and student B are the right and 30 from the left respectively.What is the position of student A from the left?</a:t>
            </a:r>
            <a:endParaRPr lang="en-IN" altLang="en-US"/>
          </a:p>
          <a:p>
            <a:r>
              <a:rPr lang="en-IN" altLang="en-US">
                <a:sym typeface="+mn-ea"/>
              </a:rPr>
              <a:t>a) Cannot be determined </a:t>
            </a:r>
            <a:endParaRPr lang="en-IN" altLang="en-US"/>
          </a:p>
          <a:p>
            <a:r>
              <a:rPr lang="en-IN" altLang="en-US">
                <a:sym typeface="+mn-ea"/>
              </a:rPr>
              <a:t>b) 40</a:t>
            </a:r>
            <a:endParaRPr lang="en-IN" altLang="en-US"/>
          </a:p>
          <a:p>
            <a:r>
              <a:rPr lang="en-IN" altLang="en-US">
                <a:sym typeface="+mn-ea"/>
              </a:rPr>
              <a:t>c) 42</a:t>
            </a:r>
            <a:endParaRPr lang="en-IN" altLang="en-US"/>
          </a:p>
          <a:p>
            <a:r>
              <a:rPr lang="en-IN" altLang="en-US">
                <a:sym typeface="+mn-ea"/>
              </a:rPr>
              <a:t>d) 44</a:t>
            </a:r>
            <a:endParaRPr lang="en-IN" altLang="en-US"/>
          </a:p>
          <a:p>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p:txBody>
          <a:bodyPr/>
          <a:p>
            <a:endParaRPr lang="en-US"/>
          </a:p>
        </p:txBody>
      </p:sp>
      <p:sp>
        <p:nvSpPr>
          <p:cNvPr id="3" name="Content Placeholder 2"/>
          <p:cNvSpPr>
            <a:spLocks noGrp="1"/>
          </p:cNvSpPr>
          <p:nvPr>
            <p:ph sz="half" idx="1"/>
          </p:nvPr>
        </p:nvSpPr>
        <p:spPr/>
        <p:txBody>
          <a:bodyPr/>
          <a:p>
            <a:r>
              <a:rPr lang="en-IN" altLang="en-US"/>
              <a:t>What is the percentage of female workers in company W out of the total number of female in all the given companies ?</a:t>
            </a:r>
            <a:endParaRPr lang="en-IN" altLang="en-US"/>
          </a:p>
          <a:p>
            <a:r>
              <a:rPr lang="en-IN" altLang="en-US"/>
              <a:t>a) 17.24 %</a:t>
            </a:r>
            <a:endParaRPr lang="en-IN" altLang="en-US"/>
          </a:p>
          <a:p>
            <a:r>
              <a:rPr lang="en-IN" altLang="en-US"/>
              <a:t>b) 12.18 %</a:t>
            </a:r>
            <a:endParaRPr lang="en-IN" altLang="en-US"/>
          </a:p>
          <a:p>
            <a:r>
              <a:rPr lang="en-IN" altLang="en-US"/>
              <a:t>c) 15.40 %</a:t>
            </a:r>
            <a:endParaRPr lang="en-IN" altLang="en-US"/>
          </a:p>
          <a:p>
            <a:r>
              <a:rPr lang="en-IN" altLang="en-US"/>
              <a:t>d) 14.81%</a:t>
            </a:r>
            <a:endParaRPr lang="en-IN" altLang="en-US"/>
          </a:p>
        </p:txBody>
      </p:sp>
      <p:graphicFrame>
        <p:nvGraphicFramePr>
          <p:cNvPr id="4" name="Content Placeholder 3"/>
          <p:cNvGraphicFramePr/>
          <p:nvPr>
            <p:ph sz="half" idx="2"/>
          </p:nvPr>
        </p:nvGraphicFramePr>
        <p:xfrm>
          <a:off x="6515944" y="2120900"/>
          <a:ext cx="4639736" cy="3748194"/>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graphicFrame>
        <p:nvGraphicFramePr>
          <p:cNvPr id="6" name="Content Placeholder 5"/>
          <p:cNvGraphicFramePr/>
          <p:nvPr>
            <p:ph idx="1"/>
          </p:nvPr>
        </p:nvGraphicFramePr>
        <p:xfrm>
          <a:off x="0" y="2614839"/>
          <a:ext cx="12125960" cy="2667000"/>
        </p:xfrm>
        <a:graphic>
          <a:graphicData uri="http://schemas.openxmlformats.org/drawingml/2006/table">
            <a:tbl>
              <a:tblPr firstRow="1" bandRow="1">
                <a:tableStyleId>{5C22544A-7EE6-4342-B048-85BDC9FD1C3A}</a:tableStyleId>
              </a:tblPr>
              <a:tblGrid>
                <a:gridCol w="1515745"/>
                <a:gridCol w="1515745"/>
                <a:gridCol w="1515745"/>
                <a:gridCol w="1515745"/>
                <a:gridCol w="1515745"/>
                <a:gridCol w="1515745"/>
                <a:gridCol w="1515745"/>
              </a:tblGrid>
              <a:tr h="381000">
                <a:tc>
                  <a:txBody>
                    <a:bodyPr/>
                    <a:p>
                      <a:pPr>
                        <a:buNone/>
                      </a:pPr>
                      <a:endParaRPr lang="en-US"/>
                    </a:p>
                  </a:txBody>
                  <a:tcPr/>
                </a:tc>
                <a:tc>
                  <a:txBody>
                    <a:bodyPr/>
                    <a:p>
                      <a:pPr>
                        <a:buNone/>
                      </a:pPr>
                      <a:r>
                        <a:rPr lang="en-IN" altLang="en-US"/>
                        <a:t>U</a:t>
                      </a:r>
                      <a:endParaRPr lang="en-IN" altLang="en-US"/>
                    </a:p>
                  </a:txBody>
                  <a:tcPr/>
                </a:tc>
                <a:tc>
                  <a:txBody>
                    <a:bodyPr/>
                    <a:p>
                      <a:pPr>
                        <a:buNone/>
                      </a:pPr>
                      <a:r>
                        <a:rPr lang="en-IN" altLang="en-US"/>
                        <a:t>V</a:t>
                      </a:r>
                      <a:endParaRPr lang="en-IN" altLang="en-US"/>
                    </a:p>
                  </a:txBody>
                  <a:tcPr/>
                </a:tc>
                <a:tc>
                  <a:txBody>
                    <a:bodyPr/>
                    <a:p>
                      <a:pPr>
                        <a:buNone/>
                      </a:pPr>
                      <a:r>
                        <a:rPr lang="en-IN" altLang="en-US"/>
                        <a:t>W</a:t>
                      </a:r>
                      <a:endParaRPr lang="en-IN" altLang="en-US"/>
                    </a:p>
                  </a:txBody>
                  <a:tcPr/>
                </a:tc>
                <a:tc>
                  <a:txBody>
                    <a:bodyPr/>
                    <a:p>
                      <a:pPr>
                        <a:buNone/>
                      </a:pPr>
                      <a:r>
                        <a:rPr lang="en-IN" altLang="en-US"/>
                        <a:t>X</a:t>
                      </a:r>
                      <a:endParaRPr lang="en-IN" altLang="en-US"/>
                    </a:p>
                  </a:txBody>
                  <a:tcPr/>
                </a:tc>
                <a:tc>
                  <a:txBody>
                    <a:bodyPr/>
                    <a:p>
                      <a:pPr>
                        <a:buNone/>
                      </a:pPr>
                      <a:r>
                        <a:rPr lang="en-IN" altLang="en-US"/>
                        <a:t>Y</a:t>
                      </a:r>
                      <a:endParaRPr lang="en-IN" altLang="en-US"/>
                    </a:p>
                  </a:txBody>
                  <a:tcPr/>
                </a:tc>
                <a:tc>
                  <a:txBody>
                    <a:bodyPr/>
                    <a:p>
                      <a:pPr>
                        <a:buNone/>
                      </a:pPr>
                      <a:r>
                        <a:rPr lang="en-IN" altLang="en-US"/>
                        <a:t>Z</a:t>
                      </a:r>
                      <a:endParaRPr lang="en-IN" altLang="en-US"/>
                    </a:p>
                  </a:txBody>
                  <a:tcPr/>
                </a:tc>
              </a:tr>
              <a:tr h="381000">
                <a:tc>
                  <a:txBody>
                    <a:bodyPr/>
                    <a:p>
                      <a:pPr>
                        <a:buNone/>
                      </a:pPr>
                      <a:r>
                        <a:rPr lang="en-IN" altLang="en-US"/>
                        <a:t>2017</a:t>
                      </a:r>
                      <a:endParaRPr lang="en-IN" altLang="en-US"/>
                    </a:p>
                  </a:txBody>
                  <a:tcPr/>
                </a:tc>
                <a:tc>
                  <a:txBody>
                    <a:bodyPr/>
                    <a:p>
                      <a:pPr>
                        <a:buNone/>
                      </a:pPr>
                      <a:r>
                        <a:rPr lang="en-IN" altLang="en-US"/>
                        <a:t>183</a:t>
                      </a:r>
                      <a:endParaRPr lang="en-IN" altLang="en-US"/>
                    </a:p>
                  </a:txBody>
                  <a:tcPr/>
                </a:tc>
                <a:tc>
                  <a:txBody>
                    <a:bodyPr/>
                    <a:p>
                      <a:pPr>
                        <a:buNone/>
                      </a:pPr>
                      <a:r>
                        <a:rPr lang="en-IN" altLang="en-US"/>
                        <a:t>123</a:t>
                      </a:r>
                      <a:endParaRPr lang="en-IN" altLang="en-US"/>
                    </a:p>
                  </a:txBody>
                  <a:tcPr/>
                </a:tc>
                <a:tc>
                  <a:txBody>
                    <a:bodyPr/>
                    <a:p>
                      <a:pPr>
                        <a:buNone/>
                      </a:pPr>
                      <a:r>
                        <a:rPr lang="en-IN" altLang="en-US"/>
                        <a:t>277</a:t>
                      </a:r>
                      <a:endParaRPr lang="en-IN" altLang="en-US"/>
                    </a:p>
                  </a:txBody>
                  <a:tcPr/>
                </a:tc>
                <a:tc>
                  <a:txBody>
                    <a:bodyPr/>
                    <a:p>
                      <a:pPr>
                        <a:buNone/>
                      </a:pPr>
                      <a:r>
                        <a:rPr lang="en-IN" altLang="en-US"/>
                        <a:t>167</a:t>
                      </a:r>
                      <a:endParaRPr lang="en-IN" altLang="en-US"/>
                    </a:p>
                  </a:txBody>
                  <a:tcPr/>
                </a:tc>
                <a:tc>
                  <a:txBody>
                    <a:bodyPr/>
                    <a:p>
                      <a:pPr>
                        <a:buNone/>
                      </a:pPr>
                      <a:r>
                        <a:rPr lang="en-IN" altLang="en-US"/>
                        <a:t>178</a:t>
                      </a:r>
                      <a:endParaRPr lang="en-IN" altLang="en-US"/>
                    </a:p>
                  </a:txBody>
                  <a:tcPr/>
                </a:tc>
                <a:tc>
                  <a:txBody>
                    <a:bodyPr/>
                    <a:p>
                      <a:pPr>
                        <a:buNone/>
                      </a:pPr>
                      <a:r>
                        <a:rPr lang="en-IN" altLang="en-US"/>
                        <a:t>237</a:t>
                      </a:r>
                      <a:endParaRPr lang="en-IN" altLang="en-US"/>
                    </a:p>
                  </a:txBody>
                  <a:tcPr/>
                </a:tc>
              </a:tr>
              <a:tr h="381000">
                <a:tc>
                  <a:txBody>
                    <a:bodyPr/>
                    <a:p>
                      <a:pPr>
                        <a:buNone/>
                      </a:pPr>
                      <a:r>
                        <a:rPr lang="en-IN" altLang="en-US"/>
                        <a:t>2018</a:t>
                      </a:r>
                      <a:endParaRPr lang="en-IN" altLang="en-US"/>
                    </a:p>
                  </a:txBody>
                  <a:tcPr/>
                </a:tc>
                <a:tc>
                  <a:txBody>
                    <a:bodyPr/>
                    <a:p>
                      <a:pPr>
                        <a:buNone/>
                      </a:pPr>
                      <a:r>
                        <a:rPr lang="en-IN" altLang="en-US"/>
                        <a:t>178</a:t>
                      </a:r>
                      <a:endParaRPr lang="en-IN" altLang="en-US"/>
                    </a:p>
                  </a:txBody>
                  <a:tcPr/>
                </a:tc>
                <a:tc>
                  <a:txBody>
                    <a:bodyPr/>
                    <a:p>
                      <a:pPr>
                        <a:buNone/>
                      </a:pPr>
                      <a:r>
                        <a:rPr lang="en-IN" altLang="en-US"/>
                        <a:t>272</a:t>
                      </a:r>
                      <a:endParaRPr lang="en-IN" altLang="en-US"/>
                    </a:p>
                  </a:txBody>
                  <a:tcPr/>
                </a:tc>
                <a:tc>
                  <a:txBody>
                    <a:bodyPr/>
                    <a:p>
                      <a:pPr>
                        <a:buNone/>
                      </a:pPr>
                      <a:r>
                        <a:rPr lang="en-IN" altLang="en-US"/>
                        <a:t>269</a:t>
                      </a:r>
                      <a:endParaRPr lang="en-IN" altLang="en-US"/>
                    </a:p>
                  </a:txBody>
                  <a:tcPr/>
                </a:tc>
                <a:tc>
                  <a:txBody>
                    <a:bodyPr/>
                    <a:p>
                      <a:pPr>
                        <a:buNone/>
                      </a:pPr>
                      <a:r>
                        <a:rPr lang="en-IN" altLang="en-US"/>
                        <a:t>95</a:t>
                      </a:r>
                      <a:endParaRPr lang="en-IN" altLang="en-US"/>
                    </a:p>
                  </a:txBody>
                  <a:tcPr/>
                </a:tc>
                <a:tc>
                  <a:txBody>
                    <a:bodyPr/>
                    <a:p>
                      <a:pPr>
                        <a:buNone/>
                      </a:pPr>
                      <a:r>
                        <a:rPr lang="en-IN" altLang="en-US"/>
                        <a:t>379</a:t>
                      </a:r>
                      <a:endParaRPr lang="en-IN" altLang="en-US"/>
                    </a:p>
                  </a:txBody>
                  <a:tcPr/>
                </a:tc>
                <a:tc>
                  <a:txBody>
                    <a:bodyPr/>
                    <a:p>
                      <a:pPr>
                        <a:buNone/>
                      </a:pPr>
                      <a:r>
                        <a:rPr lang="en-IN" altLang="en-US"/>
                        <a:t>198</a:t>
                      </a:r>
                      <a:endParaRPr lang="en-IN" altLang="en-US"/>
                    </a:p>
                  </a:txBody>
                  <a:tcPr/>
                </a:tc>
              </a:tr>
              <a:tr h="381000">
                <a:tc>
                  <a:txBody>
                    <a:bodyPr/>
                    <a:p>
                      <a:pPr>
                        <a:buNone/>
                      </a:pPr>
                      <a:r>
                        <a:rPr lang="en-IN" altLang="en-US"/>
                        <a:t>2019</a:t>
                      </a:r>
                      <a:endParaRPr lang="en-IN" altLang="en-US"/>
                    </a:p>
                  </a:txBody>
                  <a:tcPr/>
                </a:tc>
                <a:tc>
                  <a:txBody>
                    <a:bodyPr/>
                    <a:p>
                      <a:pPr>
                        <a:buNone/>
                      </a:pPr>
                      <a:r>
                        <a:rPr lang="en-IN" altLang="en-US"/>
                        <a:t>133</a:t>
                      </a:r>
                      <a:endParaRPr lang="en-IN" altLang="en-US"/>
                    </a:p>
                  </a:txBody>
                  <a:tcPr/>
                </a:tc>
                <a:tc>
                  <a:txBody>
                    <a:bodyPr/>
                    <a:p>
                      <a:pPr>
                        <a:buNone/>
                      </a:pPr>
                      <a:r>
                        <a:rPr lang="en-IN" altLang="en-US"/>
                        <a:t>161</a:t>
                      </a:r>
                      <a:endParaRPr lang="en-IN" altLang="en-US"/>
                    </a:p>
                  </a:txBody>
                  <a:tcPr/>
                </a:tc>
                <a:tc>
                  <a:txBody>
                    <a:bodyPr/>
                    <a:p>
                      <a:pPr>
                        <a:buNone/>
                      </a:pPr>
                      <a:r>
                        <a:rPr lang="en-IN" altLang="en-US"/>
                        <a:t>226</a:t>
                      </a:r>
                      <a:endParaRPr lang="en-IN" altLang="en-US"/>
                    </a:p>
                  </a:txBody>
                  <a:tcPr/>
                </a:tc>
                <a:tc>
                  <a:txBody>
                    <a:bodyPr/>
                    <a:p>
                      <a:pPr>
                        <a:buNone/>
                      </a:pPr>
                      <a:r>
                        <a:rPr lang="en-IN" altLang="en-US"/>
                        <a:t>176</a:t>
                      </a:r>
                      <a:endParaRPr lang="en-IN" altLang="en-US"/>
                    </a:p>
                  </a:txBody>
                  <a:tcPr/>
                </a:tc>
                <a:tc>
                  <a:txBody>
                    <a:bodyPr/>
                    <a:p>
                      <a:pPr>
                        <a:buNone/>
                      </a:pPr>
                      <a:r>
                        <a:rPr lang="en-IN" altLang="en-US"/>
                        <a:t>239</a:t>
                      </a:r>
                      <a:endParaRPr lang="en-IN" altLang="en-US"/>
                    </a:p>
                  </a:txBody>
                  <a:tcPr/>
                </a:tc>
                <a:tc>
                  <a:txBody>
                    <a:bodyPr/>
                    <a:p>
                      <a:pPr>
                        <a:buNone/>
                      </a:pPr>
                      <a:r>
                        <a:rPr lang="en-IN" altLang="en-US"/>
                        <a:t>277</a:t>
                      </a:r>
                      <a:endParaRPr lang="en-IN" altLang="en-US"/>
                    </a:p>
                  </a:txBody>
                  <a:tcPr/>
                </a:tc>
              </a:tr>
              <a:tr h="381000">
                <a:tc>
                  <a:txBody>
                    <a:bodyPr/>
                    <a:p>
                      <a:pPr>
                        <a:buNone/>
                      </a:pPr>
                      <a:r>
                        <a:rPr lang="en-IN" altLang="en-US"/>
                        <a:t>2020</a:t>
                      </a:r>
                      <a:endParaRPr lang="en-IN" altLang="en-US"/>
                    </a:p>
                  </a:txBody>
                  <a:tcPr/>
                </a:tc>
                <a:tc>
                  <a:txBody>
                    <a:bodyPr/>
                    <a:p>
                      <a:pPr>
                        <a:buNone/>
                      </a:pPr>
                      <a:r>
                        <a:rPr lang="en-IN" altLang="en-US"/>
                        <a:t>264</a:t>
                      </a:r>
                      <a:endParaRPr lang="en-IN" altLang="en-US"/>
                    </a:p>
                  </a:txBody>
                  <a:tcPr/>
                </a:tc>
                <a:tc>
                  <a:txBody>
                    <a:bodyPr/>
                    <a:p>
                      <a:pPr>
                        <a:buNone/>
                      </a:pPr>
                      <a:r>
                        <a:rPr lang="en-IN" altLang="en-US"/>
                        <a:t>107</a:t>
                      </a:r>
                      <a:endParaRPr lang="en-IN" altLang="en-US"/>
                    </a:p>
                  </a:txBody>
                  <a:tcPr/>
                </a:tc>
                <a:tc>
                  <a:txBody>
                    <a:bodyPr/>
                    <a:p>
                      <a:pPr>
                        <a:buNone/>
                      </a:pPr>
                      <a:r>
                        <a:rPr lang="en-IN" altLang="en-US"/>
                        <a:t>237</a:t>
                      </a:r>
                      <a:endParaRPr lang="en-IN" altLang="en-US"/>
                    </a:p>
                  </a:txBody>
                  <a:tcPr/>
                </a:tc>
                <a:tc>
                  <a:txBody>
                    <a:bodyPr/>
                    <a:p>
                      <a:pPr>
                        <a:buNone/>
                      </a:pPr>
                      <a:r>
                        <a:rPr lang="en-IN" altLang="en-US"/>
                        <a:t>225</a:t>
                      </a:r>
                      <a:endParaRPr lang="en-IN" altLang="en-US"/>
                    </a:p>
                  </a:txBody>
                  <a:tcPr/>
                </a:tc>
                <a:tc>
                  <a:txBody>
                    <a:bodyPr/>
                    <a:p>
                      <a:pPr>
                        <a:buNone/>
                      </a:pPr>
                      <a:r>
                        <a:rPr lang="en-IN" altLang="en-US"/>
                        <a:t>282</a:t>
                      </a:r>
                      <a:endParaRPr lang="en-IN" altLang="en-US"/>
                    </a:p>
                  </a:txBody>
                  <a:tcPr/>
                </a:tc>
                <a:tc>
                  <a:txBody>
                    <a:bodyPr/>
                    <a:p>
                      <a:pPr>
                        <a:buNone/>
                      </a:pPr>
                      <a:r>
                        <a:rPr lang="en-IN" altLang="en-US"/>
                        <a:t>237</a:t>
                      </a:r>
                      <a:endParaRPr lang="en-IN" altLang="en-US"/>
                    </a:p>
                  </a:txBody>
                  <a:tcPr/>
                </a:tc>
              </a:tr>
              <a:tr h="381000">
                <a:tc>
                  <a:txBody>
                    <a:bodyPr/>
                    <a:p>
                      <a:pPr>
                        <a:buNone/>
                      </a:pPr>
                      <a:r>
                        <a:rPr lang="en-IN" altLang="en-US"/>
                        <a:t>2021</a:t>
                      </a:r>
                      <a:endParaRPr lang="en-IN" altLang="en-US"/>
                    </a:p>
                  </a:txBody>
                  <a:tcPr/>
                </a:tc>
                <a:tc>
                  <a:txBody>
                    <a:bodyPr/>
                    <a:p>
                      <a:pPr>
                        <a:buNone/>
                      </a:pPr>
                      <a:r>
                        <a:rPr lang="en-IN" altLang="en-US"/>
                        <a:t>278</a:t>
                      </a:r>
                      <a:endParaRPr lang="en-IN" altLang="en-US"/>
                    </a:p>
                  </a:txBody>
                  <a:tcPr/>
                </a:tc>
                <a:tc>
                  <a:txBody>
                    <a:bodyPr/>
                    <a:p>
                      <a:pPr>
                        <a:buNone/>
                      </a:pPr>
                      <a:r>
                        <a:rPr lang="en-IN" altLang="en-US"/>
                        <a:t>272</a:t>
                      </a:r>
                      <a:endParaRPr lang="en-IN" altLang="en-US"/>
                    </a:p>
                  </a:txBody>
                  <a:tcPr/>
                </a:tc>
                <a:tc>
                  <a:txBody>
                    <a:bodyPr/>
                    <a:p>
                      <a:pPr>
                        <a:buNone/>
                      </a:pPr>
                      <a:r>
                        <a:rPr lang="en-IN" altLang="en-US"/>
                        <a:t>213</a:t>
                      </a:r>
                      <a:endParaRPr lang="en-IN" altLang="en-US"/>
                    </a:p>
                  </a:txBody>
                  <a:tcPr/>
                </a:tc>
                <a:tc>
                  <a:txBody>
                    <a:bodyPr/>
                    <a:p>
                      <a:pPr>
                        <a:buNone/>
                      </a:pPr>
                      <a:r>
                        <a:rPr lang="en-IN" altLang="en-US"/>
                        <a:t>284</a:t>
                      </a:r>
                      <a:endParaRPr lang="en-IN" altLang="en-US"/>
                    </a:p>
                  </a:txBody>
                  <a:tcPr/>
                </a:tc>
                <a:tc>
                  <a:txBody>
                    <a:bodyPr/>
                    <a:p>
                      <a:pPr>
                        <a:buNone/>
                      </a:pPr>
                      <a:r>
                        <a:rPr lang="en-IN" altLang="en-US"/>
                        <a:t>293</a:t>
                      </a:r>
                      <a:endParaRPr lang="en-IN" altLang="en-US"/>
                    </a:p>
                  </a:txBody>
                  <a:tcPr/>
                </a:tc>
                <a:tc>
                  <a:txBody>
                    <a:bodyPr/>
                    <a:p>
                      <a:pPr>
                        <a:buNone/>
                      </a:pPr>
                      <a:r>
                        <a:rPr lang="en-IN" altLang="en-US"/>
                        <a:t>196</a:t>
                      </a:r>
                      <a:endParaRPr lang="en-IN" altLang="en-US"/>
                    </a:p>
                  </a:txBody>
                  <a:tcPr/>
                </a:tc>
              </a:tr>
            </a:tbl>
          </a:graphicData>
        </a:graphic>
      </p:graphicFrame>
      <p:sp>
        <p:nvSpPr>
          <p:cNvPr id="7" name="Text Box 6"/>
          <p:cNvSpPr txBox="1"/>
          <p:nvPr/>
        </p:nvSpPr>
        <p:spPr>
          <a:xfrm>
            <a:off x="635" y="1844040"/>
            <a:ext cx="12068810" cy="4523105"/>
          </a:xfrm>
          <a:prstGeom prst="rect">
            <a:avLst/>
          </a:prstGeom>
          <a:noFill/>
        </p:spPr>
        <p:txBody>
          <a:bodyPr wrap="square" rtlCol="0">
            <a:spAutoFit/>
          </a:bodyPr>
          <a:p>
            <a:r>
              <a:rPr lang="en-IN" altLang="en-US"/>
              <a:t>Determine the average number of cars sold by all the deallers in the year 2018</a:t>
            </a:r>
            <a:endParaRPr lang="en-IN" altLang="en-US"/>
          </a:p>
          <a:p>
            <a:endParaRPr lang="en-IN" altLang="en-US"/>
          </a:p>
          <a:p>
            <a:endParaRPr lang="en-IN" altLang="en-US"/>
          </a:p>
          <a:p>
            <a:endParaRPr lang="en-IN" altLang="en-US"/>
          </a:p>
          <a:p>
            <a:endParaRPr lang="en-IN" altLang="en-US"/>
          </a:p>
          <a:p>
            <a:endParaRPr lang="en-IN" altLang="en-US"/>
          </a:p>
          <a:p>
            <a:endParaRPr lang="en-IN" altLang="en-US"/>
          </a:p>
          <a:p>
            <a:endParaRPr lang="en-IN" altLang="en-US"/>
          </a:p>
          <a:p>
            <a:endParaRPr lang="en-IN" altLang="en-US"/>
          </a:p>
          <a:p>
            <a:endParaRPr lang="en-IN" altLang="en-US"/>
          </a:p>
          <a:p>
            <a:endParaRPr lang="en-IN" altLang="en-US"/>
          </a:p>
          <a:p>
            <a:endParaRPr lang="en-IN" altLang="en-US"/>
          </a:p>
          <a:p>
            <a:r>
              <a:rPr lang="en-IN" altLang="en-US"/>
              <a:t>a) 232</a:t>
            </a:r>
            <a:endParaRPr lang="en-IN" altLang="en-US"/>
          </a:p>
          <a:p>
            <a:r>
              <a:rPr lang="en-IN" altLang="en-US"/>
              <a:t>b) 225</a:t>
            </a:r>
            <a:endParaRPr lang="en-IN" altLang="en-US"/>
          </a:p>
          <a:p>
            <a:r>
              <a:rPr lang="en-IN" altLang="en-US"/>
              <a:t>c) 245</a:t>
            </a:r>
            <a:endParaRPr lang="en-IN" altLang="en-US"/>
          </a:p>
          <a:p>
            <a:r>
              <a:rPr lang="en-IN" altLang="en-US"/>
              <a:t>d) 251</a:t>
            </a:r>
            <a:endParaRPr lang="en-I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IN" altLang="en-US"/>
              <a:t>Statement 1: After 4 years their age ratio will be 2:1</a:t>
            </a:r>
            <a:endParaRPr lang="en-IN" altLang="en-US"/>
          </a:p>
          <a:p>
            <a:r>
              <a:rPr lang="en-IN" altLang="en-US"/>
              <a:t>statement 2: Before 2 years , the age ratio was 5:1</a:t>
            </a:r>
            <a:endParaRPr lang="en-IN" altLang="en-US"/>
          </a:p>
          <a:p>
            <a:r>
              <a:rPr lang="en-US" dirty="0">
                <a:sym typeface="+mn-ea"/>
              </a:rPr>
              <a:t>(</a:t>
            </a:r>
            <a:r>
              <a:rPr lang="en-US" dirty="0" smtClean="0">
                <a:sym typeface="+mn-ea"/>
              </a:rPr>
              <a:t>a) if </a:t>
            </a:r>
            <a:r>
              <a:rPr lang="en-US" dirty="0">
                <a:sym typeface="+mn-ea"/>
              </a:rPr>
              <a:t>statement (I) alone is sufficient, but statement (II) alone is not sufficient to answer the question;</a:t>
            </a:r>
            <a:br>
              <a:rPr lang="en-IN" dirty="0">
                <a:sym typeface="+mn-ea"/>
              </a:rPr>
            </a:br>
            <a:r>
              <a:rPr lang="en-US" dirty="0">
                <a:sym typeface="+mn-ea"/>
              </a:rPr>
              <a:t>(</a:t>
            </a:r>
            <a:r>
              <a:rPr lang="en-US" dirty="0" smtClean="0">
                <a:sym typeface="+mn-ea"/>
              </a:rPr>
              <a:t>b) if </a:t>
            </a:r>
            <a:r>
              <a:rPr lang="en-US" dirty="0">
                <a:sym typeface="+mn-ea"/>
              </a:rPr>
              <a:t>statement (II) alone is sufficient, but statement (I) alone is not sufficient to answer the question;</a:t>
            </a:r>
            <a:br>
              <a:rPr lang="en-IN" dirty="0">
                <a:sym typeface="+mn-ea"/>
              </a:rPr>
            </a:br>
            <a:r>
              <a:rPr lang="en-US" dirty="0">
                <a:sym typeface="+mn-ea"/>
              </a:rPr>
              <a:t>(</a:t>
            </a:r>
            <a:r>
              <a:rPr lang="en-US" dirty="0" smtClean="0">
                <a:sym typeface="+mn-ea"/>
              </a:rPr>
              <a:t>c) if </a:t>
            </a:r>
            <a:r>
              <a:rPr lang="en-US" dirty="0">
                <a:sym typeface="+mn-ea"/>
              </a:rPr>
              <a:t>statement (I) and (II) together are sufficient to answer the question but neither statement alone is sufficient;</a:t>
            </a:r>
            <a:br>
              <a:rPr lang="en-IN" dirty="0">
                <a:sym typeface="+mn-ea"/>
              </a:rPr>
            </a:br>
            <a:r>
              <a:rPr lang="en-US" dirty="0">
                <a:sym typeface="+mn-ea"/>
              </a:rPr>
              <a:t>(</a:t>
            </a:r>
            <a:r>
              <a:rPr lang="en-US" dirty="0" smtClean="0">
                <a:sym typeface="+mn-ea"/>
              </a:rPr>
              <a:t>d) if </a:t>
            </a:r>
            <a:r>
              <a:rPr lang="en-US" dirty="0">
                <a:sym typeface="+mn-ea"/>
              </a:rPr>
              <a:t>each statement alone is sufficient to answer the question;</a:t>
            </a:r>
            <a:br>
              <a:rPr lang="en-IN" dirty="0">
                <a:sym typeface="+mn-ea"/>
              </a:rPr>
            </a:br>
            <a:r>
              <a:rPr lang="en-US" dirty="0">
                <a:sym typeface="+mn-ea"/>
              </a:rPr>
              <a:t>(</a:t>
            </a:r>
            <a:r>
              <a:rPr lang="en-US" dirty="0" smtClean="0">
                <a:sym typeface="+mn-ea"/>
              </a:rPr>
              <a:t>e) if </a:t>
            </a:r>
            <a:r>
              <a:rPr lang="en-US" dirty="0">
                <a:sym typeface="+mn-ea"/>
              </a:rPr>
              <a:t>both statements (I) and (II) together are not sufficient to answer the question and additional data specific to the problem is needed.</a:t>
            </a:r>
            <a:br>
              <a:rPr lang="en-IN" dirty="0">
                <a:sym typeface="+mn-ea"/>
              </a:rPr>
            </a:br>
            <a:endParaRPr lang="en-I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descr="photo_2022-02-20_10-10-34"/>
          <p:cNvPicPr>
            <a:picLocks noChangeAspect="1"/>
          </p:cNvPicPr>
          <p:nvPr>
            <p:ph idx="1"/>
          </p:nvPr>
        </p:nvPicPr>
        <p:blipFill>
          <a:blip r:embed="rId1"/>
          <a:stretch>
            <a:fillRect/>
          </a:stretch>
        </p:blipFill>
        <p:spPr>
          <a:xfrm>
            <a:off x="384810" y="1905635"/>
            <a:ext cx="11086465" cy="485648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lnSpcReduction="20000"/>
          </a:bodyPr>
          <a:p>
            <a:r>
              <a:rPr lang="en-US"/>
              <a:t>Statement:</a:t>
            </a:r>
            <a:endParaRPr lang="en-US"/>
          </a:p>
          <a:p>
            <a:r>
              <a:rPr lang="en-US"/>
              <a:t>1.1+3=?</a:t>
            </a:r>
            <a:endParaRPr lang="en-US"/>
          </a:p>
          <a:p>
            <a:r>
              <a:rPr lang="en-US"/>
              <a:t>2. 9+2 =$</a:t>
            </a:r>
            <a:endParaRPr lang="en-US"/>
          </a:p>
          <a:p>
            <a:r>
              <a:rPr lang="en-US"/>
              <a:t>3. # + # = 44</a:t>
            </a:r>
            <a:endParaRPr lang="en-US"/>
          </a:p>
          <a:p>
            <a:r>
              <a:rPr lang="en-US"/>
              <a:t>Which of the following conclusion can be derived from the above given statements</a:t>
            </a:r>
            <a:endParaRPr lang="en-US"/>
          </a:p>
          <a:p>
            <a:r>
              <a:rPr lang="en-US"/>
              <a:t>Conclusions:</a:t>
            </a:r>
            <a:endParaRPr lang="en-US"/>
          </a:p>
          <a:p>
            <a:r>
              <a:rPr lang="en-US"/>
              <a:t>1. ? * $ = #</a:t>
            </a:r>
            <a:endParaRPr lang="en-US"/>
          </a:p>
          <a:p>
            <a:r>
              <a:rPr lang="en-US"/>
              <a:t>2. # - S =#</a:t>
            </a:r>
            <a:endParaRPr lang="en-US"/>
          </a:p>
          <a:p>
            <a:r>
              <a:rPr lang="en-US"/>
              <a:t>Only conclusion 2 follows</a:t>
            </a:r>
            <a:endParaRPr lang="en-US"/>
          </a:p>
          <a:p>
            <a:r>
              <a:rPr lang="en-US"/>
              <a:t>Only conclusion 1 follows</a:t>
            </a:r>
            <a:endParaRPr lang="en-US"/>
          </a:p>
          <a:p>
            <a:r>
              <a:rPr lang="en-US"/>
              <a:t>Both 1 and 2 follow</a:t>
            </a:r>
            <a:endParaRPr lang="en-US"/>
          </a:p>
          <a:p>
            <a:r>
              <a:rPr lang="en-US"/>
              <a:t>Neither 1 nor 2 follows</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Title 12"/>
          <p:cNvSpPr>
            <a:spLocks noGrp="1"/>
          </p:cNvSpPr>
          <p:nvPr>
            <p:ph type="title"/>
          </p:nvPr>
        </p:nvSpPr>
        <p:spPr/>
        <p:txBody>
          <a:bodyPr/>
          <a:p>
            <a:endParaRPr lang="en-US"/>
          </a:p>
        </p:txBody>
      </p:sp>
      <p:sp>
        <p:nvSpPr>
          <p:cNvPr id="3" name="Content Placeholder 2"/>
          <p:cNvSpPr>
            <a:spLocks noGrp="1"/>
          </p:cNvSpPr>
          <p:nvPr>
            <p:ph sz="half" idx="1"/>
          </p:nvPr>
        </p:nvSpPr>
        <p:spPr/>
        <p:txBody>
          <a:bodyPr/>
          <a:p>
            <a:r>
              <a:rPr lang="en-IN" altLang="en-US"/>
              <a:t>What is average production of company in the given years ?</a:t>
            </a:r>
            <a:endParaRPr lang="en-IN" altLang="en-US"/>
          </a:p>
          <a:p>
            <a:endParaRPr lang="en-IN" altLang="en-US"/>
          </a:p>
        </p:txBody>
      </p:sp>
      <p:graphicFrame>
        <p:nvGraphicFramePr>
          <p:cNvPr id="12" name="Content Placeholder 11"/>
          <p:cNvGraphicFramePr/>
          <p:nvPr>
            <p:ph sz="half" idx="2"/>
          </p:nvPr>
        </p:nvGraphicFramePr>
        <p:xfrm>
          <a:off x="1687830" y="2861310"/>
          <a:ext cx="9467850" cy="3007995"/>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t>Which  two signs should e interchanged to make the below equation mathematically correct ?</a:t>
            </a:r>
            <a:endParaRPr lang="en-US"/>
          </a:p>
          <a:p>
            <a:r>
              <a:rPr lang="en-US"/>
              <a:t>12 x 6 + 4 </a:t>
            </a:r>
            <a:r>
              <a:rPr lang="en-US">
                <a:latin typeface="Arial" panose="020B0604020202020204" pitchFamily="34" charset="0"/>
              </a:rPr>
              <a:t>÷2 - 1= 9</a:t>
            </a:r>
            <a:r>
              <a:rPr lang="en-US"/>
              <a:t> </a:t>
            </a:r>
            <a:endParaRPr lang="en-US"/>
          </a:p>
          <a:p>
            <a:r>
              <a:rPr lang="en-US"/>
              <a:t>a) x  and +</a:t>
            </a:r>
            <a:endParaRPr lang="en-US"/>
          </a:p>
          <a:p>
            <a:r>
              <a:rPr lang="en-US"/>
              <a:t>b) x and </a:t>
            </a:r>
            <a:r>
              <a:rPr lang="en-US">
                <a:latin typeface="Arial" panose="020B0604020202020204" pitchFamily="34" charset="0"/>
                <a:sym typeface="+mn-ea"/>
              </a:rPr>
              <a:t>÷</a:t>
            </a:r>
            <a:endParaRPr lang="en-US">
              <a:latin typeface="Arial" panose="020B0604020202020204" pitchFamily="34" charset="0"/>
              <a:sym typeface="+mn-ea"/>
            </a:endParaRPr>
          </a:p>
          <a:p>
            <a:r>
              <a:rPr lang="en-US"/>
              <a:t>c) </a:t>
            </a:r>
            <a:r>
              <a:rPr lang="en-US">
                <a:latin typeface="Arial" panose="020B0604020202020204" pitchFamily="34" charset="0"/>
                <a:sym typeface="+mn-ea"/>
              </a:rPr>
              <a:t>÷ and +</a:t>
            </a:r>
            <a:endParaRPr lang="en-US">
              <a:latin typeface="Arial" panose="020B0604020202020204" pitchFamily="34" charset="0"/>
              <a:sym typeface="+mn-ea"/>
            </a:endParaRPr>
          </a:p>
          <a:p>
            <a:r>
              <a:rPr lang="en-US"/>
              <a:t>d) + and -</a:t>
            </a: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t>Which  two signs should e interchanged to make the below equation mathematically correct ?</a:t>
            </a:r>
            <a:endParaRPr lang="en-US"/>
          </a:p>
          <a:p>
            <a:r>
              <a:rPr lang="en-US"/>
              <a:t>12 x 6 + 4 </a:t>
            </a:r>
            <a:r>
              <a:rPr lang="en-US">
                <a:latin typeface="Arial" panose="020B0604020202020204" pitchFamily="34" charset="0"/>
              </a:rPr>
              <a:t>÷2 - 1= 9</a:t>
            </a:r>
            <a:r>
              <a:rPr lang="en-US"/>
              <a:t> </a:t>
            </a:r>
            <a:endParaRPr lang="en-US"/>
          </a:p>
          <a:p>
            <a:r>
              <a:rPr lang="en-US"/>
              <a:t>a) x  and +</a:t>
            </a:r>
            <a:endParaRPr lang="en-US"/>
          </a:p>
          <a:p>
            <a:r>
              <a:rPr lang="en-US"/>
              <a:t>b) x and </a:t>
            </a:r>
            <a:r>
              <a:rPr lang="en-US">
                <a:latin typeface="Arial" panose="020B0604020202020204" pitchFamily="34" charset="0"/>
                <a:sym typeface="+mn-ea"/>
              </a:rPr>
              <a:t>÷</a:t>
            </a:r>
            <a:endParaRPr lang="en-US">
              <a:latin typeface="Arial" panose="020B0604020202020204" pitchFamily="34" charset="0"/>
              <a:sym typeface="+mn-ea"/>
            </a:endParaRPr>
          </a:p>
          <a:p>
            <a:r>
              <a:rPr lang="en-US"/>
              <a:t>c) </a:t>
            </a:r>
            <a:r>
              <a:rPr lang="en-US">
                <a:latin typeface="Arial" panose="020B0604020202020204" pitchFamily="34" charset="0"/>
                <a:sym typeface="+mn-ea"/>
              </a:rPr>
              <a:t>÷ and +</a:t>
            </a:r>
            <a:endParaRPr lang="en-US">
              <a:latin typeface="Arial" panose="020B0604020202020204" pitchFamily="34" charset="0"/>
              <a:sym typeface="+mn-ea"/>
            </a:endParaRPr>
          </a:p>
          <a:p>
            <a:r>
              <a:rPr lang="en-US"/>
              <a:t>d) + and -</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Autofit/>
          </a:bodyPr>
          <a:p>
            <a:r>
              <a:rPr lang="en-US" sz="1700"/>
              <a:t>Given below are 4 statements followed by 4 conclusions numbers:</a:t>
            </a:r>
            <a:endParaRPr lang="en-US" sz="1700"/>
          </a:p>
          <a:p>
            <a:r>
              <a:rPr lang="en-US" sz="1700"/>
              <a:t>Statements:1. P - Q : P is the daughter of Q.2. Q + S : Q is the sister of S.3. R $ S : R is the brother of S.</a:t>
            </a:r>
            <a:r>
              <a:rPr lang="en-IN" altLang="en-US" sz="1700"/>
              <a:t> </a:t>
            </a:r>
            <a:r>
              <a:rPr lang="en-US" sz="1700"/>
              <a:t>4. P % R er: R is the son of P.</a:t>
            </a:r>
            <a:endParaRPr lang="en-US" sz="1700"/>
          </a:p>
          <a:p>
            <a:r>
              <a:rPr lang="en-US" sz="1700"/>
              <a:t>Conclusions:</a:t>
            </a:r>
            <a:endParaRPr lang="en-US" sz="1700"/>
          </a:p>
          <a:p>
            <a:r>
              <a:rPr lang="en-US" sz="1700"/>
              <a:t>1. The relationship between P and S cannot be determined.</a:t>
            </a:r>
            <a:endParaRPr lang="en-US" sz="1700"/>
          </a:p>
          <a:p>
            <a:r>
              <a:rPr lang="en-US" sz="1700"/>
              <a:t>2. The relationship between P and S is P - S.</a:t>
            </a:r>
            <a:endParaRPr lang="en-US" sz="1700"/>
          </a:p>
          <a:p>
            <a:r>
              <a:rPr lang="en-US" sz="1700"/>
              <a:t>3. The relationship between P and S is P $ S.</a:t>
            </a:r>
            <a:endParaRPr lang="en-US" sz="1700"/>
          </a:p>
          <a:p>
            <a:r>
              <a:rPr lang="en-US" sz="1700"/>
              <a:t>4. The relationship between P and S is P % S.</a:t>
            </a:r>
            <a:endParaRPr lang="en-US" sz="1700"/>
          </a:p>
          <a:p>
            <a:r>
              <a:rPr lang="en-IN" altLang="en-US" sz="1700"/>
              <a:t>a) </a:t>
            </a:r>
            <a:r>
              <a:rPr lang="en-US" sz="1700"/>
              <a:t>Both conclusion 2 &amp; 4 follow</a:t>
            </a:r>
            <a:endParaRPr lang="en-US" sz="1700"/>
          </a:p>
          <a:p>
            <a:r>
              <a:rPr lang="en-IN" altLang="en-US" sz="1700"/>
              <a:t>b) </a:t>
            </a:r>
            <a:r>
              <a:rPr lang="en-US" sz="1700"/>
              <a:t>Conclusions 2, 3 &amp; 4 follow</a:t>
            </a:r>
            <a:endParaRPr lang="en-US" sz="1700"/>
          </a:p>
          <a:p>
            <a:r>
              <a:rPr lang="en-IN" altLang="en-US" sz="1700"/>
              <a:t>c) </a:t>
            </a:r>
            <a:r>
              <a:rPr lang="en-US" sz="1700"/>
              <a:t>Only conclusion 1 follows</a:t>
            </a:r>
            <a:endParaRPr lang="en-US" sz="1700"/>
          </a:p>
          <a:p>
            <a:r>
              <a:rPr lang="en-IN" altLang="en-US" sz="1700"/>
              <a:t>d) </a:t>
            </a:r>
            <a:r>
              <a:rPr lang="en-US" sz="1700"/>
              <a:t>No conclusion follows . </a:t>
            </a:r>
            <a:endParaRPr lang="en-US" sz="17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IN" altLang="en-US"/>
              <a:t>S1: An SUV is more durable than a sedan </a:t>
            </a:r>
            <a:endParaRPr lang="en-IN" altLang="en-US"/>
          </a:p>
          <a:p>
            <a:r>
              <a:rPr lang="en-IN" altLang="en-US"/>
              <a:t>S2: A sedan has higher fuel economy compared to SUV</a:t>
            </a:r>
            <a:endParaRPr lang="en-IN" altLang="en-US"/>
          </a:p>
          <a:p>
            <a:r>
              <a:rPr lang="en-IN" altLang="en-US"/>
              <a:t>Based on the given statements which of the given conclusion can be drawn ?</a:t>
            </a:r>
            <a:endParaRPr lang="en-IN" altLang="en-US"/>
          </a:p>
          <a:p>
            <a:r>
              <a:rPr lang="en-IN" altLang="en-US"/>
              <a:t>a) Sedarvs are more economical compared to suv</a:t>
            </a:r>
            <a:endParaRPr lang="en-IN" altLang="en-US"/>
          </a:p>
          <a:p>
            <a:r>
              <a:rPr lang="en-IN" altLang="en-US"/>
              <a:t>b) An suv is safer than a Sedan</a:t>
            </a:r>
            <a:endParaRPr lang="en-IN" altLang="en-US"/>
          </a:p>
          <a:p>
            <a:r>
              <a:rPr lang="en-IN" altLang="en-US"/>
              <a:t>c) An SUV is not good for long drives</a:t>
            </a:r>
            <a:endParaRPr lang="en-IN" altLang="en-US"/>
          </a:p>
          <a:p>
            <a:r>
              <a:rPr lang="en-IN" altLang="en-US"/>
              <a:t>d) None of the given options. </a:t>
            </a:r>
            <a:endParaRPr lang="en-I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a:bodyPr>
          <a:p>
            <a:r>
              <a:rPr lang="en-US" sz="1555"/>
              <a:t>Five painters are painting a painting each on each day on the week as folows</a:t>
            </a:r>
            <a:endParaRPr lang="en-US" sz="1555"/>
          </a:p>
          <a:p>
            <a:r>
              <a:rPr lang="en-US" sz="1555"/>
              <a:t>1. A does paints P and also does not paint on Wednesday.</a:t>
            </a:r>
            <a:endParaRPr lang="en-US" sz="1555"/>
          </a:p>
          <a:p>
            <a:r>
              <a:rPr lang="en-US" sz="1555"/>
              <a:t>2. B paints Q and does not paint it on Tuesday or Thursday,</a:t>
            </a:r>
            <a:endParaRPr lang="en-US" sz="1555"/>
          </a:p>
          <a:p>
            <a:r>
              <a:rPr lang="en-US" sz="1555"/>
              <a:t>3.R is painted on Monday</a:t>
            </a:r>
            <a:endParaRPr lang="en-US" sz="1555"/>
          </a:p>
          <a:p>
            <a:r>
              <a:rPr lang="en-US" sz="1555"/>
              <a:t>4. D paints on Thursday and he does not paint P</a:t>
            </a:r>
            <a:endParaRPr lang="en-US" sz="1555"/>
          </a:p>
          <a:p>
            <a:r>
              <a:rPr lang="en-US" sz="1555"/>
              <a:t>5. T is painted on Friday and not by E</a:t>
            </a:r>
            <a:endParaRPr lang="en-US" sz="1555"/>
          </a:p>
          <a:p>
            <a:r>
              <a:rPr lang="en-US" sz="1555"/>
              <a:t>6. F paints on Tuesday</a:t>
            </a:r>
            <a:endParaRPr lang="en-US" sz="1555"/>
          </a:p>
          <a:p>
            <a:r>
              <a:rPr lang="en-US" sz="1555"/>
              <a:t>Which of the following conclusions can be drawn from the above given statements</a:t>
            </a:r>
            <a:endParaRPr lang="en-US" sz="1555"/>
          </a:p>
          <a:p>
            <a:r>
              <a:rPr lang="en-US" sz="1555"/>
              <a:t>1. E paints R on Wednesday</a:t>
            </a:r>
            <a:endParaRPr lang="en-US" sz="1555"/>
          </a:p>
          <a:p>
            <a:r>
              <a:rPr lang="en-US" sz="1555"/>
              <a:t>2. Q is painted on Thursday</a:t>
            </a:r>
            <a:endParaRPr lang="en-US" sz="1555"/>
          </a:p>
          <a:p>
            <a:r>
              <a:rPr lang="en-US" sz="1555"/>
              <a:t>3. Neither E nor A paint T.</a:t>
            </a:r>
            <a:endParaRPr lang="en-US" sz="1555"/>
          </a:p>
          <a:p>
            <a:r>
              <a:rPr lang="en-US" sz="1555"/>
              <a:t>a) only 1 b) only 2 c) only 3 d) Both 1 and 3  e) both 2 and 3 </a:t>
            </a:r>
            <a:endParaRPr lang="en-US" sz="1555"/>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itle 5"/>
          <p:cNvSpPr>
            <a:spLocks noGrp="1"/>
          </p:cNvSpPr>
          <p:nvPr>
            <p:ph type="title"/>
          </p:nvPr>
        </p:nvSpPr>
        <p:spPr/>
        <p:txBody>
          <a:bodyPr/>
          <a:p>
            <a:endParaRPr lang="en-US"/>
          </a:p>
        </p:txBody>
      </p:sp>
      <p:sp>
        <p:nvSpPr>
          <p:cNvPr id="3" name="Content Placeholder 2"/>
          <p:cNvSpPr>
            <a:spLocks noGrp="1"/>
          </p:cNvSpPr>
          <p:nvPr>
            <p:ph sz="half" idx="1"/>
          </p:nvPr>
        </p:nvSpPr>
        <p:spPr/>
        <p:txBody>
          <a:bodyPr/>
          <a:p>
            <a:r>
              <a:rPr lang="en-US"/>
              <a:t>What is the average export made in the given period?</a:t>
            </a:r>
            <a:endParaRPr lang="en-US"/>
          </a:p>
          <a:p>
            <a:r>
              <a:rPr lang="en-US"/>
              <a:t>a) 215</a:t>
            </a:r>
            <a:endParaRPr lang="en-US"/>
          </a:p>
          <a:p>
            <a:r>
              <a:rPr lang="en-US"/>
              <a:t>b) 118</a:t>
            </a:r>
            <a:endParaRPr lang="en-US"/>
          </a:p>
          <a:p>
            <a:r>
              <a:rPr lang="en-US"/>
              <a:t>c) 225</a:t>
            </a:r>
            <a:endParaRPr lang="en-US"/>
          </a:p>
          <a:p>
            <a:r>
              <a:rPr lang="en-US"/>
              <a:t>d) 152</a:t>
            </a:r>
            <a:endParaRPr lang="en-US"/>
          </a:p>
          <a:p>
            <a:r>
              <a:rPr lang="en-US"/>
              <a:t> </a:t>
            </a:r>
            <a:endParaRPr lang="en-US"/>
          </a:p>
        </p:txBody>
      </p:sp>
      <p:graphicFrame>
        <p:nvGraphicFramePr>
          <p:cNvPr id="5" name="Content Placeholder 4"/>
          <p:cNvGraphicFramePr/>
          <p:nvPr>
            <p:ph sz="half" idx="2"/>
          </p:nvPr>
        </p:nvGraphicFramePr>
        <p:xfrm>
          <a:off x="6515944" y="2120900"/>
          <a:ext cx="4639736" cy="3748194"/>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p:txBody>
          <a:bodyPr/>
          <a:p>
            <a:endParaRPr lang="en-US"/>
          </a:p>
        </p:txBody>
      </p:sp>
      <p:sp>
        <p:nvSpPr>
          <p:cNvPr id="3" name="Content Placeholder 2"/>
          <p:cNvSpPr>
            <a:spLocks noGrp="1"/>
          </p:cNvSpPr>
          <p:nvPr>
            <p:ph sz="half" idx="1"/>
          </p:nvPr>
        </p:nvSpPr>
        <p:spPr/>
        <p:txBody>
          <a:bodyPr>
            <a:normAutofit/>
          </a:bodyPr>
          <a:p>
            <a:r>
              <a:rPr lang="en-IN" altLang="en-US" sz="1555"/>
              <a:t>What is the ratio of total number of chocolate cakes and strawberry cake together to number of vennila and orange cake together </a:t>
            </a:r>
            <a:endParaRPr lang="en-IN" altLang="en-US" sz="1555"/>
          </a:p>
          <a:p>
            <a:endParaRPr lang="en-IN" altLang="en-US" sz="1555"/>
          </a:p>
        </p:txBody>
      </p:sp>
      <p:graphicFrame>
        <p:nvGraphicFramePr>
          <p:cNvPr id="4" name="Content Placeholder 3"/>
          <p:cNvGraphicFramePr/>
          <p:nvPr>
            <p:ph sz="half" idx="2"/>
          </p:nvPr>
        </p:nvGraphicFramePr>
        <p:xfrm>
          <a:off x="6515944" y="2120900"/>
          <a:ext cx="4639736" cy="3748194"/>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a:bodyPr>
          <a:p>
            <a:r>
              <a:rPr lang="en-IN" altLang="en-US" sz="1555"/>
              <a:t>14 , 28, 20 , X , 32 ,64</a:t>
            </a:r>
            <a:endParaRPr lang="en-IN" altLang="en-US" sz="1555"/>
          </a:p>
          <a:p>
            <a:r>
              <a:rPr lang="en-IN" altLang="en-US" sz="1555"/>
              <a:t>a) 24</a:t>
            </a:r>
            <a:endParaRPr lang="en-IN" altLang="en-US" sz="1555"/>
          </a:p>
          <a:p>
            <a:r>
              <a:rPr lang="en-IN" altLang="en-US" sz="1555"/>
              <a:t>b) 28</a:t>
            </a:r>
            <a:endParaRPr lang="en-IN" altLang="en-US" sz="1555"/>
          </a:p>
          <a:p>
            <a:r>
              <a:rPr lang="en-IN" altLang="en-US" sz="1555"/>
              <a:t>c) 40</a:t>
            </a:r>
            <a:endParaRPr lang="en-IN" altLang="en-US" sz="1555"/>
          </a:p>
          <a:p>
            <a:r>
              <a:rPr lang="en-IN" altLang="en-US" sz="1555"/>
              <a:t>d) 34</a:t>
            </a:r>
            <a:endParaRPr lang="en-IN" altLang="en-US" sz="1555"/>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t>Study the pattern given below and answer the given question</a:t>
            </a:r>
            <a:endParaRPr lang="en-US"/>
          </a:p>
          <a:p>
            <a:r>
              <a:rPr lang="en-US"/>
              <a:t>% + E 3</a:t>
            </a:r>
            <a:r>
              <a:rPr lang="en-IN" altLang="en-US"/>
              <a:t> </a:t>
            </a:r>
            <a:r>
              <a:rPr lang="en-US"/>
              <a:t>4</a:t>
            </a:r>
            <a:r>
              <a:rPr lang="en-IN" altLang="en-US"/>
              <a:t> </a:t>
            </a:r>
            <a:r>
              <a:rPr lang="en-US"/>
              <a:t>F 1@</a:t>
            </a:r>
            <a:r>
              <a:rPr lang="en-IN" altLang="en-US"/>
              <a:t> </a:t>
            </a:r>
            <a:r>
              <a:rPr lang="en-US"/>
              <a:t>$</a:t>
            </a:r>
            <a:r>
              <a:rPr lang="en-IN" altLang="en-US"/>
              <a:t> </a:t>
            </a:r>
            <a:r>
              <a:rPr lang="en-US"/>
              <a:t>4 G</a:t>
            </a:r>
            <a:r>
              <a:rPr lang="en-IN" altLang="en-US"/>
              <a:t> </a:t>
            </a:r>
            <a:r>
              <a:rPr lang="en-US"/>
              <a:t>H</a:t>
            </a:r>
            <a:r>
              <a:rPr lang="en-IN" altLang="en-US"/>
              <a:t> </a:t>
            </a:r>
            <a:r>
              <a:rPr lang="en-US"/>
              <a:t>I 10 J</a:t>
            </a:r>
            <a:r>
              <a:rPr lang="en-IN" altLang="en-US"/>
              <a:t> 0 </a:t>
            </a:r>
            <a:r>
              <a:rPr lang="en-US"/>
              <a:t>H</a:t>
            </a:r>
            <a:r>
              <a:rPr lang="en-IN" altLang="en-US"/>
              <a:t> </a:t>
            </a:r>
            <a:r>
              <a:rPr lang="en-US"/>
              <a:t>1</a:t>
            </a:r>
            <a:r>
              <a:rPr lang="en-IN" altLang="en-US"/>
              <a:t> </a:t>
            </a:r>
            <a:r>
              <a:rPr lang="en-US"/>
              <a:t>4</a:t>
            </a:r>
            <a:r>
              <a:rPr lang="en-IN" altLang="en-US"/>
              <a:t> E </a:t>
            </a:r>
            <a:r>
              <a:rPr lang="en-US"/>
              <a:t>% K</a:t>
            </a:r>
            <a:r>
              <a:rPr lang="en-IN" altLang="en-US"/>
              <a:t> </a:t>
            </a:r>
            <a:r>
              <a:rPr lang="en-US"/>
              <a:t>L</a:t>
            </a:r>
            <a:r>
              <a:rPr lang="en-IN" altLang="en-US"/>
              <a:t> </a:t>
            </a:r>
            <a:r>
              <a:rPr lang="en-US"/>
              <a:t>M + 1</a:t>
            </a:r>
            <a:r>
              <a:rPr lang="en-IN" altLang="en-US"/>
              <a:t> </a:t>
            </a:r>
            <a:r>
              <a:rPr lang="en-US"/>
              <a:t>2</a:t>
            </a:r>
            <a:r>
              <a:rPr lang="en-IN" altLang="en-US"/>
              <a:t> L</a:t>
            </a:r>
            <a:r>
              <a:rPr lang="en-US"/>
              <a:t> 0</a:t>
            </a:r>
            <a:r>
              <a:rPr lang="en-IN" altLang="en-US"/>
              <a:t> </a:t>
            </a:r>
            <a:r>
              <a:rPr lang="en-US"/>
              <a:t>% + A</a:t>
            </a:r>
            <a:endParaRPr lang="en-US"/>
          </a:p>
          <a:p>
            <a:r>
              <a:rPr lang="en-US"/>
              <a:t>How many alphabets in the pattern given above satisfy the following conditions?</a:t>
            </a:r>
            <a:endParaRPr lang="en-US"/>
          </a:p>
          <a:p>
            <a:r>
              <a:rPr lang="en-US"/>
              <a:t>1. The alphabets have numbers immediately preceding it and succeeding</a:t>
            </a:r>
            <a:endParaRPr lang="en-US"/>
          </a:p>
          <a:p>
            <a:r>
              <a:rPr lang="en-US"/>
              <a:t>2. The sum of these alphabets in the pattern is equal to the position of in the english alphabets</a:t>
            </a:r>
            <a:endParaRPr lang="en-US"/>
          </a:p>
          <a:p>
            <a:r>
              <a:rPr lang="en-IN" altLang="en-US"/>
              <a:t>a) 0</a:t>
            </a:r>
            <a:endParaRPr lang="en-IN" altLang="en-US"/>
          </a:p>
          <a:p>
            <a:r>
              <a:rPr lang="en-IN" altLang="en-US"/>
              <a:t>b) 1</a:t>
            </a:r>
            <a:endParaRPr lang="en-IN" altLang="en-US"/>
          </a:p>
          <a:p>
            <a:r>
              <a:rPr lang="en-IN" altLang="en-US"/>
              <a:t>c) 2</a:t>
            </a:r>
            <a:endParaRPr lang="en-IN" altLang="en-US"/>
          </a:p>
          <a:p>
            <a:r>
              <a:rPr lang="en-IN" altLang="en-US"/>
              <a:t>d) 3</a:t>
            </a:r>
            <a:endParaRPr lang="en-IN" altLang="en-US"/>
          </a:p>
          <a:p>
            <a:endParaRPr lang="en-IN"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IN" altLang="en-US"/>
              <a:t>100,20,80,50,60,80....</a:t>
            </a:r>
            <a:endParaRPr lang="en-IN" altLang="en-US"/>
          </a:p>
          <a:p>
            <a:r>
              <a:rPr lang="en-IN" altLang="en-US"/>
              <a:t>a) 30</a:t>
            </a:r>
            <a:endParaRPr lang="en-IN" altLang="en-US"/>
          </a:p>
          <a:p>
            <a:r>
              <a:rPr lang="en-IN" altLang="en-US"/>
              <a:t>b) 90</a:t>
            </a:r>
            <a:endParaRPr lang="en-IN" altLang="en-US"/>
          </a:p>
          <a:p>
            <a:r>
              <a:rPr lang="en-IN" altLang="en-US"/>
              <a:t>c) 40</a:t>
            </a:r>
            <a:endParaRPr lang="en-IN" altLang="en-US"/>
          </a:p>
          <a:p>
            <a:r>
              <a:rPr lang="en-IN" altLang="en-US"/>
              <a:t>d) 100</a:t>
            </a:r>
            <a:endParaRPr lang="en-IN"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t>Elle, Noah, Lee, Rachel and Marco are five friends. They are sitting in a line facing East.</a:t>
            </a:r>
            <a:endParaRPr lang="en-US"/>
          </a:p>
          <a:p>
            <a:r>
              <a:rPr lang="en-US"/>
              <a:t>1. Elle and Noah are sitting close to each other but not together.</a:t>
            </a:r>
            <a:endParaRPr lang="en-US"/>
          </a:p>
          <a:p>
            <a:r>
              <a:rPr lang="en-US"/>
              <a:t>2. Marco is sitting at the north end.</a:t>
            </a:r>
            <a:endParaRPr lang="en-US"/>
          </a:p>
          <a:p>
            <a:r>
              <a:rPr lang="en-US"/>
              <a:t>3</a:t>
            </a:r>
            <a:r>
              <a:rPr lang="en-IN" altLang="en-US"/>
              <a:t>.</a:t>
            </a:r>
            <a:r>
              <a:rPr lang="en-US"/>
              <a:t> Rachel is sitting at the south end.</a:t>
            </a:r>
            <a:endParaRPr lang="en-US"/>
          </a:p>
          <a:p>
            <a:r>
              <a:rPr lang="en-US"/>
              <a:t>4. Lee is the neighbour of Elle and Noah.</a:t>
            </a:r>
            <a:endParaRPr lang="en-US"/>
          </a:p>
          <a:p>
            <a:r>
              <a:rPr lang="en-US"/>
              <a:t>Who is sitting in the middle of the line?</a:t>
            </a:r>
            <a:endParaRPr lang="en-US"/>
          </a:p>
          <a:p>
            <a:r>
              <a:rPr lang="en-IN" altLang="en-US"/>
              <a:t>a) Elle</a:t>
            </a:r>
            <a:endParaRPr lang="en-IN" altLang="en-US"/>
          </a:p>
          <a:p>
            <a:r>
              <a:rPr lang="en-IN" altLang="en-US"/>
              <a:t>b) Noah</a:t>
            </a:r>
            <a:endParaRPr lang="en-IN" altLang="en-US"/>
          </a:p>
          <a:p>
            <a:r>
              <a:rPr lang="en-IN" altLang="en-US"/>
              <a:t>c) Rachel</a:t>
            </a:r>
            <a:endParaRPr lang="en-IN" altLang="en-US"/>
          </a:p>
          <a:p>
            <a:r>
              <a:rPr lang="en-IN" altLang="en-US"/>
              <a:t>d) Lee</a:t>
            </a:r>
            <a:endParaRPr lang="en-IN"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IN" altLang="en-US"/>
              <a:t>D4, J10, F6 , G7, H8,?</a:t>
            </a:r>
            <a:endParaRPr lang="en-IN" altLang="en-US"/>
          </a:p>
          <a:p>
            <a:r>
              <a:rPr lang="en-IN" altLang="en-US"/>
              <a:t>a) D4</a:t>
            </a:r>
            <a:endParaRPr lang="en-IN" altLang="en-US"/>
          </a:p>
          <a:p>
            <a:r>
              <a:rPr lang="en-IN" altLang="en-US"/>
              <a:t>b) J9</a:t>
            </a:r>
            <a:endParaRPr lang="en-IN" altLang="en-US"/>
          </a:p>
          <a:p>
            <a:r>
              <a:rPr lang="en-IN" altLang="en-US"/>
              <a:t>c) A9</a:t>
            </a:r>
            <a:endParaRPr lang="en-IN" altLang="en-US"/>
          </a:p>
          <a:p>
            <a:r>
              <a:rPr lang="en-IN" altLang="en-US"/>
              <a:t>d) I9</a:t>
            </a:r>
            <a:endParaRPr lang="en-IN"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IN" altLang="en-US"/>
              <a:t>5F, ? , 6H, 7J, 8L</a:t>
            </a:r>
            <a:endParaRPr lang="en-IN" altLang="en-US"/>
          </a:p>
          <a:p>
            <a:r>
              <a:rPr lang="en-IN" altLang="en-US"/>
              <a:t>a) 6G</a:t>
            </a:r>
            <a:endParaRPr lang="en-IN" altLang="en-US"/>
          </a:p>
          <a:p>
            <a:r>
              <a:rPr lang="en-IN" altLang="en-US"/>
              <a:t>b) 6D</a:t>
            </a:r>
            <a:endParaRPr lang="en-IN" altLang="en-US"/>
          </a:p>
          <a:p>
            <a:r>
              <a:rPr lang="en-IN" altLang="en-US"/>
              <a:t>c) 6H</a:t>
            </a:r>
            <a:endParaRPr lang="en-IN" altLang="en-US"/>
          </a:p>
          <a:p>
            <a:r>
              <a:rPr lang="en-IN" altLang="en-US"/>
              <a:t>d) 6A</a:t>
            </a:r>
            <a:endParaRPr lang="en-I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IN" altLang="en-US"/>
              <a:t>870, 15,263,11,951,15,1023,?</a:t>
            </a:r>
            <a:endParaRPr lang="en-IN" altLang="en-US"/>
          </a:p>
          <a:p>
            <a:r>
              <a:rPr lang="en-IN" altLang="en-US"/>
              <a:t>a) 6</a:t>
            </a:r>
            <a:endParaRPr lang="en-IN" altLang="en-US"/>
          </a:p>
          <a:p>
            <a:r>
              <a:rPr lang="en-IN" altLang="en-US"/>
              <a:t>b) 12</a:t>
            </a:r>
            <a:endParaRPr lang="en-IN" altLang="en-US"/>
          </a:p>
          <a:p>
            <a:r>
              <a:rPr lang="en-IN" altLang="en-US"/>
              <a:t>c) 14</a:t>
            </a:r>
            <a:endParaRPr lang="en-IN" altLang="en-US"/>
          </a:p>
          <a:p>
            <a:r>
              <a:rPr lang="en-IN" altLang="en-US"/>
              <a:t>d) 4</a:t>
            </a:r>
            <a:endParaRPr lang="en-IN"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IN" altLang="en-US"/>
              <a:t>280456, ? ,7,7,7..</a:t>
            </a:r>
            <a:endParaRPr lang="en-IN" altLang="en-US"/>
          </a:p>
          <a:p>
            <a:r>
              <a:rPr lang="en-IN" altLang="en-US"/>
              <a:t>a) 28</a:t>
            </a:r>
            <a:endParaRPr lang="en-IN" altLang="en-US"/>
          </a:p>
          <a:p>
            <a:r>
              <a:rPr lang="en-IN" altLang="en-US"/>
              <a:t>b) 20</a:t>
            </a:r>
            <a:endParaRPr lang="en-IN" altLang="en-US"/>
          </a:p>
          <a:p>
            <a:r>
              <a:rPr lang="en-IN" altLang="en-US"/>
              <a:t>c) 25</a:t>
            </a:r>
            <a:endParaRPr lang="en-IN" altLang="en-US"/>
          </a:p>
          <a:p>
            <a:r>
              <a:rPr lang="en-IN" altLang="en-US"/>
              <a:t>d) 12</a:t>
            </a:r>
            <a:endParaRPr lang="en-I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IN" altLang="en-US"/>
              <a:t>Billy bought 25 liters castrol oil at Rs.12.5 per litre and 24 litre of castor oil at 10 per litre. At what price per litre should he sell this mixture to achive the above given objective ?</a:t>
            </a:r>
            <a:endParaRPr lang="en-IN" altLang="en-US"/>
          </a:p>
          <a:p>
            <a:r>
              <a:rPr lang="en-IN" altLang="en-US"/>
              <a:t>a) Rs. 14.66 per litre</a:t>
            </a:r>
            <a:endParaRPr lang="en-IN" altLang="en-US"/>
          </a:p>
          <a:p>
            <a:r>
              <a:rPr lang="en-IN" altLang="en-US"/>
              <a:t>b) Rs. 12.66 per litre</a:t>
            </a:r>
            <a:endParaRPr lang="en-IN" altLang="en-US"/>
          </a:p>
          <a:p>
            <a:r>
              <a:rPr lang="en-IN" altLang="en-US"/>
              <a:t>c) Rs. 15.89 per litre</a:t>
            </a:r>
            <a:endParaRPr lang="en-IN" altLang="en-US"/>
          </a:p>
          <a:p>
            <a:r>
              <a:rPr lang="en-IN" altLang="en-US"/>
              <a:t>d) Rs. 17.80 per litre </a:t>
            </a:r>
            <a:endParaRPr lang="en-IN"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25000"/>
          </a:bodyPr>
          <a:p>
            <a:r>
              <a:rPr lang="en-US" sz="5600"/>
              <a:t>Oliver, Jack, Harry, Jacob, Charlie, Thomas, George, Oscar, James are watching a movie sitting in a ro</a:t>
            </a:r>
            <a:endParaRPr lang="en-US" sz="5600"/>
          </a:p>
          <a:p>
            <a:r>
              <a:rPr lang="en-US" sz="5600"/>
              <a:t>1. Jack is at one end of the row.</a:t>
            </a:r>
            <a:endParaRPr lang="en-US" sz="5600"/>
          </a:p>
          <a:p>
            <a:r>
              <a:rPr lang="en-US" sz="5600"/>
              <a:t>2. Oscaris seated adjacent to both Thomas and George.</a:t>
            </a:r>
            <a:endParaRPr lang="en-US" sz="5600"/>
          </a:p>
          <a:p>
            <a:r>
              <a:rPr lang="en-US" sz="5600"/>
              <a:t>3. Harry is to the immediate right of Jacob and at the third place to the right of Charlie.</a:t>
            </a:r>
            <a:endParaRPr lang="en-US" sz="5600"/>
          </a:p>
          <a:p>
            <a:r>
              <a:rPr lang="en-US" sz="5600"/>
              <a:t>4. Oliver is immediate left of Thomas.</a:t>
            </a:r>
            <a:endParaRPr lang="en-US" sz="5600"/>
          </a:p>
          <a:p>
            <a:r>
              <a:rPr lang="en-US" sz="5600"/>
              <a:t>5. Thomas is at the third place to the left of Jack.</a:t>
            </a:r>
            <a:endParaRPr lang="en-US" sz="5600"/>
          </a:p>
          <a:p>
            <a:endParaRPr lang="en-US" sz="5600"/>
          </a:p>
          <a:p>
            <a:r>
              <a:rPr lang="en-US" sz="5600"/>
              <a:t>Who are at the end of the row</a:t>
            </a:r>
            <a:r>
              <a:rPr lang="en-IN" altLang="en-US" sz="5600"/>
              <a:t> ?</a:t>
            </a:r>
            <a:endParaRPr lang="en-US" sz="5600"/>
          </a:p>
          <a:p>
            <a:r>
              <a:rPr lang="en-IN" altLang="en-US" sz="5600"/>
              <a:t> a) </a:t>
            </a:r>
            <a:r>
              <a:rPr lang="en-US" sz="5600"/>
              <a:t>Charlie and Jack</a:t>
            </a:r>
            <a:endParaRPr lang="en-US" sz="5600"/>
          </a:p>
          <a:p>
            <a:r>
              <a:rPr lang="en-IN" altLang="en-US" sz="5600"/>
              <a:t>b) </a:t>
            </a:r>
            <a:r>
              <a:rPr lang="en-US" sz="5600"/>
              <a:t>Oliver and Thomas</a:t>
            </a:r>
            <a:endParaRPr lang="en-US" sz="5600"/>
          </a:p>
          <a:p>
            <a:r>
              <a:rPr lang="en-IN" altLang="en-US" sz="5600"/>
              <a:t>c) </a:t>
            </a:r>
            <a:r>
              <a:rPr lang="en-US" sz="5600"/>
              <a:t>George and Oliver</a:t>
            </a:r>
            <a:endParaRPr lang="en-US" sz="5600"/>
          </a:p>
          <a:p>
            <a:r>
              <a:rPr lang="en-US" sz="5600"/>
              <a:t>J</a:t>
            </a:r>
            <a:r>
              <a:rPr lang="en-IN" altLang="en-US" sz="5600"/>
              <a:t>d) </a:t>
            </a:r>
            <a:r>
              <a:rPr lang="en-US" sz="5600"/>
              <a:t>ack and James</a:t>
            </a:r>
            <a:endParaRPr lang="en-US" sz="56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a:bodyPr>
          <a:p>
            <a:r>
              <a:rPr lang="en-US"/>
              <a:t>Jill decides to sell mulled wine during the christmas season, She produces 200 litres of wine and sells a part of it at 8% profit. She then sells the rest of the wine at 12% prof</a:t>
            </a:r>
            <a:r>
              <a:rPr lang="en-IN" altLang="en-US"/>
              <a:t>it </a:t>
            </a:r>
            <a:r>
              <a:rPr lang="en-US"/>
              <a:t>In the given scenario, what quantity of wine did Jill sell at 8% profit if she gained 15% profit on the entire 200 litres?</a:t>
            </a:r>
            <a:endParaRPr lang="en-US"/>
          </a:p>
          <a:p>
            <a:r>
              <a:rPr lang="en-IN" altLang="en-US"/>
              <a:t>a) </a:t>
            </a:r>
            <a:r>
              <a:rPr lang="en-US"/>
              <a:t>10 litres</a:t>
            </a:r>
            <a:endParaRPr lang="en-US"/>
          </a:p>
          <a:p>
            <a:r>
              <a:rPr lang="en-IN" altLang="en-US"/>
              <a:t>b) </a:t>
            </a:r>
            <a:r>
              <a:rPr lang="en-US"/>
              <a:t>20 </a:t>
            </a:r>
            <a:r>
              <a:rPr lang="en-IN" altLang="en-US"/>
              <a:t>lit</a:t>
            </a:r>
            <a:r>
              <a:rPr lang="en-US"/>
              <a:t>res</a:t>
            </a:r>
            <a:endParaRPr lang="en-US"/>
          </a:p>
          <a:p>
            <a:r>
              <a:rPr lang="en-IN" altLang="en-US"/>
              <a:t>c) </a:t>
            </a:r>
            <a:r>
              <a:rPr lang="en-US"/>
              <a:t>9 litres</a:t>
            </a:r>
            <a:endParaRPr lang="en-US"/>
          </a:p>
          <a:p>
            <a:r>
              <a:rPr lang="en-IN" altLang="en-US"/>
              <a:t>d) </a:t>
            </a:r>
            <a:r>
              <a:rPr lang="en-US"/>
              <a:t>15 litres</a:t>
            </a:r>
            <a:endParaRPr lang="en-US"/>
          </a:p>
          <a:p>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IN" altLang="en-US"/>
              <a:t> 1D, ? , 5H, 7J, 9L</a:t>
            </a:r>
            <a:endParaRPr lang="en-IN" altLang="en-US"/>
          </a:p>
          <a:p>
            <a:r>
              <a:rPr lang="en-IN" altLang="en-US"/>
              <a:t>a) 3E</a:t>
            </a:r>
            <a:endParaRPr lang="en-IN" altLang="en-US"/>
          </a:p>
          <a:p>
            <a:r>
              <a:rPr lang="en-IN" altLang="en-US"/>
              <a:t>b) 3G</a:t>
            </a:r>
            <a:endParaRPr lang="en-IN" altLang="en-US"/>
          </a:p>
          <a:p>
            <a:r>
              <a:rPr lang="en-IN" altLang="en-US"/>
              <a:t>c) none of the given option</a:t>
            </a:r>
            <a:endParaRPr lang="en-IN" altLang="en-US"/>
          </a:p>
          <a:p>
            <a:r>
              <a:rPr lang="en-IN" altLang="en-US"/>
              <a:t>d) 3F</a:t>
            </a:r>
            <a:endParaRPr lang="en-IN"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IN" altLang="en-US"/>
              <a:t>You are asked to distribute 6 boxes of chocolates amoung Four basket A,B,C and D .In how many ways can this be done If A and B should have at least one box chocolates each?</a:t>
            </a:r>
            <a:endParaRPr lang="en-IN" altLang="en-US"/>
          </a:p>
          <a:p>
            <a:r>
              <a:rPr lang="en-IN" altLang="en-US"/>
              <a:t>a) 45 ways</a:t>
            </a:r>
            <a:endParaRPr lang="en-IN" altLang="en-US"/>
          </a:p>
          <a:p>
            <a:r>
              <a:rPr lang="en-IN" altLang="en-US"/>
              <a:t>b) 30 ways</a:t>
            </a:r>
            <a:endParaRPr lang="en-IN" altLang="en-US"/>
          </a:p>
          <a:p>
            <a:r>
              <a:rPr lang="en-IN" altLang="en-US"/>
              <a:t>c) 35 ways</a:t>
            </a:r>
            <a:endParaRPr lang="en-IN" altLang="en-US"/>
          </a:p>
          <a:p>
            <a:r>
              <a:rPr lang="en-IN" altLang="en-US"/>
              <a:t>d) 40 ways</a:t>
            </a:r>
            <a:endParaRPr lang="en-IN" altLang="en-US"/>
          </a:p>
          <a:p>
            <a:endParaRPr lang="en-IN"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a:bodyPr>
          <a:p>
            <a:r>
              <a:rPr lang="en-US"/>
              <a:t>A group 25 children go to a picnic where they decide to play certain games. 10 children play hopscotch, 7 children play chess </a:t>
            </a:r>
            <a:r>
              <a:rPr lang="en-IN" altLang="en-US"/>
              <a:t>5 </a:t>
            </a:r>
            <a:r>
              <a:rPr lang="en-US"/>
              <a:t>both hopscotch and chess, 2 children play both chess and badminton and 3 children play both hopscotch and badminton.</a:t>
            </a:r>
            <a:r>
              <a:rPr lang="en-IN" altLang="en-US"/>
              <a:t> </a:t>
            </a:r>
            <a:r>
              <a:rPr lang="en-US"/>
              <a:t>Determine how many children play exactly two of these games if 9 children do not play any games.</a:t>
            </a:r>
            <a:endParaRPr lang="en-US"/>
          </a:p>
          <a:p>
            <a:r>
              <a:rPr lang="en-IN" altLang="en-US"/>
              <a:t>a) </a:t>
            </a:r>
            <a:r>
              <a:rPr lang="en-US"/>
              <a:t>One</a:t>
            </a:r>
            <a:endParaRPr lang="en-US"/>
          </a:p>
          <a:p>
            <a:r>
              <a:rPr lang="en-IN" altLang="en-US"/>
              <a:t>b) </a:t>
            </a:r>
            <a:r>
              <a:rPr lang="en-US"/>
              <a:t>Two</a:t>
            </a:r>
            <a:endParaRPr lang="en-US"/>
          </a:p>
          <a:p>
            <a:r>
              <a:rPr lang="en-IN" altLang="en-US"/>
              <a:t>c) </a:t>
            </a:r>
            <a:r>
              <a:rPr lang="en-US"/>
              <a:t>Four</a:t>
            </a:r>
            <a:endParaRPr lang="en-US"/>
          </a:p>
          <a:p>
            <a:r>
              <a:rPr lang="en-IN" altLang="en-US"/>
              <a:t>d) Five</a:t>
            </a:r>
            <a:endParaRPr lang="en-IN"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a:bodyPr>
          <a:p>
            <a:r>
              <a:rPr lang="en-US"/>
              <a:t>Two friends, Bill and Joe decide to race each other for 1km. When doing so they observe the following outcomes</a:t>
            </a:r>
            <a:endParaRPr lang="en-US"/>
          </a:p>
          <a:p>
            <a:r>
              <a:rPr lang="en-US"/>
              <a:t>1 If Bill gives Joe a start of 25 m</a:t>
            </a:r>
            <a:r>
              <a:rPr lang="en-IN" altLang="en-US"/>
              <a:t>e</a:t>
            </a:r>
            <a:r>
              <a:rPr lang="en-US"/>
              <a:t>tres, Bill wins by 7 seconds</a:t>
            </a:r>
            <a:endParaRPr lang="en-US"/>
          </a:p>
          <a:p>
            <a:r>
              <a:rPr lang="en-US"/>
              <a:t>2. If Bill gives Joe a start of 11 seconds, Joe wins by 10 metres</a:t>
            </a:r>
            <a:endParaRPr lang="en-US"/>
          </a:p>
          <a:p>
            <a:r>
              <a:rPr lang="en-US"/>
              <a:t>Analyse the given scenario and determine the time taken by Bill to complete the race.</a:t>
            </a:r>
            <a:endParaRPr lang="en-US"/>
          </a:p>
          <a:p>
            <a:r>
              <a:rPr lang="en-US"/>
              <a:t>Note: Choose the option that coincides to the nearest integer</a:t>
            </a:r>
            <a:endParaRPr lang="en-US"/>
          </a:p>
          <a:p>
            <a:r>
              <a:rPr lang="en-IN" altLang="en-US"/>
              <a:t>a) </a:t>
            </a:r>
            <a:r>
              <a:rPr lang="en-US"/>
              <a:t>10 seconds</a:t>
            </a:r>
            <a:endParaRPr lang="en-US"/>
          </a:p>
          <a:p>
            <a:r>
              <a:rPr lang="en-IN" altLang="en-US"/>
              <a:t>b) </a:t>
            </a:r>
            <a:r>
              <a:rPr lang="en-US"/>
              <a:t>100 seconds</a:t>
            </a:r>
            <a:endParaRPr lang="en-US"/>
          </a:p>
          <a:p>
            <a:r>
              <a:rPr lang="en-IN" altLang="en-US"/>
              <a:t>c) </a:t>
            </a:r>
            <a:r>
              <a:rPr lang="en-US"/>
              <a:t>60 seconds</a:t>
            </a:r>
            <a:endParaRPr lang="en-US"/>
          </a:p>
          <a:p>
            <a:r>
              <a:rPr lang="en-IN" altLang="en-US"/>
              <a:t>d) 120 seconds</a:t>
            </a:r>
            <a:endParaRPr lang="en-IN"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IN" altLang="en-US"/>
              <a:t>5,8, 21,55,117</a:t>
            </a:r>
            <a:endParaRPr lang="en-IN" altLang="en-US"/>
          </a:p>
          <a:p>
            <a:r>
              <a:rPr lang="en-IN" altLang="en-US"/>
              <a:t>a) 179</a:t>
            </a:r>
            <a:endParaRPr lang="en-IN" altLang="en-US"/>
          </a:p>
          <a:p>
            <a:r>
              <a:rPr lang="en-IN" altLang="en-US"/>
              <a:t>b) 231</a:t>
            </a:r>
            <a:endParaRPr lang="en-IN" altLang="en-US"/>
          </a:p>
          <a:p>
            <a:r>
              <a:rPr lang="en-IN" altLang="en-US"/>
              <a:t>c) 215</a:t>
            </a:r>
            <a:endParaRPr lang="en-IN" altLang="en-US"/>
          </a:p>
          <a:p>
            <a:r>
              <a:rPr lang="en-IN" altLang="en-US"/>
              <a:t>d) 225</a:t>
            </a:r>
            <a:endParaRPr lang="en-IN"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IN" altLang="en-US"/>
              <a:t>Assume that you have been given two even numbers. x and y. You are now asked to find the sum of the resprocals of x and y. What of these numbers could b a valid answer to the given problem ?</a:t>
            </a:r>
            <a:endParaRPr lang="en-IN" altLang="en-US"/>
          </a:p>
          <a:p>
            <a:r>
              <a:rPr lang="en-IN" altLang="en-US"/>
              <a:t>a)3/13</a:t>
            </a:r>
            <a:endParaRPr lang="en-IN" altLang="en-US"/>
          </a:p>
          <a:p>
            <a:r>
              <a:rPr lang="en-IN" altLang="en-US"/>
              <a:t>b) 14/52</a:t>
            </a:r>
            <a:endParaRPr lang="en-IN" altLang="en-US"/>
          </a:p>
          <a:p>
            <a:r>
              <a:rPr lang="en-IN" altLang="en-US"/>
              <a:t>c) 16/28</a:t>
            </a:r>
            <a:endParaRPr lang="en-IN" altLang="en-US"/>
          </a:p>
          <a:p>
            <a:r>
              <a:rPr lang="en-IN" altLang="en-US"/>
              <a:t>d) 6/14</a:t>
            </a:r>
            <a:endParaRPr lang="en-IN"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IN" altLang="en-US"/>
              <a:t>12M , ? ,14 Q, 15S</a:t>
            </a:r>
            <a:endParaRPr lang="en-IN" altLang="en-US"/>
          </a:p>
          <a:p>
            <a:r>
              <a:rPr lang="en-IN" altLang="en-US"/>
              <a:t>a) 13 N</a:t>
            </a:r>
            <a:endParaRPr lang="en-IN" altLang="en-US"/>
          </a:p>
          <a:p>
            <a:r>
              <a:rPr lang="en-IN" altLang="en-US"/>
              <a:t>b) 13 F</a:t>
            </a:r>
            <a:endParaRPr lang="en-IN" altLang="en-US"/>
          </a:p>
          <a:p>
            <a:r>
              <a:rPr lang="en-IN" altLang="en-US"/>
              <a:t>c) 13 R</a:t>
            </a:r>
            <a:endParaRPr lang="en-IN" altLang="en-US"/>
          </a:p>
          <a:p>
            <a:r>
              <a:rPr lang="en-IN" altLang="en-US"/>
              <a:t>d) 13 O</a:t>
            </a:r>
            <a:endParaRPr lang="en-IN"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IN" altLang="en-US"/>
              <a:t>In the year 2020,Mona who was 21 years old , discovered a substance that stopped her aging after consuming it. Now the present ages of the discovery made and mona are in the  ratio 3:1 What would the ratio oof the discovery made and mona’s present ages be if she hadn’t stopping aging </a:t>
            </a:r>
            <a:endParaRPr lang="en-IN" altLang="en-US"/>
          </a:p>
          <a:p>
            <a:r>
              <a:rPr lang="en-IN" altLang="en-US"/>
              <a:t>a) 4:3</a:t>
            </a:r>
            <a:endParaRPr lang="en-IN" altLang="en-US"/>
          </a:p>
          <a:p>
            <a:r>
              <a:rPr lang="en-IN" altLang="en-US"/>
              <a:t>b) 3:4</a:t>
            </a:r>
            <a:endParaRPr lang="en-IN" altLang="en-US"/>
          </a:p>
          <a:p>
            <a:r>
              <a:rPr lang="en-IN" altLang="en-US"/>
              <a:t>c) 2: 1</a:t>
            </a:r>
            <a:endParaRPr lang="en-IN" altLang="en-US"/>
          </a:p>
          <a:p>
            <a:r>
              <a:rPr lang="en-IN" altLang="en-US"/>
              <a:t>d) 1:3 </a:t>
            </a:r>
            <a:endParaRPr lang="en-IN"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IN" altLang="en-US"/>
              <a:t>Three friends Jim,Pam and Jill dedide to start a home bakery and sell french pastries. they invest 500, 700, 600 respectively. At the end of the first year of starting the buisness. They made a profit of 500. What is the share that pam gets out of the total in the given context?</a:t>
            </a:r>
            <a:endParaRPr lang="en-IN" altLang="en-US"/>
          </a:p>
          <a:p>
            <a:r>
              <a:rPr lang="en-IN" altLang="en-US"/>
              <a:t>a) none of these</a:t>
            </a:r>
            <a:endParaRPr lang="en-IN" altLang="en-US"/>
          </a:p>
          <a:p>
            <a:r>
              <a:rPr lang="en-IN" altLang="en-US"/>
              <a:t>b) 1,111.11</a:t>
            </a:r>
            <a:endParaRPr lang="en-IN" altLang="en-US"/>
          </a:p>
          <a:p>
            <a:r>
              <a:rPr lang="en-IN" altLang="en-US"/>
              <a:t>c) 2,121.22</a:t>
            </a:r>
            <a:endParaRPr lang="en-IN" altLang="en-US"/>
          </a:p>
          <a:p>
            <a:r>
              <a:rPr lang="en-IN" altLang="en-US"/>
              <a:t>d) 1200.12 </a:t>
            </a:r>
            <a:endParaRPr lang="en-IN"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IN" altLang="en-US"/>
              <a:t>if katy’s height is 20% less than that of carol, then how much percent carol height more that katy’s height ?</a:t>
            </a:r>
            <a:endParaRPr lang="en-IN" altLang="en-US"/>
          </a:p>
          <a:p>
            <a:r>
              <a:rPr lang="en-IN" altLang="en-US"/>
              <a:t>a) 10 %</a:t>
            </a:r>
            <a:endParaRPr lang="en-IN" altLang="en-US"/>
          </a:p>
          <a:p>
            <a:r>
              <a:rPr lang="en-IN" altLang="en-US"/>
              <a:t>b) 15 %</a:t>
            </a:r>
            <a:endParaRPr lang="en-IN" altLang="en-US"/>
          </a:p>
          <a:p>
            <a:r>
              <a:rPr lang="en-IN" altLang="en-US"/>
              <a:t>c) 25 %</a:t>
            </a:r>
            <a:endParaRPr lang="en-IN" altLang="en-US"/>
          </a:p>
          <a:p>
            <a:r>
              <a:rPr lang="en-IN" altLang="en-US"/>
              <a:t>d) 12 %</a:t>
            </a:r>
            <a:endParaRPr lang="en-IN"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graphicFrame>
        <p:nvGraphicFramePr>
          <p:cNvPr id="4" name="Content Placeholder 3"/>
          <p:cNvGraphicFramePr/>
          <p:nvPr>
            <p:ph idx="1"/>
          </p:nvPr>
        </p:nvGraphicFramePr>
        <p:xfrm>
          <a:off x="639445" y="2030095"/>
          <a:ext cx="6619240" cy="3416300"/>
        </p:xfrm>
        <a:graphic>
          <a:graphicData uri="http://schemas.openxmlformats.org/drawingml/2006/table">
            <a:tbl>
              <a:tblPr firstRow="1" bandRow="1">
                <a:tableStyleId>{5C22544A-7EE6-4342-B048-85BDC9FD1C3A}</a:tableStyleId>
              </a:tblPr>
              <a:tblGrid>
                <a:gridCol w="1654810"/>
                <a:gridCol w="1654810"/>
                <a:gridCol w="1654810"/>
                <a:gridCol w="1654810"/>
              </a:tblGrid>
              <a:tr h="854075">
                <a:tc>
                  <a:txBody>
                    <a:bodyPr/>
                    <a:p>
                      <a:pPr>
                        <a:buNone/>
                      </a:pPr>
                      <a:r>
                        <a:rPr lang="en-IN" altLang="en-US"/>
                        <a:t>12 </a:t>
                      </a:r>
                      <a:endParaRPr lang="en-IN" altLang="en-US"/>
                    </a:p>
                  </a:txBody>
                  <a:tcPr/>
                </a:tc>
                <a:tc>
                  <a:txBody>
                    <a:bodyPr/>
                    <a:p>
                      <a:pPr>
                        <a:buNone/>
                      </a:pPr>
                      <a:r>
                        <a:rPr lang="en-IN" altLang="en-US"/>
                        <a:t>3</a:t>
                      </a:r>
                      <a:endParaRPr lang="en-IN" altLang="en-US"/>
                    </a:p>
                  </a:txBody>
                  <a:tcPr/>
                </a:tc>
                <a:tc>
                  <a:txBody>
                    <a:bodyPr/>
                    <a:p>
                      <a:pPr>
                        <a:buNone/>
                      </a:pPr>
                      <a:r>
                        <a:rPr lang="en-IN" altLang="en-US"/>
                        <a:t>2</a:t>
                      </a:r>
                      <a:endParaRPr lang="en-IN" altLang="en-US"/>
                    </a:p>
                  </a:txBody>
                  <a:tcPr/>
                </a:tc>
                <a:tc>
                  <a:txBody>
                    <a:bodyPr/>
                    <a:p>
                      <a:pPr>
                        <a:buNone/>
                      </a:pPr>
                      <a:r>
                        <a:rPr lang="en-IN" altLang="en-US"/>
                        <a:t>9</a:t>
                      </a:r>
                      <a:endParaRPr lang="en-IN" altLang="en-US"/>
                    </a:p>
                  </a:txBody>
                  <a:tcPr/>
                </a:tc>
              </a:tr>
              <a:tr h="854075">
                <a:tc>
                  <a:txBody>
                    <a:bodyPr/>
                    <a:p>
                      <a:pPr>
                        <a:buNone/>
                      </a:pPr>
                      <a:r>
                        <a:rPr lang="en-IN" altLang="en-US"/>
                        <a:t>6</a:t>
                      </a:r>
                      <a:endParaRPr lang="en-IN" altLang="en-US"/>
                    </a:p>
                  </a:txBody>
                  <a:tcPr/>
                </a:tc>
                <a:tc>
                  <a:txBody>
                    <a:bodyPr/>
                    <a:p>
                      <a:pPr>
                        <a:buNone/>
                      </a:pPr>
                      <a:r>
                        <a:rPr lang="en-IN" altLang="en-US"/>
                        <a:t>5</a:t>
                      </a:r>
                      <a:endParaRPr lang="en-IN" altLang="en-US"/>
                    </a:p>
                  </a:txBody>
                  <a:tcPr/>
                </a:tc>
                <a:tc>
                  <a:txBody>
                    <a:bodyPr/>
                    <a:p>
                      <a:pPr>
                        <a:buNone/>
                      </a:pPr>
                      <a:r>
                        <a:rPr lang="en-IN" altLang="en-US"/>
                        <a:t>3</a:t>
                      </a:r>
                      <a:endParaRPr lang="en-IN" altLang="en-US"/>
                    </a:p>
                  </a:txBody>
                  <a:tcPr/>
                </a:tc>
                <a:tc>
                  <a:txBody>
                    <a:bodyPr/>
                    <a:p>
                      <a:pPr>
                        <a:buNone/>
                      </a:pPr>
                      <a:r>
                        <a:rPr lang="en-IN" altLang="en-US"/>
                        <a:t>7</a:t>
                      </a:r>
                      <a:endParaRPr lang="en-IN" altLang="en-US"/>
                    </a:p>
                  </a:txBody>
                  <a:tcPr/>
                </a:tc>
              </a:tr>
              <a:tr h="854075">
                <a:tc>
                  <a:txBody>
                    <a:bodyPr/>
                    <a:p>
                      <a:pPr>
                        <a:buNone/>
                      </a:pPr>
                      <a:r>
                        <a:rPr lang="en-IN" altLang="en-US"/>
                        <a:t>63</a:t>
                      </a:r>
                      <a:endParaRPr lang="en-IN" altLang="en-US"/>
                    </a:p>
                  </a:txBody>
                  <a:tcPr/>
                </a:tc>
                <a:tc>
                  <a:txBody>
                    <a:bodyPr/>
                    <a:p>
                      <a:pPr>
                        <a:buNone/>
                      </a:pPr>
                      <a:r>
                        <a:rPr lang="en-IN" altLang="en-US"/>
                        <a:t>7</a:t>
                      </a:r>
                      <a:endParaRPr lang="en-IN" altLang="en-US"/>
                    </a:p>
                  </a:txBody>
                  <a:tcPr/>
                </a:tc>
                <a:tc>
                  <a:txBody>
                    <a:bodyPr/>
                    <a:p>
                      <a:pPr>
                        <a:buNone/>
                      </a:pPr>
                      <a:r>
                        <a:rPr lang="en-IN" altLang="en-US"/>
                        <a:t>9</a:t>
                      </a:r>
                      <a:endParaRPr lang="en-IN" altLang="en-US"/>
                    </a:p>
                  </a:txBody>
                  <a:tcPr/>
                </a:tc>
                <a:tc>
                  <a:txBody>
                    <a:bodyPr/>
                    <a:p>
                      <a:pPr>
                        <a:buNone/>
                      </a:pPr>
                      <a:r>
                        <a:rPr lang="en-IN" altLang="en-US"/>
                        <a:t>14</a:t>
                      </a:r>
                      <a:endParaRPr lang="en-IN" altLang="en-US"/>
                    </a:p>
                  </a:txBody>
                  <a:tcPr/>
                </a:tc>
              </a:tr>
              <a:tr h="854075">
                <a:tc>
                  <a:txBody>
                    <a:bodyPr/>
                    <a:p>
                      <a:pPr>
                        <a:buNone/>
                      </a:pPr>
                      <a:r>
                        <a:rPr lang="en-IN" altLang="en-US"/>
                        <a:t>72</a:t>
                      </a:r>
                      <a:endParaRPr lang="en-IN" altLang="en-US"/>
                    </a:p>
                  </a:txBody>
                  <a:tcPr/>
                </a:tc>
                <a:tc>
                  <a:txBody>
                    <a:bodyPr/>
                    <a:p>
                      <a:pPr>
                        <a:buNone/>
                      </a:pPr>
                      <a:r>
                        <a:rPr lang="en-IN" altLang="en-US"/>
                        <a:t>16</a:t>
                      </a:r>
                      <a:endParaRPr lang="en-IN" altLang="en-US"/>
                    </a:p>
                  </a:txBody>
                  <a:tcPr/>
                </a:tc>
                <a:tc>
                  <a:txBody>
                    <a:bodyPr/>
                    <a:p>
                      <a:pPr>
                        <a:buNone/>
                      </a:pPr>
                      <a:r>
                        <a:rPr lang="en-IN" altLang="en-US"/>
                        <a:t>8</a:t>
                      </a:r>
                      <a:endParaRPr lang="en-IN" altLang="en-US"/>
                    </a:p>
                  </a:txBody>
                  <a:tcPr/>
                </a:tc>
                <a:tc>
                  <a:txBody>
                    <a:bodyPr/>
                    <a:p>
                      <a:pPr>
                        <a:buNone/>
                      </a:pPr>
                      <a:r>
                        <a:rPr lang="en-IN" altLang="en-US"/>
                        <a:t>?</a:t>
                      </a:r>
                      <a:endParaRPr lang="en-IN" altLang="en-US"/>
                    </a:p>
                  </a:txBody>
                  <a:tcPr/>
                </a:tc>
              </a:tr>
            </a:tbl>
          </a:graphicData>
        </a:graphic>
      </p:graphicFrame>
      <p:sp>
        <p:nvSpPr>
          <p:cNvPr id="5" name="Text Box 4"/>
          <p:cNvSpPr txBox="1"/>
          <p:nvPr/>
        </p:nvSpPr>
        <p:spPr>
          <a:xfrm>
            <a:off x="7828280" y="2653030"/>
            <a:ext cx="1439545" cy="2799715"/>
          </a:xfrm>
          <a:prstGeom prst="rect">
            <a:avLst/>
          </a:prstGeom>
          <a:noFill/>
        </p:spPr>
        <p:txBody>
          <a:bodyPr wrap="none" rtlCol="0">
            <a:spAutoFit/>
          </a:bodyPr>
          <a:p>
            <a:r>
              <a:rPr lang="en-IN" altLang="en-US" sz="4400"/>
              <a:t>a)  25</a:t>
            </a:r>
            <a:endParaRPr lang="en-IN" altLang="en-US" sz="4400"/>
          </a:p>
          <a:p>
            <a:r>
              <a:rPr lang="en-IN" altLang="en-US" sz="4400"/>
              <a:t>b) 30</a:t>
            </a:r>
            <a:endParaRPr lang="en-IN" altLang="en-US" sz="4400"/>
          </a:p>
          <a:p>
            <a:r>
              <a:rPr lang="en-IN" altLang="en-US" sz="4400"/>
              <a:t>c) 27</a:t>
            </a:r>
            <a:endParaRPr lang="en-IN" altLang="en-US" sz="4400"/>
          </a:p>
          <a:p>
            <a:r>
              <a:rPr lang="en-IN" altLang="en-US" sz="4400"/>
              <a:t>d) 20</a:t>
            </a:r>
            <a:endParaRPr lang="en-IN" altLang="en-US" sz="440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graphicFrame>
        <p:nvGraphicFramePr>
          <p:cNvPr id="4" name="Content Placeholder 3"/>
          <p:cNvGraphicFramePr/>
          <p:nvPr>
            <p:ph idx="1"/>
          </p:nvPr>
        </p:nvGraphicFramePr>
        <p:xfrm>
          <a:off x="0" y="1833245"/>
          <a:ext cx="7594600" cy="2179320"/>
        </p:xfrm>
        <a:graphic>
          <a:graphicData uri="http://schemas.openxmlformats.org/drawingml/2006/table">
            <a:tbl>
              <a:tblPr firstRow="1" bandRow="1">
                <a:tableStyleId>{5C22544A-7EE6-4342-B048-85BDC9FD1C3A}</a:tableStyleId>
              </a:tblPr>
              <a:tblGrid>
                <a:gridCol w="1898650"/>
                <a:gridCol w="1898650"/>
                <a:gridCol w="1898650"/>
                <a:gridCol w="1898650"/>
              </a:tblGrid>
              <a:tr h="726440">
                <a:tc>
                  <a:txBody>
                    <a:bodyPr/>
                    <a:p>
                      <a:pPr>
                        <a:buNone/>
                      </a:pPr>
                      <a:r>
                        <a:rPr lang="en-IN" altLang="en-US"/>
                        <a:t>2</a:t>
                      </a:r>
                      <a:endParaRPr lang="en-IN" altLang="en-US"/>
                    </a:p>
                  </a:txBody>
                  <a:tcPr/>
                </a:tc>
                <a:tc>
                  <a:txBody>
                    <a:bodyPr/>
                    <a:p>
                      <a:pPr>
                        <a:buNone/>
                      </a:pPr>
                      <a:r>
                        <a:rPr lang="en-IN" altLang="en-US"/>
                        <a:t>6</a:t>
                      </a:r>
                      <a:endParaRPr lang="en-IN" altLang="en-US"/>
                    </a:p>
                  </a:txBody>
                  <a:tcPr/>
                </a:tc>
                <a:tc>
                  <a:txBody>
                    <a:bodyPr/>
                    <a:p>
                      <a:pPr>
                        <a:buNone/>
                      </a:pPr>
                      <a:r>
                        <a:rPr lang="en-IN" altLang="en-US"/>
                        <a:t>12</a:t>
                      </a:r>
                      <a:endParaRPr lang="en-IN" altLang="en-US"/>
                    </a:p>
                  </a:txBody>
                  <a:tcPr/>
                </a:tc>
                <a:tc>
                  <a:txBody>
                    <a:bodyPr/>
                    <a:p>
                      <a:pPr>
                        <a:buNone/>
                      </a:pPr>
                      <a:r>
                        <a:rPr lang="en-IN" altLang="en-US"/>
                        <a:t>32</a:t>
                      </a:r>
                      <a:endParaRPr lang="en-IN" altLang="en-US"/>
                    </a:p>
                  </a:txBody>
                  <a:tcPr/>
                </a:tc>
              </a:tr>
              <a:tr h="726440">
                <a:tc>
                  <a:txBody>
                    <a:bodyPr/>
                    <a:p>
                      <a:pPr>
                        <a:buNone/>
                      </a:pPr>
                      <a:r>
                        <a:rPr lang="en-IN" altLang="en-US"/>
                        <a:t>3</a:t>
                      </a:r>
                      <a:endParaRPr lang="en-IN" altLang="en-US"/>
                    </a:p>
                  </a:txBody>
                  <a:tcPr/>
                </a:tc>
                <a:tc>
                  <a:txBody>
                    <a:bodyPr/>
                    <a:p>
                      <a:pPr>
                        <a:buNone/>
                      </a:pPr>
                      <a:r>
                        <a:rPr lang="en-IN" altLang="en-US"/>
                        <a:t>4</a:t>
                      </a:r>
                      <a:endParaRPr lang="en-IN" altLang="en-US"/>
                    </a:p>
                  </a:txBody>
                  <a:tcPr/>
                </a:tc>
                <a:tc>
                  <a:txBody>
                    <a:bodyPr/>
                    <a:p>
                      <a:pPr>
                        <a:buNone/>
                      </a:pPr>
                      <a:r>
                        <a:rPr lang="en-IN" altLang="en-US"/>
                        <a:t>12</a:t>
                      </a:r>
                      <a:endParaRPr lang="en-IN" altLang="en-US"/>
                    </a:p>
                  </a:txBody>
                  <a:tcPr/>
                </a:tc>
                <a:tc>
                  <a:txBody>
                    <a:bodyPr/>
                    <a:p>
                      <a:pPr>
                        <a:buNone/>
                      </a:pPr>
                      <a:r>
                        <a:rPr lang="en-IN" altLang="en-US"/>
                        <a:t>16</a:t>
                      </a:r>
                      <a:endParaRPr lang="en-IN" altLang="en-US"/>
                    </a:p>
                    <a:p>
                      <a:pPr>
                        <a:buNone/>
                      </a:pPr>
                      <a:endParaRPr lang="en-IN" altLang="en-US"/>
                    </a:p>
                  </a:txBody>
                  <a:tcPr/>
                </a:tc>
              </a:tr>
              <a:tr h="726440">
                <a:tc>
                  <a:txBody>
                    <a:bodyPr/>
                    <a:p>
                      <a:pPr>
                        <a:buNone/>
                      </a:pPr>
                      <a:r>
                        <a:rPr lang="en-IN" altLang="en-US"/>
                        <a:t>5</a:t>
                      </a:r>
                      <a:endParaRPr lang="en-IN" altLang="en-US"/>
                    </a:p>
                  </a:txBody>
                  <a:tcPr/>
                </a:tc>
                <a:tc>
                  <a:txBody>
                    <a:bodyPr/>
                    <a:p>
                      <a:pPr>
                        <a:buNone/>
                      </a:pPr>
                      <a:r>
                        <a:rPr lang="en-IN" altLang="en-US"/>
                        <a:t>7</a:t>
                      </a:r>
                      <a:endParaRPr lang="en-IN" altLang="en-US"/>
                    </a:p>
                  </a:txBody>
                  <a:tcPr/>
                </a:tc>
                <a:tc>
                  <a:txBody>
                    <a:bodyPr/>
                    <a:p>
                      <a:pPr>
                        <a:buNone/>
                      </a:pPr>
                      <a:r>
                        <a:rPr lang="en-IN" altLang="en-US"/>
                        <a:t>?</a:t>
                      </a:r>
                      <a:endParaRPr lang="en-IN" altLang="en-US"/>
                    </a:p>
                  </a:txBody>
                  <a:tcPr/>
                </a:tc>
                <a:tc>
                  <a:txBody>
                    <a:bodyPr/>
                    <a:p>
                      <a:pPr>
                        <a:buNone/>
                      </a:pPr>
                      <a:r>
                        <a:rPr lang="en-IN" altLang="en-US"/>
                        <a:t>49</a:t>
                      </a:r>
                      <a:endParaRPr lang="en-IN" altLang="en-US"/>
                    </a:p>
                  </a:txBody>
                  <a:tcPr/>
                </a:tc>
              </a:tr>
            </a:tbl>
          </a:graphicData>
        </a:graphic>
      </p:graphicFrame>
      <p:sp>
        <p:nvSpPr>
          <p:cNvPr id="5" name="Text Box 4"/>
          <p:cNvSpPr txBox="1"/>
          <p:nvPr/>
        </p:nvSpPr>
        <p:spPr>
          <a:xfrm>
            <a:off x="615950" y="4564380"/>
            <a:ext cx="654685" cy="1198880"/>
          </a:xfrm>
          <a:prstGeom prst="rect">
            <a:avLst/>
          </a:prstGeom>
          <a:noFill/>
        </p:spPr>
        <p:txBody>
          <a:bodyPr wrap="none" rtlCol="0">
            <a:spAutoFit/>
          </a:bodyPr>
          <a:p>
            <a:r>
              <a:rPr lang="en-IN" altLang="en-US"/>
              <a:t>a) 37</a:t>
            </a:r>
            <a:endParaRPr lang="en-IN" altLang="en-US"/>
          </a:p>
          <a:p>
            <a:r>
              <a:rPr lang="en-IN" altLang="en-US"/>
              <a:t>b) 12</a:t>
            </a:r>
            <a:endParaRPr lang="en-IN" altLang="en-US"/>
          </a:p>
          <a:p>
            <a:r>
              <a:rPr lang="en-IN" altLang="en-US"/>
              <a:t>c) 14</a:t>
            </a:r>
            <a:endParaRPr lang="en-IN" altLang="en-US"/>
          </a:p>
          <a:p>
            <a:r>
              <a:rPr lang="en-IN" altLang="en-US"/>
              <a:t>d) 35</a:t>
            </a:r>
            <a:endParaRPr lang="en-IN" alt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graphicFrame>
        <p:nvGraphicFramePr>
          <p:cNvPr id="4" name="Content Placeholder 3"/>
          <p:cNvGraphicFramePr/>
          <p:nvPr>
            <p:ph idx="1"/>
          </p:nvPr>
        </p:nvGraphicFramePr>
        <p:xfrm>
          <a:off x="131445" y="2535555"/>
          <a:ext cx="5941695" cy="2804160"/>
        </p:xfrm>
        <a:graphic>
          <a:graphicData uri="http://schemas.openxmlformats.org/drawingml/2006/table">
            <a:tbl>
              <a:tblPr firstRow="1" bandRow="1">
                <a:tableStyleId>{5C22544A-7EE6-4342-B048-85BDC9FD1C3A}</a:tableStyleId>
              </a:tblPr>
              <a:tblGrid>
                <a:gridCol w="1980565"/>
                <a:gridCol w="1980565"/>
                <a:gridCol w="1980565"/>
              </a:tblGrid>
              <a:tr h="934720">
                <a:tc>
                  <a:txBody>
                    <a:bodyPr/>
                    <a:p>
                      <a:pPr>
                        <a:buNone/>
                      </a:pPr>
                      <a:r>
                        <a:rPr lang="en-IN" altLang="en-US"/>
                        <a:t>4</a:t>
                      </a:r>
                      <a:endParaRPr lang="en-IN" altLang="en-US"/>
                    </a:p>
                  </a:txBody>
                  <a:tcPr/>
                </a:tc>
                <a:tc>
                  <a:txBody>
                    <a:bodyPr/>
                    <a:p>
                      <a:pPr>
                        <a:buNone/>
                      </a:pPr>
                      <a:r>
                        <a:rPr lang="en-IN" altLang="en-US"/>
                        <a:t>12</a:t>
                      </a:r>
                      <a:endParaRPr lang="en-IN" altLang="en-US"/>
                    </a:p>
                  </a:txBody>
                  <a:tcPr/>
                </a:tc>
                <a:tc>
                  <a:txBody>
                    <a:bodyPr/>
                    <a:p>
                      <a:pPr>
                        <a:buNone/>
                      </a:pPr>
                      <a:r>
                        <a:rPr lang="en-IN" altLang="en-US"/>
                        <a:t>2</a:t>
                      </a:r>
                      <a:endParaRPr lang="en-IN" altLang="en-US"/>
                    </a:p>
                  </a:txBody>
                  <a:tcPr/>
                </a:tc>
              </a:tr>
              <a:tr h="934720">
                <a:tc>
                  <a:txBody>
                    <a:bodyPr/>
                    <a:p>
                      <a:pPr>
                        <a:buNone/>
                      </a:pPr>
                      <a:r>
                        <a:rPr lang="en-IN" altLang="en-US"/>
                        <a:t>7</a:t>
                      </a:r>
                      <a:endParaRPr lang="en-IN" altLang="en-US"/>
                    </a:p>
                  </a:txBody>
                  <a:tcPr/>
                </a:tc>
                <a:tc>
                  <a:txBody>
                    <a:bodyPr/>
                    <a:p>
                      <a:pPr>
                        <a:buNone/>
                      </a:pPr>
                      <a:r>
                        <a:rPr lang="en-IN" altLang="en-US"/>
                        <a:t>?</a:t>
                      </a:r>
                      <a:endParaRPr lang="en-IN" altLang="en-US"/>
                    </a:p>
                  </a:txBody>
                  <a:tcPr/>
                </a:tc>
                <a:tc>
                  <a:txBody>
                    <a:bodyPr/>
                    <a:p>
                      <a:pPr>
                        <a:buNone/>
                      </a:pPr>
                      <a:r>
                        <a:rPr lang="en-IN" altLang="en-US"/>
                        <a:t>5</a:t>
                      </a:r>
                      <a:endParaRPr lang="en-IN" altLang="en-US"/>
                    </a:p>
                  </a:txBody>
                  <a:tcPr/>
                </a:tc>
              </a:tr>
              <a:tr h="934720">
                <a:tc>
                  <a:txBody>
                    <a:bodyPr/>
                    <a:p>
                      <a:pPr>
                        <a:buNone/>
                      </a:pPr>
                      <a:r>
                        <a:rPr lang="en-IN" altLang="en-US"/>
                        <a:t>9</a:t>
                      </a:r>
                      <a:endParaRPr lang="en-IN" altLang="en-US"/>
                    </a:p>
                  </a:txBody>
                  <a:tcPr/>
                </a:tc>
                <a:tc>
                  <a:txBody>
                    <a:bodyPr/>
                    <a:p>
                      <a:pPr>
                        <a:buNone/>
                      </a:pPr>
                      <a:r>
                        <a:rPr lang="en-IN" altLang="en-US"/>
                        <a:t>72</a:t>
                      </a:r>
                      <a:endParaRPr lang="en-IN" altLang="en-US"/>
                    </a:p>
                  </a:txBody>
                  <a:tcPr/>
                </a:tc>
                <a:tc>
                  <a:txBody>
                    <a:bodyPr/>
                    <a:p>
                      <a:pPr>
                        <a:buNone/>
                      </a:pPr>
                      <a:r>
                        <a:rPr lang="en-IN" altLang="en-US"/>
                        <a:t>3</a:t>
                      </a:r>
                      <a:endParaRPr lang="en-IN" altLang="en-US"/>
                    </a:p>
                  </a:txBody>
                  <a:tcPr/>
                </a:tc>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a</a:t>
            </a:r>
            <a:endParaRPr lang="en-IN" altLang="en-US"/>
          </a:p>
        </p:txBody>
      </p:sp>
      <p:graphicFrame>
        <p:nvGraphicFramePr>
          <p:cNvPr id="4" name="Content Placeholder 3"/>
          <p:cNvGraphicFramePr/>
          <p:nvPr>
            <p:ph idx="1"/>
          </p:nvPr>
        </p:nvGraphicFramePr>
        <p:xfrm>
          <a:off x="0" y="1833245"/>
          <a:ext cx="6478905" cy="2828925"/>
        </p:xfrm>
        <a:graphic>
          <a:graphicData uri="http://schemas.openxmlformats.org/drawingml/2006/table">
            <a:tbl>
              <a:tblPr firstRow="1" bandRow="1">
                <a:tableStyleId>{5C22544A-7EE6-4342-B048-85BDC9FD1C3A}</a:tableStyleId>
              </a:tblPr>
              <a:tblGrid>
                <a:gridCol w="2159635"/>
                <a:gridCol w="2159635"/>
                <a:gridCol w="2159635"/>
              </a:tblGrid>
              <a:tr h="942975">
                <a:tc>
                  <a:txBody>
                    <a:bodyPr/>
                    <a:p>
                      <a:pPr>
                        <a:buNone/>
                      </a:pPr>
                      <a:r>
                        <a:rPr lang="en-IN" altLang="en-US"/>
                        <a:t>4</a:t>
                      </a:r>
                      <a:endParaRPr lang="en-IN" altLang="en-US"/>
                    </a:p>
                  </a:txBody>
                  <a:tcPr/>
                </a:tc>
                <a:tc>
                  <a:txBody>
                    <a:bodyPr/>
                    <a:p>
                      <a:pPr>
                        <a:buNone/>
                      </a:pPr>
                      <a:r>
                        <a:rPr lang="en-IN" altLang="en-US"/>
                        <a:t>9</a:t>
                      </a:r>
                      <a:endParaRPr lang="en-IN" altLang="en-US"/>
                    </a:p>
                  </a:txBody>
                  <a:tcPr/>
                </a:tc>
                <a:tc>
                  <a:txBody>
                    <a:bodyPr/>
                    <a:p>
                      <a:pPr>
                        <a:buNone/>
                      </a:pPr>
                      <a:r>
                        <a:rPr lang="en-IN" altLang="en-US"/>
                        <a:t>12</a:t>
                      </a:r>
                      <a:endParaRPr lang="en-IN" altLang="en-US"/>
                    </a:p>
                  </a:txBody>
                  <a:tcPr/>
                </a:tc>
              </a:tr>
              <a:tr h="942975">
                <a:tc>
                  <a:txBody>
                    <a:bodyPr/>
                    <a:p>
                      <a:pPr>
                        <a:buNone/>
                      </a:pPr>
                      <a:r>
                        <a:rPr lang="en-IN" altLang="en-US"/>
                        <a:t>3</a:t>
                      </a:r>
                      <a:endParaRPr lang="en-IN" altLang="en-US"/>
                    </a:p>
                  </a:txBody>
                  <a:tcPr/>
                </a:tc>
                <a:tc>
                  <a:txBody>
                    <a:bodyPr/>
                    <a:p>
                      <a:pPr>
                        <a:buNone/>
                      </a:pPr>
                      <a:r>
                        <a:rPr lang="en-IN" altLang="en-US"/>
                        <a:t>6</a:t>
                      </a:r>
                      <a:endParaRPr lang="en-IN" altLang="en-US"/>
                    </a:p>
                  </a:txBody>
                  <a:tcPr/>
                </a:tc>
                <a:tc>
                  <a:txBody>
                    <a:bodyPr/>
                    <a:p>
                      <a:pPr>
                        <a:buNone/>
                      </a:pPr>
                      <a:r>
                        <a:rPr lang="en-IN" altLang="en-US"/>
                        <a:t>7</a:t>
                      </a:r>
                      <a:endParaRPr lang="en-IN" altLang="en-US"/>
                    </a:p>
                  </a:txBody>
                  <a:tcPr/>
                </a:tc>
              </a:tr>
              <a:tr h="942975">
                <a:tc>
                  <a:txBody>
                    <a:bodyPr/>
                    <a:p>
                      <a:pPr>
                        <a:buNone/>
                      </a:pPr>
                      <a:r>
                        <a:rPr lang="en-IN" altLang="en-US"/>
                        <a:t>7</a:t>
                      </a:r>
                      <a:endParaRPr lang="en-IN" altLang="en-US"/>
                    </a:p>
                  </a:txBody>
                  <a:tcPr/>
                </a:tc>
                <a:tc>
                  <a:txBody>
                    <a:bodyPr/>
                    <a:p>
                      <a:pPr>
                        <a:buNone/>
                      </a:pPr>
                      <a:r>
                        <a:rPr lang="en-IN" altLang="en-US"/>
                        <a:t>45</a:t>
                      </a:r>
                      <a:endParaRPr lang="en-IN" altLang="en-US"/>
                    </a:p>
                  </a:txBody>
                  <a:tcPr/>
                </a:tc>
                <a:tc>
                  <a:txBody>
                    <a:bodyPr/>
                    <a:p>
                      <a:pPr>
                        <a:buNone/>
                      </a:pPr>
                      <a:r>
                        <a:rPr lang="en-IN" altLang="en-US"/>
                        <a:t>?</a:t>
                      </a:r>
                      <a:endParaRPr lang="en-IN" altLang="en-US"/>
                    </a:p>
                  </a:txBody>
                  <a:tcPr/>
                </a:tc>
              </a:tr>
            </a:tbl>
          </a:graphicData>
        </a:graphic>
      </p:graphicFrame>
      <p:sp>
        <p:nvSpPr>
          <p:cNvPr id="6" name="Text Box 5"/>
          <p:cNvSpPr txBox="1"/>
          <p:nvPr/>
        </p:nvSpPr>
        <p:spPr>
          <a:xfrm>
            <a:off x="279400" y="4915535"/>
            <a:ext cx="654685" cy="1198880"/>
          </a:xfrm>
          <a:prstGeom prst="rect">
            <a:avLst/>
          </a:prstGeom>
          <a:noFill/>
        </p:spPr>
        <p:txBody>
          <a:bodyPr wrap="none" rtlCol="0">
            <a:spAutoFit/>
          </a:bodyPr>
          <a:p>
            <a:r>
              <a:rPr lang="en-IN" altLang="en-US"/>
              <a:t>a) 65</a:t>
            </a:r>
            <a:endParaRPr lang="en-IN" altLang="en-US"/>
          </a:p>
          <a:p>
            <a:r>
              <a:rPr lang="en-IN" altLang="en-US"/>
              <a:t>b) 95</a:t>
            </a:r>
            <a:endParaRPr lang="en-IN" altLang="en-US"/>
          </a:p>
          <a:p>
            <a:r>
              <a:rPr lang="en-IN" altLang="en-US"/>
              <a:t>c) 85</a:t>
            </a:r>
            <a:endParaRPr lang="en-IN" altLang="en-US"/>
          </a:p>
          <a:p>
            <a:r>
              <a:rPr lang="en-IN" altLang="en-US"/>
              <a:t>d) 55</a:t>
            </a:r>
            <a:endParaRPr lang="en-IN"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graphicFrame>
        <p:nvGraphicFramePr>
          <p:cNvPr id="4" name="Content Placeholder 3"/>
          <p:cNvGraphicFramePr/>
          <p:nvPr>
            <p:ph idx="1"/>
          </p:nvPr>
        </p:nvGraphicFramePr>
        <p:xfrm>
          <a:off x="0" y="1833245"/>
          <a:ext cx="5785485" cy="2145030"/>
        </p:xfrm>
        <a:graphic>
          <a:graphicData uri="http://schemas.openxmlformats.org/drawingml/2006/table">
            <a:tbl>
              <a:tblPr firstRow="1" bandRow="1">
                <a:tableStyleId>{5C22544A-7EE6-4342-B048-85BDC9FD1C3A}</a:tableStyleId>
              </a:tblPr>
              <a:tblGrid>
                <a:gridCol w="1928495"/>
                <a:gridCol w="1928495"/>
                <a:gridCol w="1928495"/>
              </a:tblGrid>
              <a:tr h="715010">
                <a:tc>
                  <a:txBody>
                    <a:bodyPr/>
                    <a:p>
                      <a:pPr>
                        <a:buNone/>
                      </a:pPr>
                      <a:r>
                        <a:rPr lang="en-IN" altLang="en-US"/>
                        <a:t>5</a:t>
                      </a:r>
                      <a:endParaRPr lang="en-IN" altLang="en-US"/>
                    </a:p>
                  </a:txBody>
                  <a:tcPr/>
                </a:tc>
                <a:tc>
                  <a:txBody>
                    <a:bodyPr/>
                    <a:p>
                      <a:pPr>
                        <a:buNone/>
                      </a:pPr>
                      <a:r>
                        <a:rPr lang="en-IN" altLang="en-US"/>
                        <a:t>9</a:t>
                      </a:r>
                      <a:endParaRPr lang="en-IN" altLang="en-US"/>
                    </a:p>
                  </a:txBody>
                  <a:tcPr/>
                </a:tc>
                <a:tc>
                  <a:txBody>
                    <a:bodyPr/>
                    <a:p>
                      <a:pPr>
                        <a:buNone/>
                      </a:pPr>
                      <a:r>
                        <a:rPr lang="en-IN" altLang="en-US"/>
                        <a:t>4</a:t>
                      </a:r>
                      <a:endParaRPr lang="en-IN" altLang="en-US"/>
                    </a:p>
                  </a:txBody>
                  <a:tcPr/>
                </a:tc>
              </a:tr>
              <a:tr h="715010">
                <a:tc>
                  <a:txBody>
                    <a:bodyPr/>
                    <a:p>
                      <a:pPr>
                        <a:buNone/>
                      </a:pPr>
                      <a:r>
                        <a:rPr lang="en-IN" altLang="en-US"/>
                        <a:t>35</a:t>
                      </a:r>
                      <a:endParaRPr lang="en-IN" altLang="en-US"/>
                    </a:p>
                  </a:txBody>
                  <a:tcPr/>
                </a:tc>
                <a:tc>
                  <a:txBody>
                    <a:bodyPr/>
                    <a:p>
                      <a:pPr>
                        <a:buNone/>
                      </a:pPr>
                      <a:r>
                        <a:rPr lang="en-IN" altLang="en-US"/>
                        <a:t>?</a:t>
                      </a:r>
                      <a:endParaRPr lang="en-IN" altLang="en-US"/>
                    </a:p>
                  </a:txBody>
                  <a:tcPr/>
                </a:tc>
                <a:tc>
                  <a:txBody>
                    <a:bodyPr/>
                    <a:p>
                      <a:pPr>
                        <a:buNone/>
                      </a:pPr>
                      <a:r>
                        <a:rPr lang="en-IN" altLang="en-US"/>
                        <a:t>64</a:t>
                      </a:r>
                      <a:endParaRPr lang="en-IN" altLang="en-US"/>
                    </a:p>
                    <a:p>
                      <a:pPr>
                        <a:buNone/>
                      </a:pPr>
                      <a:endParaRPr lang="en-IN" altLang="en-US"/>
                    </a:p>
                  </a:txBody>
                  <a:tcPr/>
                </a:tc>
              </a:tr>
              <a:tr h="715010">
                <a:tc>
                  <a:txBody>
                    <a:bodyPr/>
                    <a:p>
                      <a:pPr>
                        <a:buNone/>
                      </a:pPr>
                      <a:r>
                        <a:rPr lang="en-IN" altLang="en-US"/>
                        <a:t>7</a:t>
                      </a:r>
                      <a:endParaRPr lang="en-IN" altLang="en-US"/>
                    </a:p>
                  </a:txBody>
                  <a:tcPr/>
                </a:tc>
                <a:tc>
                  <a:txBody>
                    <a:bodyPr/>
                    <a:p>
                      <a:pPr>
                        <a:buNone/>
                      </a:pPr>
                      <a:r>
                        <a:rPr lang="en-IN" altLang="en-US"/>
                        <a:t>7</a:t>
                      </a:r>
                      <a:endParaRPr lang="en-IN" altLang="en-US"/>
                    </a:p>
                  </a:txBody>
                  <a:tcPr/>
                </a:tc>
                <a:tc>
                  <a:txBody>
                    <a:bodyPr/>
                    <a:p>
                      <a:pPr>
                        <a:buNone/>
                      </a:pPr>
                      <a:r>
                        <a:rPr lang="en-IN" altLang="en-US"/>
                        <a:t>16</a:t>
                      </a:r>
                      <a:endParaRPr lang="en-IN" altLang="en-US"/>
                    </a:p>
                  </a:txBody>
                  <a:tcPr/>
                </a:tc>
              </a:tr>
            </a:tbl>
          </a:graphicData>
        </a:graphic>
      </p:graphicFrame>
      <p:sp>
        <p:nvSpPr>
          <p:cNvPr id="5" name="Text Box 4"/>
          <p:cNvSpPr txBox="1"/>
          <p:nvPr/>
        </p:nvSpPr>
        <p:spPr>
          <a:xfrm>
            <a:off x="975995" y="4608195"/>
            <a:ext cx="654685" cy="1198880"/>
          </a:xfrm>
          <a:prstGeom prst="rect">
            <a:avLst/>
          </a:prstGeom>
          <a:noFill/>
        </p:spPr>
        <p:txBody>
          <a:bodyPr wrap="none" rtlCol="0">
            <a:spAutoFit/>
          </a:bodyPr>
          <a:p>
            <a:r>
              <a:rPr lang="en-IN" altLang="en-US"/>
              <a:t>a) 45</a:t>
            </a:r>
            <a:endParaRPr lang="en-IN" altLang="en-US"/>
          </a:p>
          <a:p>
            <a:r>
              <a:rPr lang="en-IN" altLang="en-US"/>
              <a:t>b) 65</a:t>
            </a:r>
            <a:endParaRPr lang="en-IN" altLang="en-US"/>
          </a:p>
          <a:p>
            <a:r>
              <a:rPr lang="en-IN" altLang="en-US"/>
              <a:t>c) 61</a:t>
            </a:r>
            <a:endParaRPr lang="en-IN" altLang="en-US"/>
          </a:p>
          <a:p>
            <a:r>
              <a:rPr lang="en-IN" altLang="en-US"/>
              <a:t>d) 63</a:t>
            </a:r>
            <a:endParaRPr lang="en-IN"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graphicFrame>
        <p:nvGraphicFramePr>
          <p:cNvPr id="4" name="Content Placeholder 3"/>
          <p:cNvGraphicFramePr/>
          <p:nvPr>
            <p:ph idx="1"/>
          </p:nvPr>
        </p:nvGraphicFramePr>
        <p:xfrm>
          <a:off x="0" y="1833245"/>
          <a:ext cx="5143500" cy="2162175"/>
        </p:xfrm>
        <a:graphic>
          <a:graphicData uri="http://schemas.openxmlformats.org/drawingml/2006/table">
            <a:tbl>
              <a:tblPr firstRow="1" bandRow="1">
                <a:tableStyleId>{5C22544A-7EE6-4342-B048-85BDC9FD1C3A}</a:tableStyleId>
              </a:tblPr>
              <a:tblGrid>
                <a:gridCol w="1714500"/>
                <a:gridCol w="1714500"/>
                <a:gridCol w="1714500"/>
              </a:tblGrid>
              <a:tr h="720725">
                <a:tc>
                  <a:txBody>
                    <a:bodyPr/>
                    <a:p>
                      <a:pPr>
                        <a:buNone/>
                      </a:pPr>
                      <a:r>
                        <a:rPr lang="en-IN" altLang="en-US"/>
                        <a:t>2</a:t>
                      </a:r>
                      <a:endParaRPr lang="en-IN" altLang="en-US"/>
                    </a:p>
                  </a:txBody>
                  <a:tcPr/>
                </a:tc>
                <a:tc>
                  <a:txBody>
                    <a:bodyPr/>
                    <a:p>
                      <a:pPr>
                        <a:buNone/>
                      </a:pPr>
                      <a:r>
                        <a:rPr lang="en-IN" altLang="en-US"/>
                        <a:t>5</a:t>
                      </a:r>
                      <a:endParaRPr lang="en-IN" altLang="en-US"/>
                    </a:p>
                  </a:txBody>
                  <a:tcPr/>
                </a:tc>
                <a:tc>
                  <a:txBody>
                    <a:bodyPr/>
                    <a:p>
                      <a:pPr>
                        <a:buNone/>
                      </a:pPr>
                      <a:r>
                        <a:rPr lang="en-IN" altLang="en-US"/>
                        <a:t>5</a:t>
                      </a:r>
                      <a:endParaRPr lang="en-IN" altLang="en-US"/>
                    </a:p>
                  </a:txBody>
                  <a:tcPr/>
                </a:tc>
              </a:tr>
              <a:tr h="720725">
                <a:tc>
                  <a:txBody>
                    <a:bodyPr/>
                    <a:p>
                      <a:pPr>
                        <a:buNone/>
                      </a:pPr>
                      <a:r>
                        <a:rPr lang="en-IN" altLang="en-US"/>
                        <a:t>6</a:t>
                      </a:r>
                      <a:endParaRPr lang="en-IN" altLang="en-US"/>
                    </a:p>
                  </a:txBody>
                  <a:tcPr/>
                </a:tc>
                <a:tc>
                  <a:txBody>
                    <a:bodyPr/>
                    <a:p>
                      <a:pPr>
                        <a:buNone/>
                      </a:pPr>
                      <a:r>
                        <a:rPr lang="en-IN" altLang="en-US"/>
                        <a:t>12</a:t>
                      </a:r>
                      <a:endParaRPr lang="en-IN" altLang="en-US"/>
                    </a:p>
                  </a:txBody>
                  <a:tcPr/>
                </a:tc>
                <a:tc>
                  <a:txBody>
                    <a:bodyPr/>
                    <a:p>
                      <a:pPr>
                        <a:buNone/>
                      </a:pPr>
                      <a:r>
                        <a:rPr lang="en-IN" altLang="en-US"/>
                        <a:t>4</a:t>
                      </a:r>
                      <a:endParaRPr lang="en-IN" altLang="en-US"/>
                    </a:p>
                  </a:txBody>
                  <a:tcPr/>
                </a:tc>
              </a:tr>
              <a:tr h="720725">
                <a:tc>
                  <a:txBody>
                    <a:bodyPr/>
                    <a:p>
                      <a:pPr>
                        <a:buNone/>
                      </a:pPr>
                      <a:r>
                        <a:rPr lang="en-IN" altLang="en-US"/>
                        <a:t>7</a:t>
                      </a:r>
                      <a:endParaRPr lang="en-IN" altLang="en-US"/>
                    </a:p>
                  </a:txBody>
                  <a:tcPr/>
                </a:tc>
                <a:tc>
                  <a:txBody>
                    <a:bodyPr/>
                    <a:p>
                      <a:pPr>
                        <a:buNone/>
                      </a:pPr>
                      <a:r>
                        <a:rPr lang="en-IN" altLang="en-US"/>
                        <a:t>?</a:t>
                      </a:r>
                      <a:endParaRPr lang="en-IN" altLang="en-US"/>
                    </a:p>
                  </a:txBody>
                  <a:tcPr/>
                </a:tc>
                <a:tc>
                  <a:txBody>
                    <a:bodyPr/>
                    <a:p>
                      <a:pPr>
                        <a:buNone/>
                      </a:pPr>
                      <a:r>
                        <a:rPr lang="en-IN" altLang="en-US"/>
                        <a:t>6</a:t>
                      </a:r>
                      <a:endParaRPr lang="en-IN" altLang="en-US"/>
                    </a:p>
                  </a:txBody>
                  <a:tcPr/>
                </a:tc>
              </a:tr>
            </a:tbl>
          </a:graphicData>
        </a:graphic>
      </p:graphicFrame>
      <p:sp>
        <p:nvSpPr>
          <p:cNvPr id="5" name="Text Box 4"/>
          <p:cNvSpPr txBox="1"/>
          <p:nvPr/>
        </p:nvSpPr>
        <p:spPr>
          <a:xfrm>
            <a:off x="739140" y="4652010"/>
            <a:ext cx="654685" cy="1198880"/>
          </a:xfrm>
          <a:prstGeom prst="rect">
            <a:avLst/>
          </a:prstGeom>
          <a:noFill/>
        </p:spPr>
        <p:txBody>
          <a:bodyPr wrap="none" rtlCol="0">
            <a:spAutoFit/>
          </a:bodyPr>
          <a:p>
            <a:r>
              <a:rPr lang="en-IN" altLang="en-US"/>
              <a:t>a) 13</a:t>
            </a:r>
            <a:endParaRPr lang="en-IN" altLang="en-US"/>
          </a:p>
          <a:p>
            <a:r>
              <a:rPr lang="en-IN" altLang="en-US"/>
              <a:t>b) 21</a:t>
            </a:r>
            <a:endParaRPr lang="en-IN" altLang="en-US"/>
          </a:p>
          <a:p>
            <a:r>
              <a:rPr lang="en-IN" altLang="en-US"/>
              <a:t>c) 42</a:t>
            </a:r>
            <a:endParaRPr lang="en-IN" altLang="en-US"/>
          </a:p>
          <a:p>
            <a:r>
              <a:rPr lang="en-IN" altLang="en-US"/>
              <a:t>d) 31</a:t>
            </a:r>
            <a:endParaRPr lang="en-IN"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graphicFrame>
        <p:nvGraphicFramePr>
          <p:cNvPr id="4" name="Content Placeholder 3"/>
          <p:cNvGraphicFramePr/>
          <p:nvPr>
            <p:ph idx="1"/>
          </p:nvPr>
        </p:nvGraphicFramePr>
        <p:xfrm>
          <a:off x="0" y="1833245"/>
          <a:ext cx="5362575" cy="2108835"/>
        </p:xfrm>
        <a:graphic>
          <a:graphicData uri="http://schemas.openxmlformats.org/drawingml/2006/table">
            <a:tbl>
              <a:tblPr firstRow="1" bandRow="1">
                <a:tableStyleId>{5C22544A-7EE6-4342-B048-85BDC9FD1C3A}</a:tableStyleId>
              </a:tblPr>
              <a:tblGrid>
                <a:gridCol w="1787525"/>
                <a:gridCol w="1787525"/>
                <a:gridCol w="1787525"/>
              </a:tblGrid>
              <a:tr h="702945">
                <a:tc>
                  <a:txBody>
                    <a:bodyPr/>
                    <a:p>
                      <a:pPr>
                        <a:buNone/>
                      </a:pPr>
                      <a:r>
                        <a:rPr lang="en-IN" altLang="en-US"/>
                        <a:t>64</a:t>
                      </a:r>
                      <a:endParaRPr lang="en-IN" altLang="en-US"/>
                    </a:p>
                  </a:txBody>
                  <a:tcPr/>
                </a:tc>
                <a:tc>
                  <a:txBody>
                    <a:bodyPr/>
                    <a:p>
                      <a:pPr>
                        <a:buNone/>
                      </a:pPr>
                      <a:r>
                        <a:rPr lang="en-IN" altLang="en-US"/>
                        <a:t>56</a:t>
                      </a:r>
                      <a:endParaRPr lang="en-IN" altLang="en-US"/>
                    </a:p>
                  </a:txBody>
                  <a:tcPr/>
                </a:tc>
                <a:tc>
                  <a:txBody>
                    <a:bodyPr/>
                    <a:p>
                      <a:pPr>
                        <a:buNone/>
                      </a:pPr>
                      <a:r>
                        <a:rPr lang="en-IN" altLang="en-US"/>
                        <a:t>?</a:t>
                      </a:r>
                      <a:endParaRPr lang="en-IN" altLang="en-US"/>
                    </a:p>
                  </a:txBody>
                  <a:tcPr/>
                </a:tc>
              </a:tr>
              <a:tr h="702945">
                <a:tc>
                  <a:txBody>
                    <a:bodyPr/>
                    <a:p>
                      <a:pPr>
                        <a:buNone/>
                      </a:pPr>
                      <a:r>
                        <a:rPr lang="en-IN" altLang="en-US"/>
                        <a:t>12</a:t>
                      </a:r>
                      <a:endParaRPr lang="en-IN" altLang="en-US"/>
                    </a:p>
                  </a:txBody>
                  <a:tcPr/>
                </a:tc>
                <a:tc>
                  <a:txBody>
                    <a:bodyPr/>
                    <a:p>
                      <a:pPr>
                        <a:buNone/>
                      </a:pPr>
                      <a:r>
                        <a:rPr lang="en-IN" altLang="en-US"/>
                        <a:t>13</a:t>
                      </a:r>
                      <a:endParaRPr lang="en-IN" altLang="en-US"/>
                    </a:p>
                  </a:txBody>
                  <a:tcPr/>
                </a:tc>
                <a:tc>
                  <a:txBody>
                    <a:bodyPr/>
                    <a:p>
                      <a:pPr>
                        <a:buNone/>
                      </a:pPr>
                      <a:r>
                        <a:rPr lang="en-IN" altLang="en-US"/>
                        <a:t>5</a:t>
                      </a:r>
                      <a:endParaRPr lang="en-IN" altLang="en-US"/>
                    </a:p>
                  </a:txBody>
                  <a:tcPr/>
                </a:tc>
              </a:tr>
              <a:tr h="702945">
                <a:tc>
                  <a:txBody>
                    <a:bodyPr/>
                    <a:p>
                      <a:pPr>
                        <a:buNone/>
                      </a:pPr>
                      <a:r>
                        <a:rPr lang="en-IN" altLang="en-US"/>
                        <a:t>52</a:t>
                      </a:r>
                      <a:endParaRPr lang="en-IN" altLang="en-US"/>
                    </a:p>
                  </a:txBody>
                  <a:tcPr/>
                </a:tc>
                <a:tc>
                  <a:txBody>
                    <a:bodyPr/>
                    <a:p>
                      <a:pPr>
                        <a:buNone/>
                      </a:pPr>
                      <a:r>
                        <a:rPr lang="en-IN" altLang="en-US"/>
                        <a:t>43</a:t>
                      </a:r>
                      <a:endParaRPr lang="en-IN" altLang="en-US"/>
                    </a:p>
                  </a:txBody>
                  <a:tcPr/>
                </a:tc>
                <a:tc>
                  <a:txBody>
                    <a:bodyPr/>
                    <a:p>
                      <a:pPr>
                        <a:buNone/>
                      </a:pPr>
                      <a:r>
                        <a:rPr lang="en-IN" altLang="en-US"/>
                        <a:t>36</a:t>
                      </a:r>
                      <a:endParaRPr lang="en-IN" altLang="en-US"/>
                    </a:p>
                  </a:txBody>
                  <a:tcPr/>
                </a:tc>
              </a:tr>
            </a:tbl>
          </a:graphicData>
        </a:graphic>
      </p:graphicFrame>
      <p:sp>
        <p:nvSpPr>
          <p:cNvPr id="5" name="Text Box 4"/>
          <p:cNvSpPr txBox="1"/>
          <p:nvPr/>
        </p:nvSpPr>
        <p:spPr>
          <a:xfrm>
            <a:off x="554990" y="4590415"/>
            <a:ext cx="654685" cy="1198880"/>
          </a:xfrm>
          <a:prstGeom prst="rect">
            <a:avLst/>
          </a:prstGeom>
          <a:noFill/>
        </p:spPr>
        <p:txBody>
          <a:bodyPr wrap="none" rtlCol="0">
            <a:spAutoFit/>
          </a:bodyPr>
          <a:p>
            <a:r>
              <a:rPr lang="en-IN" altLang="en-US"/>
              <a:t>a) 72</a:t>
            </a:r>
            <a:endParaRPr lang="en-IN" altLang="en-US"/>
          </a:p>
          <a:p>
            <a:r>
              <a:rPr lang="en-IN" altLang="en-US"/>
              <a:t>b) 48</a:t>
            </a:r>
            <a:endParaRPr lang="en-IN" altLang="en-US"/>
          </a:p>
          <a:p>
            <a:r>
              <a:rPr lang="en-IN" altLang="en-US"/>
              <a:t>c) 41</a:t>
            </a:r>
            <a:endParaRPr lang="en-IN" altLang="en-US"/>
          </a:p>
          <a:p>
            <a:r>
              <a:rPr lang="en-IN" altLang="en-US"/>
              <a:t>d) 31</a:t>
            </a:r>
            <a:endParaRPr lang="en-IN"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graphicFrame>
        <p:nvGraphicFramePr>
          <p:cNvPr id="4" name="Content Placeholder 3"/>
          <p:cNvGraphicFramePr/>
          <p:nvPr>
            <p:ph idx="1"/>
          </p:nvPr>
        </p:nvGraphicFramePr>
        <p:xfrm>
          <a:off x="0" y="1833245"/>
          <a:ext cx="5126355" cy="3042920"/>
        </p:xfrm>
        <a:graphic>
          <a:graphicData uri="http://schemas.openxmlformats.org/drawingml/2006/table">
            <a:tbl>
              <a:tblPr firstRow="1" bandRow="1">
                <a:tableStyleId>{5C22544A-7EE6-4342-B048-85BDC9FD1C3A}</a:tableStyleId>
              </a:tblPr>
              <a:tblGrid>
                <a:gridCol w="1708785"/>
                <a:gridCol w="1708785"/>
                <a:gridCol w="1708785"/>
              </a:tblGrid>
              <a:tr h="760730">
                <a:tc>
                  <a:txBody>
                    <a:bodyPr/>
                    <a:p>
                      <a:pPr>
                        <a:buNone/>
                      </a:pPr>
                      <a:r>
                        <a:rPr lang="en-IN" altLang="en-US"/>
                        <a:t>11</a:t>
                      </a:r>
                      <a:endParaRPr lang="en-IN" altLang="en-US"/>
                    </a:p>
                  </a:txBody>
                  <a:tcPr/>
                </a:tc>
                <a:tc>
                  <a:txBody>
                    <a:bodyPr/>
                    <a:p>
                      <a:pPr>
                        <a:buNone/>
                      </a:pPr>
                      <a:r>
                        <a:rPr lang="en-IN" altLang="en-US"/>
                        <a:t>32</a:t>
                      </a:r>
                      <a:endParaRPr lang="en-IN" altLang="en-US"/>
                    </a:p>
                  </a:txBody>
                  <a:tcPr/>
                </a:tc>
                <a:tc>
                  <a:txBody>
                    <a:bodyPr/>
                    <a:p>
                      <a:pPr>
                        <a:buNone/>
                      </a:pPr>
                      <a:r>
                        <a:rPr lang="en-IN" altLang="en-US"/>
                        <a:t>352</a:t>
                      </a:r>
                      <a:endParaRPr lang="en-IN" altLang="en-US"/>
                    </a:p>
                  </a:txBody>
                  <a:tcPr/>
                </a:tc>
              </a:tr>
              <a:tr h="760730">
                <a:tc>
                  <a:txBody>
                    <a:bodyPr/>
                    <a:p>
                      <a:pPr>
                        <a:buNone/>
                      </a:pPr>
                      <a:r>
                        <a:rPr lang="en-IN" altLang="en-US"/>
                        <a:t>12</a:t>
                      </a:r>
                      <a:endParaRPr lang="en-IN" altLang="en-US"/>
                    </a:p>
                  </a:txBody>
                  <a:tcPr/>
                </a:tc>
                <a:tc>
                  <a:txBody>
                    <a:bodyPr/>
                    <a:p>
                      <a:pPr>
                        <a:buNone/>
                      </a:pPr>
                      <a:r>
                        <a:rPr lang="en-IN" altLang="en-US"/>
                        <a:t>33</a:t>
                      </a:r>
                      <a:endParaRPr lang="en-IN" altLang="en-US"/>
                    </a:p>
                  </a:txBody>
                  <a:tcPr/>
                </a:tc>
                <a:tc>
                  <a:txBody>
                    <a:bodyPr/>
                    <a:p>
                      <a:pPr>
                        <a:buNone/>
                      </a:pPr>
                      <a:r>
                        <a:rPr lang="en-IN" altLang="en-US"/>
                        <a:t>396</a:t>
                      </a:r>
                      <a:endParaRPr lang="en-IN" altLang="en-US"/>
                    </a:p>
                  </a:txBody>
                  <a:tcPr/>
                </a:tc>
              </a:tr>
              <a:tr h="760730">
                <a:tc>
                  <a:txBody>
                    <a:bodyPr/>
                    <a:p>
                      <a:pPr>
                        <a:buNone/>
                      </a:pPr>
                      <a:r>
                        <a:rPr lang="en-IN" altLang="en-US"/>
                        <a:t>13</a:t>
                      </a:r>
                      <a:endParaRPr lang="en-IN" altLang="en-US"/>
                    </a:p>
                  </a:txBody>
                  <a:tcPr/>
                </a:tc>
                <a:tc>
                  <a:txBody>
                    <a:bodyPr/>
                    <a:p>
                      <a:pPr>
                        <a:buNone/>
                      </a:pPr>
                      <a:r>
                        <a:rPr lang="en-IN" altLang="en-US"/>
                        <a:t>34</a:t>
                      </a:r>
                      <a:endParaRPr lang="en-IN" altLang="en-US"/>
                    </a:p>
                  </a:txBody>
                  <a:tcPr/>
                </a:tc>
                <a:tc>
                  <a:txBody>
                    <a:bodyPr/>
                    <a:p>
                      <a:pPr>
                        <a:buNone/>
                      </a:pPr>
                      <a:r>
                        <a:rPr lang="en-IN" altLang="en-US"/>
                        <a:t>?</a:t>
                      </a:r>
                      <a:endParaRPr lang="en-IN" altLang="en-US"/>
                    </a:p>
                  </a:txBody>
                  <a:tcPr/>
                </a:tc>
              </a:tr>
              <a:tr h="760730">
                <a:tc>
                  <a:txBody>
                    <a:bodyPr/>
                    <a:p>
                      <a:pPr>
                        <a:buNone/>
                      </a:pPr>
                      <a:r>
                        <a:rPr lang="en-IN" altLang="en-US"/>
                        <a:t>14</a:t>
                      </a:r>
                      <a:endParaRPr lang="en-IN" altLang="en-US"/>
                    </a:p>
                  </a:txBody>
                  <a:tcPr/>
                </a:tc>
                <a:tc>
                  <a:txBody>
                    <a:bodyPr/>
                    <a:p>
                      <a:pPr>
                        <a:buNone/>
                      </a:pPr>
                      <a:r>
                        <a:rPr lang="en-IN" altLang="en-US"/>
                        <a:t>35</a:t>
                      </a:r>
                      <a:endParaRPr lang="en-IN" altLang="en-US"/>
                    </a:p>
                  </a:txBody>
                  <a:tcPr/>
                </a:tc>
                <a:tc>
                  <a:txBody>
                    <a:bodyPr/>
                    <a:p>
                      <a:pPr>
                        <a:buNone/>
                      </a:pPr>
                      <a:r>
                        <a:rPr lang="en-IN" altLang="en-US"/>
                        <a:t>490</a:t>
                      </a:r>
                      <a:endParaRPr lang="en-IN" altLang="en-US"/>
                    </a:p>
                  </a:txBody>
                  <a:tcPr/>
                </a:tc>
              </a:tr>
            </a:tbl>
          </a:graphicData>
        </a:graphic>
      </p:graphicFrame>
      <p:sp>
        <p:nvSpPr>
          <p:cNvPr id="5" name="Text Box 4"/>
          <p:cNvSpPr txBox="1"/>
          <p:nvPr/>
        </p:nvSpPr>
        <p:spPr>
          <a:xfrm>
            <a:off x="598805" y="5363210"/>
            <a:ext cx="770255" cy="1198880"/>
          </a:xfrm>
          <a:prstGeom prst="rect">
            <a:avLst/>
          </a:prstGeom>
          <a:noFill/>
        </p:spPr>
        <p:txBody>
          <a:bodyPr wrap="none" rtlCol="0">
            <a:spAutoFit/>
          </a:bodyPr>
          <a:p>
            <a:r>
              <a:rPr lang="en-IN" altLang="en-US"/>
              <a:t>a) 47</a:t>
            </a:r>
            <a:endParaRPr lang="en-IN" altLang="en-US"/>
          </a:p>
          <a:p>
            <a:r>
              <a:rPr lang="en-IN" altLang="en-US"/>
              <a:t>b) 442</a:t>
            </a:r>
            <a:endParaRPr lang="en-IN" altLang="en-US"/>
          </a:p>
          <a:p>
            <a:r>
              <a:rPr lang="en-IN" altLang="en-US"/>
              <a:t>c) 440</a:t>
            </a:r>
            <a:endParaRPr lang="en-IN" altLang="en-US"/>
          </a:p>
          <a:p>
            <a:r>
              <a:rPr lang="en-IN" altLang="en-US"/>
              <a:t>d) 415</a:t>
            </a:r>
            <a:endParaRPr lang="en-IN" alt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graphicFrame>
        <p:nvGraphicFramePr>
          <p:cNvPr id="4" name="Content Placeholder 3"/>
          <p:cNvGraphicFramePr/>
          <p:nvPr>
            <p:ph idx="1"/>
          </p:nvPr>
        </p:nvGraphicFramePr>
        <p:xfrm>
          <a:off x="0" y="1833245"/>
          <a:ext cx="5196840" cy="2138680"/>
        </p:xfrm>
        <a:graphic>
          <a:graphicData uri="http://schemas.openxmlformats.org/drawingml/2006/table">
            <a:tbl>
              <a:tblPr firstRow="1" bandRow="1">
                <a:tableStyleId>{5C22544A-7EE6-4342-B048-85BDC9FD1C3A}</a:tableStyleId>
              </a:tblPr>
              <a:tblGrid>
                <a:gridCol w="1732280"/>
                <a:gridCol w="1732280"/>
                <a:gridCol w="1732280"/>
              </a:tblGrid>
              <a:tr h="534670">
                <a:tc>
                  <a:txBody>
                    <a:bodyPr/>
                    <a:p>
                      <a:pPr>
                        <a:buNone/>
                      </a:pPr>
                      <a:r>
                        <a:rPr lang="en-IN" altLang="en-US"/>
                        <a:t>3</a:t>
                      </a:r>
                      <a:endParaRPr lang="en-IN" altLang="en-US"/>
                    </a:p>
                  </a:txBody>
                  <a:tcPr/>
                </a:tc>
                <a:tc>
                  <a:txBody>
                    <a:bodyPr/>
                    <a:p>
                      <a:pPr>
                        <a:buNone/>
                      </a:pPr>
                      <a:r>
                        <a:rPr lang="en-IN" altLang="en-US"/>
                        <a:t>3</a:t>
                      </a:r>
                      <a:endParaRPr lang="en-IN" altLang="en-US"/>
                    </a:p>
                  </a:txBody>
                  <a:tcPr/>
                </a:tc>
                <a:tc>
                  <a:txBody>
                    <a:bodyPr/>
                    <a:p>
                      <a:pPr>
                        <a:buNone/>
                      </a:pPr>
                      <a:r>
                        <a:rPr lang="en-IN" altLang="en-US"/>
                        <a:t>3</a:t>
                      </a:r>
                      <a:endParaRPr lang="en-IN" altLang="en-US"/>
                    </a:p>
                  </a:txBody>
                  <a:tcPr/>
                </a:tc>
              </a:tr>
              <a:tr h="534670">
                <a:tc>
                  <a:txBody>
                    <a:bodyPr/>
                    <a:p>
                      <a:pPr>
                        <a:buNone/>
                      </a:pPr>
                      <a:r>
                        <a:rPr lang="en-IN" altLang="en-US"/>
                        <a:t>2</a:t>
                      </a:r>
                      <a:endParaRPr lang="en-IN" altLang="en-US"/>
                    </a:p>
                  </a:txBody>
                  <a:tcPr/>
                </a:tc>
                <a:tc>
                  <a:txBody>
                    <a:bodyPr/>
                    <a:p>
                      <a:pPr>
                        <a:buNone/>
                      </a:pPr>
                      <a:r>
                        <a:rPr lang="en-IN" altLang="en-US"/>
                        <a:t>5</a:t>
                      </a:r>
                      <a:endParaRPr lang="en-IN" altLang="en-US"/>
                    </a:p>
                  </a:txBody>
                  <a:tcPr/>
                </a:tc>
                <a:tc>
                  <a:txBody>
                    <a:bodyPr/>
                    <a:p>
                      <a:pPr>
                        <a:buNone/>
                      </a:pPr>
                      <a:r>
                        <a:rPr lang="en-IN" altLang="en-US"/>
                        <a:t>4</a:t>
                      </a:r>
                      <a:endParaRPr lang="en-IN" altLang="en-US"/>
                    </a:p>
                  </a:txBody>
                  <a:tcPr/>
                </a:tc>
              </a:tr>
              <a:tr h="534670">
                <a:tc>
                  <a:txBody>
                    <a:bodyPr/>
                    <a:p>
                      <a:pPr>
                        <a:buNone/>
                      </a:pPr>
                      <a:r>
                        <a:rPr lang="en-IN" altLang="en-US"/>
                        <a:t>4</a:t>
                      </a:r>
                      <a:endParaRPr lang="en-IN" altLang="en-US"/>
                    </a:p>
                  </a:txBody>
                  <a:tcPr/>
                </a:tc>
                <a:tc>
                  <a:txBody>
                    <a:bodyPr/>
                    <a:p>
                      <a:pPr>
                        <a:buNone/>
                      </a:pPr>
                      <a:r>
                        <a:rPr lang="en-IN" altLang="en-US"/>
                        <a:t>3</a:t>
                      </a:r>
                      <a:endParaRPr lang="en-IN" altLang="en-US"/>
                    </a:p>
                  </a:txBody>
                  <a:tcPr/>
                </a:tc>
                <a:tc>
                  <a:txBody>
                    <a:bodyPr/>
                    <a:p>
                      <a:pPr>
                        <a:buNone/>
                      </a:pPr>
                      <a:r>
                        <a:rPr lang="en-IN" altLang="en-US"/>
                        <a:t>7</a:t>
                      </a:r>
                      <a:endParaRPr lang="en-IN" altLang="en-US"/>
                    </a:p>
                  </a:txBody>
                  <a:tcPr/>
                </a:tc>
              </a:tr>
              <a:tr h="534670">
                <a:tc>
                  <a:txBody>
                    <a:bodyPr/>
                    <a:p>
                      <a:pPr>
                        <a:buNone/>
                      </a:pPr>
                      <a:r>
                        <a:rPr lang="en-IN" altLang="en-US"/>
                        <a:t>5</a:t>
                      </a:r>
                      <a:endParaRPr lang="en-IN" altLang="en-US"/>
                    </a:p>
                  </a:txBody>
                  <a:tcPr/>
                </a:tc>
                <a:tc>
                  <a:txBody>
                    <a:bodyPr/>
                    <a:p>
                      <a:pPr>
                        <a:buNone/>
                      </a:pPr>
                      <a:r>
                        <a:rPr lang="en-IN" altLang="en-US"/>
                        <a:t>12</a:t>
                      </a:r>
                      <a:endParaRPr lang="en-IN" altLang="en-US"/>
                    </a:p>
                  </a:txBody>
                  <a:tcPr/>
                </a:tc>
                <a:tc>
                  <a:txBody>
                    <a:bodyPr/>
                    <a:p>
                      <a:pPr>
                        <a:buNone/>
                      </a:pPr>
                      <a:r>
                        <a:rPr lang="en-IN" altLang="en-US"/>
                        <a:t>?</a:t>
                      </a:r>
                      <a:endParaRPr lang="en-IN" altLang="en-US"/>
                    </a:p>
                  </a:txBody>
                  <a:tcPr/>
                </a:tc>
              </a:tr>
            </a:tbl>
          </a:graphicData>
        </a:graphic>
      </p:graphicFrame>
      <p:sp>
        <p:nvSpPr>
          <p:cNvPr id="5" name="Text Box 4"/>
          <p:cNvSpPr txBox="1"/>
          <p:nvPr/>
        </p:nvSpPr>
        <p:spPr>
          <a:xfrm>
            <a:off x="817880" y="4555490"/>
            <a:ext cx="654685" cy="1198880"/>
          </a:xfrm>
          <a:prstGeom prst="rect">
            <a:avLst/>
          </a:prstGeom>
          <a:noFill/>
        </p:spPr>
        <p:txBody>
          <a:bodyPr wrap="none" rtlCol="0">
            <a:spAutoFit/>
          </a:bodyPr>
          <a:p>
            <a:r>
              <a:rPr lang="en-IN" altLang="en-US"/>
              <a:t>a) 15</a:t>
            </a:r>
            <a:endParaRPr lang="en-IN" altLang="en-US"/>
          </a:p>
          <a:p>
            <a:r>
              <a:rPr lang="en-IN" altLang="en-US"/>
              <a:t>b) 17</a:t>
            </a:r>
            <a:endParaRPr lang="en-IN" altLang="en-US"/>
          </a:p>
          <a:p>
            <a:r>
              <a:rPr lang="en-IN" altLang="en-US"/>
              <a:t>c) 22</a:t>
            </a:r>
            <a:endParaRPr lang="en-IN" altLang="en-US"/>
          </a:p>
          <a:p>
            <a:r>
              <a:rPr lang="en-IN" altLang="en-US"/>
              <a:t>d) 25</a:t>
            </a:r>
            <a:endParaRPr lang="en-IN" alt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graphicFrame>
        <p:nvGraphicFramePr>
          <p:cNvPr id="4" name="Content Placeholder 3"/>
          <p:cNvGraphicFramePr/>
          <p:nvPr>
            <p:ph idx="1"/>
          </p:nvPr>
        </p:nvGraphicFramePr>
        <p:xfrm>
          <a:off x="0" y="1833245"/>
          <a:ext cx="5038725" cy="2367280"/>
        </p:xfrm>
        <a:graphic>
          <a:graphicData uri="http://schemas.openxmlformats.org/drawingml/2006/table">
            <a:tbl>
              <a:tblPr firstRow="1" bandRow="1">
                <a:tableStyleId>{5C22544A-7EE6-4342-B048-85BDC9FD1C3A}</a:tableStyleId>
              </a:tblPr>
              <a:tblGrid>
                <a:gridCol w="1679575"/>
                <a:gridCol w="1679575"/>
                <a:gridCol w="1679575"/>
              </a:tblGrid>
              <a:tr h="591820">
                <a:tc>
                  <a:txBody>
                    <a:bodyPr/>
                    <a:p>
                      <a:pPr>
                        <a:buNone/>
                      </a:pPr>
                      <a:r>
                        <a:rPr lang="en-IN" altLang="en-US"/>
                        <a:t>14</a:t>
                      </a:r>
                      <a:endParaRPr lang="en-IN" altLang="en-US"/>
                    </a:p>
                  </a:txBody>
                  <a:tcPr/>
                </a:tc>
                <a:tc>
                  <a:txBody>
                    <a:bodyPr/>
                    <a:p>
                      <a:pPr>
                        <a:buNone/>
                      </a:pPr>
                      <a:r>
                        <a:rPr lang="en-IN" altLang="en-US"/>
                        <a:t>16</a:t>
                      </a:r>
                      <a:endParaRPr lang="en-IN" altLang="en-US"/>
                    </a:p>
                  </a:txBody>
                  <a:tcPr/>
                </a:tc>
                <a:tc>
                  <a:txBody>
                    <a:bodyPr/>
                    <a:p>
                      <a:pPr>
                        <a:buNone/>
                      </a:pPr>
                      <a:r>
                        <a:rPr lang="en-IN" altLang="en-US"/>
                        <a:t>56</a:t>
                      </a:r>
                      <a:endParaRPr lang="en-IN" altLang="en-US"/>
                    </a:p>
                  </a:txBody>
                  <a:tcPr/>
                </a:tc>
              </a:tr>
              <a:tr h="591820">
                <a:tc>
                  <a:txBody>
                    <a:bodyPr/>
                    <a:p>
                      <a:pPr>
                        <a:buNone/>
                      </a:pPr>
                      <a:r>
                        <a:rPr lang="en-IN" altLang="en-US"/>
                        <a:t>3</a:t>
                      </a:r>
                      <a:endParaRPr lang="en-IN" altLang="en-US"/>
                    </a:p>
                  </a:txBody>
                  <a:tcPr/>
                </a:tc>
                <a:tc>
                  <a:txBody>
                    <a:bodyPr/>
                    <a:p>
                      <a:pPr>
                        <a:buNone/>
                      </a:pPr>
                      <a:r>
                        <a:rPr lang="en-IN" altLang="en-US"/>
                        <a:t>6</a:t>
                      </a:r>
                      <a:endParaRPr lang="en-IN" altLang="en-US"/>
                    </a:p>
                  </a:txBody>
                  <a:tcPr/>
                </a:tc>
                <a:tc>
                  <a:txBody>
                    <a:bodyPr/>
                    <a:p>
                      <a:pPr>
                        <a:buNone/>
                      </a:pPr>
                      <a:r>
                        <a:rPr lang="en-IN" altLang="en-US"/>
                        <a:t>8</a:t>
                      </a:r>
                      <a:endParaRPr lang="en-IN" altLang="en-US"/>
                    </a:p>
                  </a:txBody>
                  <a:tcPr/>
                </a:tc>
              </a:tr>
              <a:tr h="591820">
                <a:tc>
                  <a:txBody>
                    <a:bodyPr/>
                    <a:p>
                      <a:pPr>
                        <a:buNone/>
                      </a:pPr>
                      <a:r>
                        <a:rPr lang="en-IN" altLang="en-US"/>
                        <a:t>7</a:t>
                      </a:r>
                      <a:endParaRPr lang="en-IN" altLang="en-US"/>
                    </a:p>
                  </a:txBody>
                  <a:tcPr/>
                </a:tc>
                <a:tc>
                  <a:txBody>
                    <a:bodyPr/>
                    <a:p>
                      <a:pPr>
                        <a:buNone/>
                      </a:pPr>
                      <a:r>
                        <a:rPr lang="en-IN" altLang="en-US"/>
                        <a:t>?</a:t>
                      </a:r>
                      <a:endParaRPr lang="en-IN" altLang="en-US"/>
                    </a:p>
                  </a:txBody>
                  <a:tcPr/>
                </a:tc>
                <a:tc>
                  <a:txBody>
                    <a:bodyPr/>
                    <a:p>
                      <a:pPr>
                        <a:buNone/>
                      </a:pPr>
                      <a:r>
                        <a:rPr lang="en-IN" altLang="en-US"/>
                        <a:t>7</a:t>
                      </a:r>
                      <a:endParaRPr lang="en-IN" altLang="en-US"/>
                    </a:p>
                  </a:txBody>
                  <a:tcPr/>
                </a:tc>
              </a:tr>
              <a:tr h="591820">
                <a:tc>
                  <a:txBody>
                    <a:bodyPr/>
                    <a:p>
                      <a:pPr>
                        <a:buNone/>
                      </a:pPr>
                      <a:r>
                        <a:rPr lang="en-IN" altLang="en-US"/>
                        <a:t>6</a:t>
                      </a:r>
                      <a:endParaRPr lang="en-IN" altLang="en-US"/>
                    </a:p>
                  </a:txBody>
                  <a:tcPr/>
                </a:tc>
                <a:tc>
                  <a:txBody>
                    <a:bodyPr/>
                    <a:p>
                      <a:pPr>
                        <a:buNone/>
                      </a:pPr>
                      <a:r>
                        <a:rPr lang="en-IN" altLang="en-US"/>
                        <a:t>24</a:t>
                      </a:r>
                      <a:endParaRPr lang="en-IN" altLang="en-US"/>
                    </a:p>
                  </a:txBody>
                  <a:tcPr/>
                </a:tc>
                <a:tc>
                  <a:txBody>
                    <a:bodyPr/>
                    <a:p>
                      <a:pPr>
                        <a:buNone/>
                      </a:pPr>
                      <a:r>
                        <a:rPr lang="en-IN" altLang="en-US"/>
                        <a:t>64</a:t>
                      </a:r>
                      <a:endParaRPr lang="en-IN" altLang="en-US"/>
                    </a:p>
                  </a:txBody>
                  <a:tcPr/>
                </a:tc>
              </a:tr>
            </a:tbl>
          </a:graphicData>
        </a:graphic>
      </p:graphicFrame>
      <p:sp>
        <p:nvSpPr>
          <p:cNvPr id="5" name="Text Box 4"/>
          <p:cNvSpPr txBox="1"/>
          <p:nvPr/>
        </p:nvSpPr>
        <p:spPr>
          <a:xfrm>
            <a:off x="326390" y="4748530"/>
            <a:ext cx="590550" cy="1198880"/>
          </a:xfrm>
          <a:prstGeom prst="rect">
            <a:avLst/>
          </a:prstGeom>
          <a:noFill/>
        </p:spPr>
        <p:txBody>
          <a:bodyPr wrap="none" rtlCol="0">
            <a:spAutoFit/>
          </a:bodyPr>
          <a:p>
            <a:r>
              <a:rPr lang="en-IN" altLang="en-US"/>
              <a:t>a) 2</a:t>
            </a:r>
            <a:endParaRPr lang="en-IN" altLang="en-US"/>
          </a:p>
          <a:p>
            <a:r>
              <a:rPr lang="en-IN" altLang="en-US"/>
              <a:t>b) 3 </a:t>
            </a:r>
            <a:endParaRPr lang="en-IN" altLang="en-US"/>
          </a:p>
          <a:p>
            <a:r>
              <a:rPr lang="en-IN" altLang="en-US"/>
              <a:t>c) 7</a:t>
            </a:r>
            <a:endParaRPr lang="en-IN" altLang="en-US"/>
          </a:p>
          <a:p>
            <a:r>
              <a:rPr lang="en-IN" altLang="en-US"/>
              <a:t>d) 4</a:t>
            </a:r>
            <a:endParaRPr lang="en-IN" alt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graphicFrame>
        <p:nvGraphicFramePr>
          <p:cNvPr id="4" name="Content Placeholder 3"/>
          <p:cNvGraphicFramePr/>
          <p:nvPr>
            <p:ph idx="1"/>
          </p:nvPr>
        </p:nvGraphicFramePr>
        <p:xfrm>
          <a:off x="0" y="1833245"/>
          <a:ext cx="3114675" cy="2084070"/>
        </p:xfrm>
        <a:graphic>
          <a:graphicData uri="http://schemas.openxmlformats.org/drawingml/2006/table">
            <a:tbl>
              <a:tblPr firstRow="1" bandRow="1">
                <a:tableStyleId>{5C22544A-7EE6-4342-B048-85BDC9FD1C3A}</a:tableStyleId>
              </a:tblPr>
              <a:tblGrid>
                <a:gridCol w="1038225"/>
                <a:gridCol w="1038225"/>
                <a:gridCol w="1038225"/>
              </a:tblGrid>
              <a:tr h="694690">
                <a:tc>
                  <a:txBody>
                    <a:bodyPr/>
                    <a:p>
                      <a:pPr>
                        <a:buNone/>
                      </a:pPr>
                      <a:r>
                        <a:rPr lang="en-IN" altLang="en-US"/>
                        <a:t>5</a:t>
                      </a:r>
                      <a:endParaRPr lang="en-IN" altLang="en-US"/>
                    </a:p>
                  </a:txBody>
                  <a:tcPr/>
                </a:tc>
                <a:tc>
                  <a:txBody>
                    <a:bodyPr/>
                    <a:p>
                      <a:pPr>
                        <a:buNone/>
                      </a:pPr>
                      <a:r>
                        <a:rPr lang="en-IN" altLang="en-US"/>
                        <a:t>9</a:t>
                      </a:r>
                      <a:endParaRPr lang="en-IN" altLang="en-US"/>
                    </a:p>
                  </a:txBody>
                  <a:tcPr/>
                </a:tc>
                <a:tc>
                  <a:txBody>
                    <a:bodyPr/>
                    <a:p>
                      <a:pPr>
                        <a:buNone/>
                      </a:pPr>
                      <a:r>
                        <a:rPr lang="en-IN" altLang="en-US"/>
                        <a:t>4</a:t>
                      </a:r>
                      <a:endParaRPr lang="en-IN" altLang="en-US"/>
                    </a:p>
                  </a:txBody>
                  <a:tcPr/>
                </a:tc>
              </a:tr>
              <a:tr h="694690">
                <a:tc>
                  <a:txBody>
                    <a:bodyPr/>
                    <a:p>
                      <a:pPr>
                        <a:buNone/>
                      </a:pPr>
                      <a:r>
                        <a:rPr lang="en-IN" altLang="en-US"/>
                        <a:t>35</a:t>
                      </a:r>
                      <a:endParaRPr lang="en-IN" altLang="en-US"/>
                    </a:p>
                  </a:txBody>
                  <a:tcPr/>
                </a:tc>
                <a:tc>
                  <a:txBody>
                    <a:bodyPr/>
                    <a:p>
                      <a:pPr>
                        <a:buNone/>
                      </a:pPr>
                      <a:r>
                        <a:rPr lang="en-IN" altLang="en-US"/>
                        <a:t>?</a:t>
                      </a:r>
                      <a:endParaRPr lang="en-IN" altLang="en-US"/>
                    </a:p>
                  </a:txBody>
                  <a:tcPr/>
                </a:tc>
                <a:tc>
                  <a:txBody>
                    <a:bodyPr/>
                    <a:p>
                      <a:pPr>
                        <a:buNone/>
                      </a:pPr>
                      <a:r>
                        <a:rPr lang="en-IN" altLang="en-US"/>
                        <a:t>64</a:t>
                      </a:r>
                      <a:endParaRPr lang="en-IN" altLang="en-US"/>
                    </a:p>
                  </a:txBody>
                  <a:tcPr/>
                </a:tc>
              </a:tr>
              <a:tr h="694690">
                <a:tc>
                  <a:txBody>
                    <a:bodyPr/>
                    <a:p>
                      <a:pPr>
                        <a:buNone/>
                      </a:pPr>
                      <a:r>
                        <a:rPr lang="en-IN" altLang="en-US"/>
                        <a:t>7</a:t>
                      </a:r>
                      <a:endParaRPr lang="en-IN" altLang="en-US"/>
                    </a:p>
                  </a:txBody>
                  <a:tcPr/>
                </a:tc>
                <a:tc>
                  <a:txBody>
                    <a:bodyPr/>
                    <a:p>
                      <a:pPr>
                        <a:buNone/>
                      </a:pPr>
                      <a:r>
                        <a:rPr lang="en-IN" altLang="en-US"/>
                        <a:t>7</a:t>
                      </a:r>
                      <a:endParaRPr lang="en-IN" altLang="en-US"/>
                    </a:p>
                  </a:txBody>
                  <a:tcPr/>
                </a:tc>
                <a:tc>
                  <a:txBody>
                    <a:bodyPr/>
                    <a:p>
                      <a:pPr>
                        <a:buNone/>
                      </a:pPr>
                      <a:r>
                        <a:rPr lang="en-IN" altLang="en-US"/>
                        <a:t>15</a:t>
                      </a:r>
                      <a:endParaRPr lang="en-IN" altLang="en-US"/>
                    </a:p>
                  </a:txBody>
                  <a:tcPr/>
                </a:tc>
              </a:tr>
            </a:tbl>
          </a:graphicData>
        </a:graphic>
      </p:graphicFrame>
      <p:sp>
        <p:nvSpPr>
          <p:cNvPr id="5" name="Text Box 4"/>
          <p:cNvSpPr txBox="1"/>
          <p:nvPr/>
        </p:nvSpPr>
        <p:spPr>
          <a:xfrm>
            <a:off x="291465" y="4450080"/>
            <a:ext cx="654685" cy="1198880"/>
          </a:xfrm>
          <a:prstGeom prst="rect">
            <a:avLst/>
          </a:prstGeom>
          <a:noFill/>
        </p:spPr>
        <p:txBody>
          <a:bodyPr wrap="none" rtlCol="0">
            <a:spAutoFit/>
          </a:bodyPr>
          <a:p>
            <a:r>
              <a:rPr lang="en-IN" altLang="en-US"/>
              <a:t>a) 65</a:t>
            </a:r>
            <a:endParaRPr lang="en-IN" altLang="en-US"/>
          </a:p>
          <a:p>
            <a:r>
              <a:rPr lang="en-IN" altLang="en-US"/>
              <a:t>b) 45</a:t>
            </a:r>
            <a:endParaRPr lang="en-IN" altLang="en-US"/>
          </a:p>
          <a:p>
            <a:r>
              <a:rPr lang="en-IN" altLang="en-US"/>
              <a:t>c) 61</a:t>
            </a:r>
            <a:endParaRPr lang="en-IN" altLang="en-US"/>
          </a:p>
          <a:p>
            <a:r>
              <a:rPr lang="en-IN" altLang="en-US"/>
              <a:t>d) 63</a:t>
            </a:r>
            <a:endParaRPr lang="en-IN" alt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graphicFrame>
        <p:nvGraphicFramePr>
          <p:cNvPr id="4" name="Content Placeholder 3"/>
          <p:cNvGraphicFramePr/>
          <p:nvPr>
            <p:ph idx="1"/>
          </p:nvPr>
        </p:nvGraphicFramePr>
        <p:xfrm>
          <a:off x="0" y="1833245"/>
          <a:ext cx="3676650" cy="2717800"/>
        </p:xfrm>
        <a:graphic>
          <a:graphicData uri="http://schemas.openxmlformats.org/drawingml/2006/table">
            <a:tbl>
              <a:tblPr firstRow="1" bandRow="1">
                <a:tableStyleId>{5C22544A-7EE6-4342-B048-85BDC9FD1C3A}</a:tableStyleId>
              </a:tblPr>
              <a:tblGrid>
                <a:gridCol w="1225550"/>
                <a:gridCol w="1225550"/>
                <a:gridCol w="1225550"/>
              </a:tblGrid>
              <a:tr h="679450">
                <a:tc>
                  <a:txBody>
                    <a:bodyPr/>
                    <a:p>
                      <a:pPr>
                        <a:buNone/>
                      </a:pPr>
                      <a:r>
                        <a:rPr lang="en-IN" altLang="en-US"/>
                        <a:t>2</a:t>
                      </a:r>
                      <a:endParaRPr lang="en-IN" altLang="en-US"/>
                    </a:p>
                  </a:txBody>
                  <a:tcPr/>
                </a:tc>
                <a:tc>
                  <a:txBody>
                    <a:bodyPr/>
                    <a:p>
                      <a:pPr>
                        <a:buNone/>
                      </a:pPr>
                      <a:r>
                        <a:rPr lang="en-IN" altLang="en-US"/>
                        <a:t>18</a:t>
                      </a:r>
                      <a:endParaRPr lang="en-IN" altLang="en-US"/>
                    </a:p>
                  </a:txBody>
                  <a:tcPr/>
                </a:tc>
                <a:tc>
                  <a:txBody>
                    <a:bodyPr/>
                    <a:p>
                      <a:pPr>
                        <a:buNone/>
                      </a:pPr>
                      <a:r>
                        <a:rPr lang="en-IN" altLang="en-US"/>
                        <a:t>4</a:t>
                      </a:r>
                      <a:endParaRPr lang="en-IN" altLang="en-US"/>
                    </a:p>
                  </a:txBody>
                  <a:tcPr/>
                </a:tc>
              </a:tr>
              <a:tr h="679450">
                <a:tc>
                  <a:txBody>
                    <a:bodyPr/>
                    <a:p>
                      <a:pPr>
                        <a:buNone/>
                      </a:pPr>
                      <a:r>
                        <a:rPr lang="en-IN" altLang="en-US"/>
                        <a:t>6</a:t>
                      </a:r>
                      <a:endParaRPr lang="en-IN" altLang="en-US"/>
                    </a:p>
                  </a:txBody>
                  <a:tcPr/>
                </a:tc>
                <a:tc>
                  <a:txBody>
                    <a:bodyPr/>
                    <a:p>
                      <a:pPr>
                        <a:buNone/>
                      </a:pPr>
                      <a:r>
                        <a:rPr lang="en-IN" altLang="en-US"/>
                        <a:t>28</a:t>
                      </a:r>
                      <a:endParaRPr lang="en-IN" altLang="en-US"/>
                    </a:p>
                  </a:txBody>
                  <a:tcPr/>
                </a:tc>
                <a:tc>
                  <a:txBody>
                    <a:bodyPr/>
                    <a:p>
                      <a:pPr>
                        <a:buNone/>
                      </a:pPr>
                      <a:r>
                        <a:rPr lang="en-IN" altLang="en-US"/>
                        <a:t>3</a:t>
                      </a:r>
                      <a:endParaRPr lang="en-IN" altLang="en-US"/>
                    </a:p>
                  </a:txBody>
                  <a:tcPr/>
                </a:tc>
              </a:tr>
              <a:tr h="679450">
                <a:tc>
                  <a:txBody>
                    <a:bodyPr/>
                    <a:p>
                      <a:pPr>
                        <a:buNone/>
                      </a:pPr>
                      <a:r>
                        <a:rPr lang="en-IN" altLang="en-US"/>
                        <a:t>8</a:t>
                      </a:r>
                      <a:endParaRPr lang="en-IN" altLang="en-US"/>
                    </a:p>
                  </a:txBody>
                  <a:tcPr/>
                </a:tc>
                <a:tc>
                  <a:txBody>
                    <a:bodyPr/>
                    <a:p>
                      <a:pPr>
                        <a:buNone/>
                      </a:pPr>
                      <a:r>
                        <a:rPr lang="en-IN" altLang="en-US"/>
                        <a:t>26</a:t>
                      </a:r>
                      <a:endParaRPr lang="en-IN" altLang="en-US"/>
                    </a:p>
                  </a:txBody>
                  <a:tcPr/>
                </a:tc>
                <a:tc>
                  <a:txBody>
                    <a:bodyPr/>
                    <a:p>
                      <a:pPr>
                        <a:buNone/>
                      </a:pPr>
                      <a:r>
                        <a:rPr lang="en-IN" altLang="en-US"/>
                        <a:t>2</a:t>
                      </a:r>
                      <a:endParaRPr lang="en-IN" altLang="en-US"/>
                    </a:p>
                  </a:txBody>
                  <a:tcPr/>
                </a:tc>
              </a:tr>
              <a:tr h="679450">
                <a:tc>
                  <a:txBody>
                    <a:bodyPr/>
                    <a:p>
                      <a:pPr>
                        <a:buNone/>
                      </a:pPr>
                      <a:r>
                        <a:rPr lang="en-IN" altLang="en-US"/>
                        <a:t>9</a:t>
                      </a:r>
                      <a:endParaRPr lang="en-IN" altLang="en-US"/>
                    </a:p>
                  </a:txBody>
                  <a:tcPr/>
                </a:tc>
                <a:tc>
                  <a:txBody>
                    <a:bodyPr/>
                    <a:p>
                      <a:pPr>
                        <a:buNone/>
                      </a:pPr>
                      <a:r>
                        <a:rPr lang="en-IN" altLang="en-US"/>
                        <a:t>?</a:t>
                      </a:r>
                      <a:endParaRPr lang="en-IN" altLang="en-US"/>
                    </a:p>
                  </a:txBody>
                  <a:tcPr/>
                </a:tc>
                <a:tc>
                  <a:txBody>
                    <a:bodyPr/>
                    <a:p>
                      <a:pPr>
                        <a:buNone/>
                      </a:pPr>
                      <a:r>
                        <a:rPr lang="en-IN" altLang="en-US"/>
                        <a:t>4</a:t>
                      </a:r>
                      <a:endParaRPr lang="en-IN" altLang="en-US"/>
                    </a:p>
                  </a:txBody>
                  <a:tcPr/>
                </a:tc>
              </a:tr>
            </a:tbl>
          </a:graphicData>
        </a:graphic>
      </p:graphicFrame>
      <p:sp>
        <p:nvSpPr>
          <p:cNvPr id="5" name="Text Box 4"/>
          <p:cNvSpPr txBox="1"/>
          <p:nvPr/>
        </p:nvSpPr>
        <p:spPr>
          <a:xfrm>
            <a:off x="4787265" y="2149475"/>
            <a:ext cx="654685" cy="1198880"/>
          </a:xfrm>
          <a:prstGeom prst="rect">
            <a:avLst/>
          </a:prstGeom>
          <a:noFill/>
        </p:spPr>
        <p:txBody>
          <a:bodyPr wrap="none" rtlCol="0">
            <a:spAutoFit/>
          </a:bodyPr>
          <a:p>
            <a:r>
              <a:rPr lang="en-IN" altLang="en-US"/>
              <a:t>a) 36</a:t>
            </a:r>
            <a:endParaRPr lang="en-IN" altLang="en-US"/>
          </a:p>
          <a:p>
            <a:r>
              <a:rPr lang="en-IN" altLang="en-US"/>
              <a:t>b) 45</a:t>
            </a:r>
            <a:endParaRPr lang="en-IN" altLang="en-US"/>
          </a:p>
          <a:p>
            <a:r>
              <a:rPr lang="en-IN" altLang="en-US"/>
              <a:t>c) 44</a:t>
            </a:r>
            <a:endParaRPr lang="en-IN" altLang="en-US"/>
          </a:p>
          <a:p>
            <a:r>
              <a:rPr lang="en-IN" altLang="en-US"/>
              <a:t>d) 46</a:t>
            </a:r>
            <a:endParaRPr lang="en-IN" alt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graphicFrame>
        <p:nvGraphicFramePr>
          <p:cNvPr id="4" name="Content Placeholder 3"/>
          <p:cNvGraphicFramePr/>
          <p:nvPr>
            <p:ph idx="1"/>
          </p:nvPr>
        </p:nvGraphicFramePr>
        <p:xfrm>
          <a:off x="0" y="1833245"/>
          <a:ext cx="6223635" cy="2004060"/>
        </p:xfrm>
        <a:graphic>
          <a:graphicData uri="http://schemas.openxmlformats.org/drawingml/2006/table">
            <a:tbl>
              <a:tblPr firstRow="1" bandRow="1">
                <a:tableStyleId>{5C22544A-7EE6-4342-B048-85BDC9FD1C3A}</a:tableStyleId>
              </a:tblPr>
              <a:tblGrid>
                <a:gridCol w="2074545"/>
                <a:gridCol w="2074545"/>
                <a:gridCol w="2074545"/>
              </a:tblGrid>
              <a:tr h="668020">
                <a:tc>
                  <a:txBody>
                    <a:bodyPr/>
                    <a:p>
                      <a:pPr>
                        <a:buNone/>
                      </a:pPr>
                      <a:r>
                        <a:rPr lang="en-IN" altLang="en-US"/>
                        <a:t>4</a:t>
                      </a:r>
                      <a:endParaRPr lang="en-IN" altLang="en-US"/>
                    </a:p>
                  </a:txBody>
                  <a:tcPr/>
                </a:tc>
                <a:tc>
                  <a:txBody>
                    <a:bodyPr/>
                    <a:p>
                      <a:pPr>
                        <a:buNone/>
                      </a:pPr>
                      <a:r>
                        <a:rPr lang="en-IN" altLang="en-US"/>
                        <a:t>9</a:t>
                      </a:r>
                      <a:endParaRPr lang="en-IN" altLang="en-US"/>
                    </a:p>
                  </a:txBody>
                  <a:tcPr/>
                </a:tc>
                <a:tc>
                  <a:txBody>
                    <a:bodyPr/>
                    <a:p>
                      <a:pPr>
                        <a:buNone/>
                      </a:pPr>
                      <a:r>
                        <a:rPr lang="en-IN" altLang="en-US"/>
                        <a:t>12</a:t>
                      </a:r>
                      <a:endParaRPr lang="en-IN" altLang="en-US"/>
                    </a:p>
                  </a:txBody>
                  <a:tcPr/>
                </a:tc>
              </a:tr>
              <a:tr h="668020">
                <a:tc>
                  <a:txBody>
                    <a:bodyPr/>
                    <a:p>
                      <a:pPr>
                        <a:buNone/>
                      </a:pPr>
                      <a:r>
                        <a:rPr lang="en-IN" altLang="en-US"/>
                        <a:t>3</a:t>
                      </a:r>
                      <a:endParaRPr lang="en-IN" altLang="en-US"/>
                    </a:p>
                  </a:txBody>
                  <a:tcPr/>
                </a:tc>
                <a:tc>
                  <a:txBody>
                    <a:bodyPr/>
                    <a:p>
                      <a:pPr>
                        <a:buNone/>
                      </a:pPr>
                      <a:r>
                        <a:rPr lang="en-IN" altLang="en-US"/>
                        <a:t>6</a:t>
                      </a:r>
                      <a:endParaRPr lang="en-IN" altLang="en-US"/>
                    </a:p>
                  </a:txBody>
                  <a:tcPr/>
                </a:tc>
                <a:tc>
                  <a:txBody>
                    <a:bodyPr/>
                    <a:p>
                      <a:pPr>
                        <a:buNone/>
                      </a:pPr>
                      <a:r>
                        <a:rPr lang="en-IN" altLang="en-US"/>
                        <a:t>7</a:t>
                      </a:r>
                      <a:endParaRPr lang="en-IN" altLang="en-US"/>
                    </a:p>
                  </a:txBody>
                  <a:tcPr/>
                </a:tc>
              </a:tr>
              <a:tr h="668020">
                <a:tc>
                  <a:txBody>
                    <a:bodyPr/>
                    <a:p>
                      <a:pPr>
                        <a:buNone/>
                      </a:pPr>
                      <a:r>
                        <a:rPr lang="en-IN" altLang="en-US"/>
                        <a:t>7</a:t>
                      </a:r>
                      <a:endParaRPr lang="en-IN" altLang="en-US"/>
                    </a:p>
                  </a:txBody>
                  <a:tcPr/>
                </a:tc>
                <a:tc>
                  <a:txBody>
                    <a:bodyPr/>
                    <a:p>
                      <a:pPr>
                        <a:buNone/>
                      </a:pPr>
                      <a:r>
                        <a:rPr lang="en-IN" altLang="en-US"/>
                        <a:t>45</a:t>
                      </a:r>
                      <a:endParaRPr lang="en-IN" altLang="en-US"/>
                    </a:p>
                  </a:txBody>
                  <a:tcPr/>
                </a:tc>
                <a:tc>
                  <a:txBody>
                    <a:bodyPr/>
                    <a:p>
                      <a:pPr>
                        <a:buNone/>
                      </a:pPr>
                      <a:r>
                        <a:rPr lang="en-IN" altLang="en-US"/>
                        <a:t>?</a:t>
                      </a:r>
                      <a:endParaRPr lang="en-IN" altLang="en-US"/>
                    </a:p>
                  </a:txBody>
                  <a:tcPr/>
                </a:tc>
              </a:tr>
            </a:tbl>
          </a:graphicData>
        </a:graphic>
      </p:graphicFrame>
      <p:sp>
        <p:nvSpPr>
          <p:cNvPr id="5" name="Text Box 4"/>
          <p:cNvSpPr txBox="1"/>
          <p:nvPr/>
        </p:nvSpPr>
        <p:spPr>
          <a:xfrm>
            <a:off x="203200" y="4195445"/>
            <a:ext cx="654685" cy="1198880"/>
          </a:xfrm>
          <a:prstGeom prst="rect">
            <a:avLst/>
          </a:prstGeom>
          <a:noFill/>
        </p:spPr>
        <p:txBody>
          <a:bodyPr wrap="none" rtlCol="0">
            <a:spAutoFit/>
          </a:bodyPr>
          <a:p>
            <a:r>
              <a:rPr lang="en-IN" altLang="en-US"/>
              <a:t>a) 95</a:t>
            </a:r>
            <a:endParaRPr lang="en-IN" altLang="en-US"/>
          </a:p>
          <a:p>
            <a:r>
              <a:rPr lang="en-IN" altLang="en-US"/>
              <a:t>b) 55</a:t>
            </a:r>
            <a:endParaRPr lang="en-IN" altLang="en-US"/>
          </a:p>
          <a:p>
            <a:r>
              <a:rPr lang="en-IN" altLang="en-US"/>
              <a:t>c) 65</a:t>
            </a:r>
            <a:endParaRPr lang="en-IN" altLang="en-US"/>
          </a:p>
          <a:p>
            <a:r>
              <a:rPr lang="en-IN" altLang="en-US"/>
              <a:t>d) 55</a:t>
            </a:r>
            <a:endParaRPr lang="en-IN" alt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graphicFrame>
        <p:nvGraphicFramePr>
          <p:cNvPr id="4" name="Content Placeholder 3"/>
          <p:cNvGraphicFramePr/>
          <p:nvPr>
            <p:ph idx="1"/>
          </p:nvPr>
        </p:nvGraphicFramePr>
        <p:xfrm>
          <a:off x="0" y="1833245"/>
          <a:ext cx="7435215" cy="2266950"/>
        </p:xfrm>
        <a:graphic>
          <a:graphicData uri="http://schemas.openxmlformats.org/drawingml/2006/table">
            <a:tbl>
              <a:tblPr firstRow="1" bandRow="1">
                <a:tableStyleId>{5C22544A-7EE6-4342-B048-85BDC9FD1C3A}</a:tableStyleId>
              </a:tblPr>
              <a:tblGrid>
                <a:gridCol w="1994535"/>
                <a:gridCol w="1994535"/>
                <a:gridCol w="1994535"/>
                <a:gridCol w="1451610"/>
              </a:tblGrid>
              <a:tr h="755650">
                <a:tc>
                  <a:txBody>
                    <a:bodyPr/>
                    <a:p>
                      <a:pPr>
                        <a:buNone/>
                      </a:pPr>
                      <a:r>
                        <a:rPr lang="en-IN" altLang="en-US"/>
                        <a:t>2</a:t>
                      </a:r>
                      <a:endParaRPr lang="en-IN" altLang="en-US"/>
                    </a:p>
                  </a:txBody>
                  <a:tcPr/>
                </a:tc>
                <a:tc>
                  <a:txBody>
                    <a:bodyPr/>
                    <a:p>
                      <a:pPr>
                        <a:buNone/>
                      </a:pPr>
                      <a:r>
                        <a:rPr lang="en-IN" altLang="en-US"/>
                        <a:t>6</a:t>
                      </a:r>
                      <a:endParaRPr lang="en-IN" altLang="en-US"/>
                    </a:p>
                  </a:txBody>
                  <a:tcPr/>
                </a:tc>
                <a:tc>
                  <a:txBody>
                    <a:bodyPr/>
                    <a:p>
                      <a:pPr>
                        <a:buNone/>
                      </a:pPr>
                      <a:r>
                        <a:rPr lang="en-IN" altLang="en-US"/>
                        <a:t>12</a:t>
                      </a:r>
                      <a:endParaRPr lang="en-IN" altLang="en-US"/>
                    </a:p>
                  </a:txBody>
                  <a:tcPr/>
                </a:tc>
                <a:tc>
                  <a:txBody>
                    <a:bodyPr/>
                    <a:p>
                      <a:pPr>
                        <a:buNone/>
                      </a:pPr>
                      <a:r>
                        <a:rPr lang="en-IN" altLang="en-US"/>
                        <a:t>36</a:t>
                      </a:r>
                      <a:endParaRPr lang="en-IN" altLang="en-US"/>
                    </a:p>
                  </a:txBody>
                  <a:tcPr/>
                </a:tc>
              </a:tr>
              <a:tr h="755650">
                <a:tc>
                  <a:txBody>
                    <a:bodyPr/>
                    <a:p>
                      <a:pPr>
                        <a:buNone/>
                      </a:pPr>
                      <a:r>
                        <a:rPr lang="en-IN" altLang="en-US"/>
                        <a:t>3</a:t>
                      </a:r>
                      <a:endParaRPr lang="en-IN" altLang="en-US"/>
                    </a:p>
                  </a:txBody>
                  <a:tcPr/>
                </a:tc>
                <a:tc>
                  <a:txBody>
                    <a:bodyPr/>
                    <a:p>
                      <a:pPr>
                        <a:buNone/>
                      </a:pPr>
                      <a:r>
                        <a:rPr lang="en-IN" altLang="en-US"/>
                        <a:t>4</a:t>
                      </a:r>
                      <a:endParaRPr lang="en-IN" altLang="en-US"/>
                    </a:p>
                  </a:txBody>
                  <a:tcPr/>
                </a:tc>
                <a:tc>
                  <a:txBody>
                    <a:bodyPr/>
                    <a:p>
                      <a:pPr>
                        <a:buNone/>
                      </a:pPr>
                      <a:r>
                        <a:rPr lang="en-IN" altLang="en-US"/>
                        <a:t>12</a:t>
                      </a:r>
                      <a:endParaRPr lang="en-IN" altLang="en-US"/>
                    </a:p>
                  </a:txBody>
                  <a:tcPr/>
                </a:tc>
                <a:tc>
                  <a:txBody>
                    <a:bodyPr/>
                    <a:p>
                      <a:pPr>
                        <a:buNone/>
                      </a:pPr>
                      <a:r>
                        <a:rPr lang="en-IN" altLang="en-US"/>
                        <a:t>16</a:t>
                      </a:r>
                      <a:endParaRPr lang="en-IN" altLang="en-US"/>
                    </a:p>
                  </a:txBody>
                  <a:tcPr/>
                </a:tc>
              </a:tr>
              <a:tr h="755650">
                <a:tc>
                  <a:txBody>
                    <a:bodyPr/>
                    <a:p>
                      <a:pPr>
                        <a:buNone/>
                      </a:pPr>
                      <a:r>
                        <a:rPr lang="en-IN" altLang="en-US"/>
                        <a:t>5</a:t>
                      </a:r>
                      <a:endParaRPr lang="en-IN" altLang="en-US"/>
                    </a:p>
                  </a:txBody>
                  <a:tcPr/>
                </a:tc>
                <a:tc>
                  <a:txBody>
                    <a:bodyPr/>
                    <a:p>
                      <a:pPr>
                        <a:buNone/>
                      </a:pPr>
                      <a:r>
                        <a:rPr lang="en-IN" altLang="en-US"/>
                        <a:t>7</a:t>
                      </a:r>
                      <a:endParaRPr lang="en-IN" altLang="en-US"/>
                    </a:p>
                  </a:txBody>
                  <a:tcPr/>
                </a:tc>
                <a:tc>
                  <a:txBody>
                    <a:bodyPr/>
                    <a:p>
                      <a:pPr>
                        <a:buNone/>
                      </a:pPr>
                      <a:r>
                        <a:rPr lang="en-IN" altLang="en-US"/>
                        <a:t>?</a:t>
                      </a:r>
                      <a:endParaRPr lang="en-IN" altLang="en-US"/>
                    </a:p>
                  </a:txBody>
                  <a:tcPr/>
                </a:tc>
                <a:tc>
                  <a:txBody>
                    <a:bodyPr/>
                    <a:p>
                      <a:pPr>
                        <a:buNone/>
                      </a:pPr>
                      <a:r>
                        <a:rPr lang="en-IN" altLang="en-US"/>
                        <a:t>49</a:t>
                      </a:r>
                      <a:endParaRPr lang="en-IN" altLang="en-US"/>
                    </a:p>
                  </a:txBody>
                  <a:tcPr/>
                </a:tc>
              </a:tr>
            </a:tbl>
          </a:graphicData>
        </a:graphic>
      </p:graphicFrame>
      <p:sp>
        <p:nvSpPr>
          <p:cNvPr id="5" name="Text Box 4"/>
          <p:cNvSpPr txBox="1"/>
          <p:nvPr/>
        </p:nvSpPr>
        <p:spPr>
          <a:xfrm>
            <a:off x="352425" y="4458335"/>
            <a:ext cx="654685" cy="1198880"/>
          </a:xfrm>
          <a:prstGeom prst="rect">
            <a:avLst/>
          </a:prstGeom>
          <a:noFill/>
        </p:spPr>
        <p:txBody>
          <a:bodyPr wrap="none" rtlCol="0">
            <a:spAutoFit/>
          </a:bodyPr>
          <a:p>
            <a:r>
              <a:rPr lang="en-IN" altLang="en-US"/>
              <a:t>a) 12</a:t>
            </a:r>
            <a:endParaRPr lang="en-IN" altLang="en-US"/>
          </a:p>
          <a:p>
            <a:r>
              <a:rPr lang="en-IN" altLang="en-US"/>
              <a:t>b) 35</a:t>
            </a:r>
            <a:endParaRPr lang="en-IN" altLang="en-US"/>
          </a:p>
          <a:p>
            <a:r>
              <a:rPr lang="en-IN" altLang="en-US"/>
              <a:t>c) 37</a:t>
            </a:r>
            <a:endParaRPr lang="en-IN" altLang="en-US"/>
          </a:p>
          <a:p>
            <a:r>
              <a:rPr lang="en-IN" altLang="en-US"/>
              <a:t>d) 14</a:t>
            </a:r>
            <a:endParaRPr lang="en-IN" alt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graphicFrame>
        <p:nvGraphicFramePr>
          <p:cNvPr id="4" name="Content Placeholder 3"/>
          <p:cNvGraphicFramePr/>
          <p:nvPr>
            <p:ph idx="1"/>
          </p:nvPr>
        </p:nvGraphicFramePr>
        <p:xfrm>
          <a:off x="0" y="1833245"/>
          <a:ext cx="3992880" cy="2653665"/>
        </p:xfrm>
        <a:graphic>
          <a:graphicData uri="http://schemas.openxmlformats.org/drawingml/2006/table">
            <a:tbl>
              <a:tblPr firstRow="1" bandRow="1">
                <a:tableStyleId>{5C22544A-7EE6-4342-B048-85BDC9FD1C3A}</a:tableStyleId>
              </a:tblPr>
              <a:tblGrid>
                <a:gridCol w="998220"/>
                <a:gridCol w="998220"/>
                <a:gridCol w="998220"/>
                <a:gridCol w="998220"/>
              </a:tblGrid>
              <a:tr h="884555">
                <a:tc>
                  <a:txBody>
                    <a:bodyPr/>
                    <a:p>
                      <a:pPr>
                        <a:buNone/>
                      </a:pPr>
                      <a:r>
                        <a:rPr lang="en-IN" altLang="en-US"/>
                        <a:t>2</a:t>
                      </a:r>
                      <a:endParaRPr lang="en-IN" altLang="en-US"/>
                    </a:p>
                  </a:txBody>
                  <a:tcPr/>
                </a:tc>
                <a:tc>
                  <a:txBody>
                    <a:bodyPr/>
                    <a:p>
                      <a:pPr>
                        <a:buNone/>
                      </a:pPr>
                      <a:r>
                        <a:rPr lang="en-IN" altLang="en-US"/>
                        <a:t>7</a:t>
                      </a:r>
                      <a:endParaRPr lang="en-IN" altLang="en-US"/>
                    </a:p>
                  </a:txBody>
                  <a:tcPr/>
                </a:tc>
                <a:tc>
                  <a:txBody>
                    <a:bodyPr/>
                    <a:p>
                      <a:pPr>
                        <a:buNone/>
                      </a:pPr>
                      <a:r>
                        <a:rPr lang="en-IN" altLang="en-US"/>
                        <a:t>4</a:t>
                      </a:r>
                      <a:endParaRPr lang="en-IN" altLang="en-US"/>
                    </a:p>
                  </a:txBody>
                  <a:tcPr/>
                </a:tc>
                <a:tc>
                  <a:txBody>
                    <a:bodyPr/>
                    <a:p>
                      <a:pPr>
                        <a:buNone/>
                      </a:pPr>
                      <a:r>
                        <a:rPr lang="en-IN" altLang="en-US"/>
                        <a:t>1</a:t>
                      </a:r>
                      <a:endParaRPr lang="en-IN" altLang="en-US"/>
                    </a:p>
                  </a:txBody>
                  <a:tcPr/>
                </a:tc>
              </a:tr>
              <a:tr h="884555">
                <a:tc>
                  <a:txBody>
                    <a:bodyPr/>
                    <a:p>
                      <a:pPr>
                        <a:buNone/>
                      </a:pPr>
                      <a:r>
                        <a:rPr lang="en-IN" altLang="en-US"/>
                        <a:t>7</a:t>
                      </a:r>
                      <a:endParaRPr lang="en-IN" altLang="en-US"/>
                    </a:p>
                  </a:txBody>
                  <a:tcPr/>
                </a:tc>
                <a:tc>
                  <a:txBody>
                    <a:bodyPr/>
                    <a:p>
                      <a:pPr>
                        <a:buNone/>
                      </a:pPr>
                      <a:r>
                        <a:rPr lang="en-IN" altLang="en-US"/>
                        <a:t>4</a:t>
                      </a:r>
                      <a:endParaRPr lang="en-IN" altLang="en-US"/>
                    </a:p>
                  </a:txBody>
                  <a:tcPr/>
                </a:tc>
                <a:tc>
                  <a:txBody>
                    <a:bodyPr/>
                    <a:p>
                      <a:pPr>
                        <a:buNone/>
                      </a:pPr>
                      <a:r>
                        <a:rPr lang="en-IN" altLang="en-US"/>
                        <a:t>1</a:t>
                      </a:r>
                      <a:endParaRPr lang="en-IN" altLang="en-US"/>
                    </a:p>
                  </a:txBody>
                  <a:tcPr/>
                </a:tc>
                <a:tc>
                  <a:txBody>
                    <a:bodyPr/>
                    <a:p>
                      <a:pPr>
                        <a:buNone/>
                      </a:pPr>
                      <a:r>
                        <a:rPr lang="en-IN" altLang="en-US"/>
                        <a:t>2</a:t>
                      </a:r>
                      <a:endParaRPr lang="en-IN" altLang="en-US"/>
                    </a:p>
                  </a:txBody>
                  <a:tcPr/>
                </a:tc>
              </a:tr>
              <a:tr h="884555">
                <a:tc>
                  <a:txBody>
                    <a:bodyPr/>
                    <a:p>
                      <a:pPr>
                        <a:buNone/>
                      </a:pPr>
                      <a:r>
                        <a:rPr lang="en-IN" altLang="en-US"/>
                        <a:t>4</a:t>
                      </a:r>
                      <a:endParaRPr lang="en-IN" altLang="en-US"/>
                    </a:p>
                  </a:txBody>
                  <a:tcPr/>
                </a:tc>
                <a:tc>
                  <a:txBody>
                    <a:bodyPr/>
                    <a:p>
                      <a:pPr>
                        <a:buNone/>
                      </a:pPr>
                      <a:r>
                        <a:rPr lang="en-IN" altLang="en-US"/>
                        <a:t>3</a:t>
                      </a:r>
                      <a:endParaRPr lang="en-IN" altLang="en-US"/>
                    </a:p>
                  </a:txBody>
                  <a:tcPr/>
                </a:tc>
                <a:tc>
                  <a:txBody>
                    <a:bodyPr/>
                    <a:p>
                      <a:pPr>
                        <a:buNone/>
                      </a:pPr>
                      <a:r>
                        <a:rPr lang="en-IN" altLang="en-US"/>
                        <a:t>?</a:t>
                      </a:r>
                      <a:endParaRPr lang="en-IN" altLang="en-US"/>
                    </a:p>
                  </a:txBody>
                  <a:tcPr/>
                </a:tc>
                <a:tc>
                  <a:txBody>
                    <a:bodyPr/>
                    <a:p>
                      <a:pPr>
                        <a:buNone/>
                      </a:pPr>
                      <a:r>
                        <a:rPr lang="en-IN" altLang="en-US"/>
                        <a:t>5</a:t>
                      </a:r>
                      <a:endParaRPr lang="en-IN" altLang="en-US"/>
                    </a:p>
                  </a:txBody>
                  <a:tcPr/>
                </a:tc>
              </a:tr>
            </a:tbl>
          </a:graphicData>
        </a:graphic>
      </p:graphicFrame>
      <p:sp>
        <p:nvSpPr>
          <p:cNvPr id="5" name="Text Box 4"/>
          <p:cNvSpPr txBox="1"/>
          <p:nvPr/>
        </p:nvSpPr>
        <p:spPr>
          <a:xfrm>
            <a:off x="97790" y="4976495"/>
            <a:ext cx="539115" cy="1198880"/>
          </a:xfrm>
          <a:prstGeom prst="rect">
            <a:avLst/>
          </a:prstGeom>
          <a:noFill/>
        </p:spPr>
        <p:txBody>
          <a:bodyPr wrap="none" rtlCol="0">
            <a:spAutoFit/>
          </a:bodyPr>
          <a:p>
            <a:r>
              <a:rPr lang="en-IN" altLang="en-US"/>
              <a:t>a) 2</a:t>
            </a:r>
            <a:endParaRPr lang="en-IN" altLang="en-US"/>
          </a:p>
          <a:p>
            <a:r>
              <a:rPr lang="en-IN" altLang="en-US"/>
              <a:t>b) 9</a:t>
            </a:r>
            <a:endParaRPr lang="en-IN" altLang="en-US"/>
          </a:p>
          <a:p>
            <a:r>
              <a:rPr lang="en-IN" altLang="en-US"/>
              <a:t>c) 5</a:t>
            </a:r>
            <a:endParaRPr lang="en-IN" altLang="en-US"/>
          </a:p>
          <a:p>
            <a:r>
              <a:rPr lang="en-IN" altLang="en-US"/>
              <a:t>d) 7</a:t>
            </a:r>
            <a:endParaRPr lang="en-IN" alt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graphicFrame>
        <p:nvGraphicFramePr>
          <p:cNvPr id="4" name="Content Placeholder 3"/>
          <p:cNvGraphicFramePr/>
          <p:nvPr>
            <p:ph idx="1"/>
          </p:nvPr>
        </p:nvGraphicFramePr>
        <p:xfrm>
          <a:off x="0" y="1833245"/>
          <a:ext cx="5406390" cy="2388870"/>
        </p:xfrm>
        <a:graphic>
          <a:graphicData uri="http://schemas.openxmlformats.org/drawingml/2006/table">
            <a:tbl>
              <a:tblPr firstRow="1" bandRow="1">
                <a:tableStyleId>{5C22544A-7EE6-4342-B048-85BDC9FD1C3A}</a:tableStyleId>
              </a:tblPr>
              <a:tblGrid>
                <a:gridCol w="1802130"/>
                <a:gridCol w="1802130"/>
                <a:gridCol w="1802130"/>
              </a:tblGrid>
              <a:tr h="796290">
                <a:tc>
                  <a:txBody>
                    <a:bodyPr/>
                    <a:p>
                      <a:pPr>
                        <a:buNone/>
                      </a:pPr>
                      <a:r>
                        <a:rPr lang="en-IN" altLang="en-US"/>
                        <a:t>2</a:t>
                      </a:r>
                      <a:endParaRPr lang="en-IN" altLang="en-US"/>
                    </a:p>
                  </a:txBody>
                  <a:tcPr/>
                </a:tc>
                <a:tc>
                  <a:txBody>
                    <a:bodyPr/>
                    <a:p>
                      <a:pPr>
                        <a:buNone/>
                      </a:pPr>
                      <a:r>
                        <a:rPr lang="en-IN" altLang="en-US"/>
                        <a:t>5</a:t>
                      </a:r>
                      <a:endParaRPr lang="en-IN" altLang="en-US"/>
                    </a:p>
                  </a:txBody>
                  <a:tcPr/>
                </a:tc>
                <a:tc>
                  <a:txBody>
                    <a:bodyPr/>
                    <a:p>
                      <a:pPr>
                        <a:buNone/>
                      </a:pPr>
                      <a:r>
                        <a:rPr lang="en-IN" altLang="en-US"/>
                        <a:t>5</a:t>
                      </a:r>
                      <a:endParaRPr lang="en-IN" altLang="en-US"/>
                    </a:p>
                  </a:txBody>
                  <a:tcPr/>
                </a:tc>
              </a:tr>
              <a:tr h="796290">
                <a:tc>
                  <a:txBody>
                    <a:bodyPr/>
                    <a:p>
                      <a:pPr>
                        <a:buNone/>
                      </a:pPr>
                      <a:r>
                        <a:rPr lang="en-IN" altLang="en-US"/>
                        <a:t>6</a:t>
                      </a:r>
                      <a:endParaRPr lang="en-IN" altLang="en-US"/>
                    </a:p>
                  </a:txBody>
                  <a:tcPr/>
                </a:tc>
                <a:tc>
                  <a:txBody>
                    <a:bodyPr/>
                    <a:p>
                      <a:pPr>
                        <a:buNone/>
                      </a:pPr>
                      <a:r>
                        <a:rPr lang="en-IN" altLang="en-US"/>
                        <a:t>12</a:t>
                      </a:r>
                      <a:endParaRPr lang="en-IN" altLang="en-US"/>
                    </a:p>
                  </a:txBody>
                  <a:tcPr/>
                </a:tc>
                <a:tc>
                  <a:txBody>
                    <a:bodyPr/>
                    <a:p>
                      <a:pPr>
                        <a:buNone/>
                      </a:pPr>
                      <a:r>
                        <a:rPr lang="en-IN" altLang="en-US"/>
                        <a:t>4</a:t>
                      </a:r>
                      <a:endParaRPr lang="en-IN" altLang="en-US"/>
                    </a:p>
                  </a:txBody>
                  <a:tcPr/>
                </a:tc>
              </a:tr>
              <a:tr h="796290">
                <a:tc>
                  <a:txBody>
                    <a:bodyPr/>
                    <a:p>
                      <a:pPr>
                        <a:buNone/>
                      </a:pPr>
                      <a:r>
                        <a:rPr lang="en-IN" altLang="en-US"/>
                        <a:t>7</a:t>
                      </a:r>
                      <a:endParaRPr lang="en-IN" altLang="en-US"/>
                    </a:p>
                  </a:txBody>
                  <a:tcPr/>
                </a:tc>
                <a:tc>
                  <a:txBody>
                    <a:bodyPr/>
                    <a:p>
                      <a:pPr>
                        <a:buNone/>
                      </a:pPr>
                      <a:r>
                        <a:rPr lang="en-IN" altLang="en-US"/>
                        <a:t>?</a:t>
                      </a:r>
                      <a:endParaRPr lang="en-IN" altLang="en-US"/>
                    </a:p>
                  </a:txBody>
                  <a:tcPr/>
                </a:tc>
                <a:tc>
                  <a:txBody>
                    <a:bodyPr/>
                    <a:p>
                      <a:pPr>
                        <a:buNone/>
                      </a:pPr>
                      <a:r>
                        <a:rPr lang="en-IN" altLang="en-US"/>
                        <a:t>6</a:t>
                      </a:r>
                      <a:endParaRPr lang="en-IN" altLang="en-US"/>
                    </a:p>
                  </a:txBody>
                  <a:tcPr/>
                </a:tc>
              </a:tr>
            </a:tbl>
          </a:graphicData>
        </a:graphic>
      </p:graphicFrame>
      <p:sp>
        <p:nvSpPr>
          <p:cNvPr id="5" name="Text Box 4"/>
          <p:cNvSpPr txBox="1"/>
          <p:nvPr/>
        </p:nvSpPr>
        <p:spPr>
          <a:xfrm>
            <a:off x="229870" y="4564380"/>
            <a:ext cx="654685" cy="1198880"/>
          </a:xfrm>
          <a:prstGeom prst="rect">
            <a:avLst/>
          </a:prstGeom>
          <a:noFill/>
        </p:spPr>
        <p:txBody>
          <a:bodyPr wrap="none" rtlCol="0">
            <a:spAutoFit/>
          </a:bodyPr>
          <a:p>
            <a:r>
              <a:rPr lang="en-IN" altLang="en-US"/>
              <a:t>a) 21</a:t>
            </a:r>
            <a:endParaRPr lang="en-IN" altLang="en-US"/>
          </a:p>
          <a:p>
            <a:r>
              <a:rPr lang="en-IN" altLang="en-US"/>
              <a:t>b) 42</a:t>
            </a:r>
            <a:endParaRPr lang="en-IN" altLang="en-US"/>
          </a:p>
          <a:p>
            <a:r>
              <a:rPr lang="en-IN" altLang="en-US"/>
              <a:t>c) 13</a:t>
            </a:r>
            <a:endParaRPr lang="en-IN" altLang="en-US"/>
          </a:p>
          <a:p>
            <a:r>
              <a:rPr lang="en-IN" altLang="en-US"/>
              <a:t>d) 31</a:t>
            </a:r>
            <a:endParaRPr lang="en-IN" alt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graphicFrame>
        <p:nvGraphicFramePr>
          <p:cNvPr id="4" name="Content Placeholder 3"/>
          <p:cNvGraphicFramePr/>
          <p:nvPr>
            <p:ph idx="1"/>
          </p:nvPr>
        </p:nvGraphicFramePr>
        <p:xfrm>
          <a:off x="0" y="1833245"/>
          <a:ext cx="5511165" cy="2811780"/>
        </p:xfrm>
        <a:graphic>
          <a:graphicData uri="http://schemas.openxmlformats.org/drawingml/2006/table">
            <a:tbl>
              <a:tblPr firstRow="1" bandRow="1">
                <a:tableStyleId>{5C22544A-7EE6-4342-B048-85BDC9FD1C3A}</a:tableStyleId>
              </a:tblPr>
              <a:tblGrid>
                <a:gridCol w="1837055"/>
                <a:gridCol w="1837055"/>
                <a:gridCol w="1837055"/>
              </a:tblGrid>
              <a:tr h="937260">
                <a:tc>
                  <a:txBody>
                    <a:bodyPr/>
                    <a:p>
                      <a:pPr>
                        <a:buNone/>
                      </a:pPr>
                      <a:r>
                        <a:rPr lang="en-IN" altLang="en-US"/>
                        <a:t>13</a:t>
                      </a:r>
                      <a:endParaRPr lang="en-IN" altLang="en-US"/>
                    </a:p>
                  </a:txBody>
                  <a:tcPr/>
                </a:tc>
                <a:tc>
                  <a:txBody>
                    <a:bodyPr/>
                    <a:p>
                      <a:pPr>
                        <a:buNone/>
                      </a:pPr>
                      <a:r>
                        <a:rPr lang="en-IN" altLang="en-US"/>
                        <a:t>9</a:t>
                      </a:r>
                      <a:endParaRPr lang="en-IN" altLang="en-US"/>
                    </a:p>
                  </a:txBody>
                  <a:tcPr/>
                </a:tc>
                <a:tc>
                  <a:txBody>
                    <a:bodyPr/>
                    <a:p>
                      <a:pPr>
                        <a:buNone/>
                      </a:pPr>
                      <a:r>
                        <a:rPr lang="en-IN" altLang="en-US"/>
                        <a:t>7</a:t>
                      </a:r>
                      <a:endParaRPr lang="en-IN" altLang="en-US"/>
                    </a:p>
                  </a:txBody>
                  <a:tcPr/>
                </a:tc>
              </a:tr>
              <a:tr h="937260">
                <a:tc>
                  <a:txBody>
                    <a:bodyPr/>
                    <a:p>
                      <a:pPr>
                        <a:buNone/>
                      </a:pPr>
                      <a:r>
                        <a:rPr lang="en-IN" altLang="en-US"/>
                        <a:t>6</a:t>
                      </a:r>
                      <a:endParaRPr lang="en-IN" altLang="en-US"/>
                    </a:p>
                  </a:txBody>
                  <a:tcPr/>
                </a:tc>
                <a:tc>
                  <a:txBody>
                    <a:bodyPr/>
                    <a:p>
                      <a:pPr>
                        <a:buNone/>
                      </a:pPr>
                      <a:r>
                        <a:rPr lang="en-IN" altLang="en-US"/>
                        <a:t>2</a:t>
                      </a:r>
                      <a:endParaRPr lang="en-IN" altLang="en-US"/>
                    </a:p>
                  </a:txBody>
                  <a:tcPr/>
                </a:tc>
                <a:tc>
                  <a:txBody>
                    <a:bodyPr/>
                    <a:p>
                      <a:pPr>
                        <a:buNone/>
                      </a:pPr>
                      <a:r>
                        <a:rPr lang="en-IN" altLang="en-US"/>
                        <a:t>7</a:t>
                      </a:r>
                      <a:endParaRPr lang="en-IN" altLang="en-US"/>
                    </a:p>
                  </a:txBody>
                  <a:tcPr/>
                </a:tc>
              </a:tr>
              <a:tr h="937260">
                <a:tc>
                  <a:txBody>
                    <a:bodyPr/>
                    <a:p>
                      <a:pPr>
                        <a:buNone/>
                      </a:pPr>
                      <a:r>
                        <a:rPr lang="en-IN" altLang="en-US"/>
                        <a:t>?</a:t>
                      </a:r>
                      <a:endParaRPr lang="en-IN" altLang="en-US"/>
                    </a:p>
                  </a:txBody>
                  <a:tcPr/>
                </a:tc>
                <a:tc>
                  <a:txBody>
                    <a:bodyPr/>
                    <a:p>
                      <a:pPr>
                        <a:buNone/>
                      </a:pPr>
                      <a:r>
                        <a:rPr lang="en-IN" altLang="en-US"/>
                        <a:t>15</a:t>
                      </a:r>
                      <a:endParaRPr lang="en-IN" altLang="en-US"/>
                    </a:p>
                  </a:txBody>
                  <a:tcPr/>
                </a:tc>
                <a:tc>
                  <a:txBody>
                    <a:bodyPr/>
                    <a:p>
                      <a:pPr>
                        <a:buNone/>
                      </a:pPr>
                      <a:r>
                        <a:rPr lang="en-IN" altLang="en-US"/>
                        <a:t>28</a:t>
                      </a:r>
                      <a:endParaRPr lang="en-IN" altLang="en-US"/>
                    </a:p>
                    <a:p>
                      <a:pPr>
                        <a:buNone/>
                      </a:pPr>
                      <a:endParaRPr lang="en-IN" altLang="en-US"/>
                    </a:p>
                  </a:txBody>
                  <a:tcPr/>
                </a:tc>
              </a:tr>
            </a:tbl>
          </a:graphicData>
        </a:graphic>
      </p:graphicFrame>
      <p:sp>
        <p:nvSpPr>
          <p:cNvPr id="5" name="Text Box 4"/>
          <p:cNvSpPr txBox="1"/>
          <p:nvPr/>
        </p:nvSpPr>
        <p:spPr>
          <a:xfrm>
            <a:off x="106680" y="4871720"/>
            <a:ext cx="654685" cy="1198880"/>
          </a:xfrm>
          <a:prstGeom prst="rect">
            <a:avLst/>
          </a:prstGeom>
          <a:noFill/>
        </p:spPr>
        <p:txBody>
          <a:bodyPr wrap="none" rtlCol="0">
            <a:spAutoFit/>
          </a:bodyPr>
          <a:p>
            <a:r>
              <a:rPr lang="en-IN" altLang="en-US"/>
              <a:t>a) 31</a:t>
            </a:r>
            <a:endParaRPr lang="en-IN" altLang="en-US"/>
          </a:p>
          <a:p>
            <a:r>
              <a:rPr lang="en-IN" altLang="en-US"/>
              <a:t>b)  7</a:t>
            </a:r>
            <a:endParaRPr lang="en-IN" altLang="en-US"/>
          </a:p>
          <a:p>
            <a:r>
              <a:rPr lang="en-IN" altLang="en-US"/>
              <a:t>c) 21</a:t>
            </a:r>
            <a:endParaRPr lang="en-IN" altLang="en-US"/>
          </a:p>
          <a:p>
            <a:r>
              <a:rPr lang="en-IN" altLang="en-US"/>
              <a:t>d) 14</a:t>
            </a:r>
            <a:endParaRPr lang="en-IN" alt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graphicFrame>
        <p:nvGraphicFramePr>
          <p:cNvPr id="4" name="Content Placeholder 3"/>
          <p:cNvGraphicFramePr/>
          <p:nvPr>
            <p:ph idx="1"/>
          </p:nvPr>
        </p:nvGraphicFramePr>
        <p:xfrm>
          <a:off x="0" y="1833245"/>
          <a:ext cx="6391275" cy="2205990"/>
        </p:xfrm>
        <a:graphic>
          <a:graphicData uri="http://schemas.openxmlformats.org/drawingml/2006/table">
            <a:tbl>
              <a:tblPr firstRow="1" bandRow="1">
                <a:tableStyleId>{5C22544A-7EE6-4342-B048-85BDC9FD1C3A}</a:tableStyleId>
              </a:tblPr>
              <a:tblGrid>
                <a:gridCol w="2130425"/>
                <a:gridCol w="2130425"/>
                <a:gridCol w="2130425"/>
              </a:tblGrid>
              <a:tr h="735330">
                <a:tc>
                  <a:txBody>
                    <a:bodyPr/>
                    <a:p>
                      <a:pPr>
                        <a:buNone/>
                      </a:pPr>
                      <a:r>
                        <a:rPr lang="en-IN" altLang="en-US"/>
                        <a:t>4</a:t>
                      </a:r>
                      <a:endParaRPr lang="en-IN" altLang="en-US"/>
                    </a:p>
                  </a:txBody>
                  <a:tcPr/>
                </a:tc>
                <a:tc>
                  <a:txBody>
                    <a:bodyPr/>
                    <a:p>
                      <a:pPr>
                        <a:buNone/>
                      </a:pPr>
                      <a:r>
                        <a:rPr lang="en-IN" altLang="en-US"/>
                        <a:t>12</a:t>
                      </a:r>
                      <a:endParaRPr lang="en-IN" altLang="en-US"/>
                    </a:p>
                  </a:txBody>
                  <a:tcPr/>
                </a:tc>
                <a:tc>
                  <a:txBody>
                    <a:bodyPr/>
                    <a:p>
                      <a:pPr>
                        <a:buNone/>
                      </a:pPr>
                      <a:r>
                        <a:rPr lang="en-IN" altLang="en-US"/>
                        <a:t>3</a:t>
                      </a:r>
                      <a:endParaRPr lang="en-IN" altLang="en-US"/>
                    </a:p>
                    <a:p>
                      <a:pPr>
                        <a:buNone/>
                      </a:pPr>
                      <a:endParaRPr lang="en-IN" altLang="en-US"/>
                    </a:p>
                  </a:txBody>
                  <a:tcPr/>
                </a:tc>
              </a:tr>
              <a:tr h="735330">
                <a:tc>
                  <a:txBody>
                    <a:bodyPr/>
                    <a:p>
                      <a:pPr>
                        <a:buNone/>
                      </a:pPr>
                      <a:r>
                        <a:rPr lang="en-IN" altLang="en-US"/>
                        <a:t>7</a:t>
                      </a:r>
                      <a:endParaRPr lang="en-IN" altLang="en-US"/>
                    </a:p>
                  </a:txBody>
                  <a:tcPr/>
                </a:tc>
                <a:tc>
                  <a:txBody>
                    <a:bodyPr/>
                    <a:p>
                      <a:pPr>
                        <a:buNone/>
                      </a:pPr>
                      <a:r>
                        <a:rPr lang="en-IN" altLang="en-US"/>
                        <a:t>?</a:t>
                      </a:r>
                      <a:endParaRPr lang="en-IN" altLang="en-US"/>
                    </a:p>
                  </a:txBody>
                  <a:tcPr/>
                </a:tc>
                <a:tc>
                  <a:txBody>
                    <a:bodyPr/>
                    <a:p>
                      <a:pPr>
                        <a:buNone/>
                      </a:pPr>
                      <a:r>
                        <a:rPr lang="en-IN" altLang="en-US"/>
                        <a:t>5</a:t>
                      </a:r>
                      <a:endParaRPr lang="en-IN" altLang="en-US"/>
                    </a:p>
                  </a:txBody>
                  <a:tcPr/>
                </a:tc>
              </a:tr>
              <a:tr h="735330">
                <a:tc>
                  <a:txBody>
                    <a:bodyPr/>
                    <a:p>
                      <a:pPr>
                        <a:buNone/>
                      </a:pPr>
                      <a:r>
                        <a:rPr lang="en-IN" altLang="en-US"/>
                        <a:t>9</a:t>
                      </a:r>
                      <a:endParaRPr lang="en-IN" altLang="en-US"/>
                    </a:p>
                  </a:txBody>
                  <a:tcPr/>
                </a:tc>
                <a:tc>
                  <a:txBody>
                    <a:bodyPr/>
                    <a:p>
                      <a:pPr>
                        <a:buNone/>
                      </a:pPr>
                      <a:r>
                        <a:rPr lang="en-IN" altLang="en-US"/>
                        <a:t>72</a:t>
                      </a:r>
                      <a:endParaRPr lang="en-IN" altLang="en-US"/>
                    </a:p>
                  </a:txBody>
                  <a:tcPr/>
                </a:tc>
                <a:tc>
                  <a:txBody>
                    <a:bodyPr/>
                    <a:p>
                      <a:pPr>
                        <a:buNone/>
                      </a:pPr>
                      <a:r>
                        <a:rPr lang="en-IN" altLang="en-US"/>
                        <a:t>3</a:t>
                      </a:r>
                      <a:endParaRPr lang="en-IN" altLang="en-US"/>
                    </a:p>
                  </a:txBody>
                  <a:tcPr/>
                </a:tc>
              </a:tr>
            </a:tbl>
          </a:graphicData>
        </a:graphic>
      </p:graphicFrame>
      <p:sp>
        <p:nvSpPr>
          <p:cNvPr id="5" name="Text Box 4"/>
          <p:cNvSpPr txBox="1"/>
          <p:nvPr/>
        </p:nvSpPr>
        <p:spPr>
          <a:xfrm>
            <a:off x="229870" y="4230370"/>
            <a:ext cx="654685" cy="1198880"/>
          </a:xfrm>
          <a:prstGeom prst="rect">
            <a:avLst/>
          </a:prstGeom>
          <a:noFill/>
        </p:spPr>
        <p:txBody>
          <a:bodyPr wrap="none" rtlCol="0">
            <a:spAutoFit/>
          </a:bodyPr>
          <a:p>
            <a:r>
              <a:rPr lang="en-IN" altLang="en-US"/>
              <a:t>a) 24</a:t>
            </a:r>
            <a:endParaRPr lang="en-IN" altLang="en-US"/>
          </a:p>
          <a:p>
            <a:r>
              <a:rPr lang="en-IN" altLang="en-US"/>
              <a:t>b) 21</a:t>
            </a:r>
            <a:endParaRPr lang="en-IN" altLang="en-US"/>
          </a:p>
          <a:p>
            <a:r>
              <a:rPr lang="en-IN" altLang="en-US"/>
              <a:t>c) 20</a:t>
            </a:r>
            <a:endParaRPr lang="en-IN" altLang="en-US"/>
          </a:p>
          <a:p>
            <a:r>
              <a:rPr lang="en-IN" altLang="en-US"/>
              <a:t>d) 23</a:t>
            </a:r>
            <a:endParaRPr lang="en-IN" alt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Autofit/>
          </a:bodyPr>
          <a:p>
            <a:r>
              <a:rPr lang="en-US" sz="1100"/>
              <a:t>Statements:</a:t>
            </a:r>
            <a:endParaRPr lang="en-US" sz="1100"/>
          </a:p>
          <a:p>
            <a:r>
              <a:rPr lang="en-US" sz="1100"/>
              <a:t>1. All divers swim deep</a:t>
            </a:r>
            <a:endParaRPr lang="en-US" sz="1100"/>
          </a:p>
          <a:p>
            <a:r>
              <a:rPr lang="en-US" sz="1100"/>
              <a:t>2. All divers are fit.</a:t>
            </a:r>
            <a:endParaRPr lang="en-US" sz="1100"/>
          </a:p>
          <a:p>
            <a:r>
              <a:rPr lang="en-US" sz="1100"/>
              <a:t>3. All divers are swimmers.</a:t>
            </a:r>
            <a:endParaRPr lang="en-US" sz="1100"/>
          </a:p>
          <a:p>
            <a:r>
              <a:rPr lang="en-US" sz="1100"/>
              <a:t>4. All swimmers are strong</a:t>
            </a:r>
            <a:endParaRPr lang="en-US" sz="1100"/>
          </a:p>
          <a:p>
            <a:r>
              <a:rPr lang="en-US" sz="1100"/>
              <a:t>5. All swimmers are tired.</a:t>
            </a:r>
            <a:endParaRPr lang="en-US" sz="1100"/>
          </a:p>
          <a:p>
            <a:r>
              <a:rPr lang="en-US" sz="1100"/>
              <a:t>6. All divers are strong.</a:t>
            </a:r>
            <a:endParaRPr lang="en-US" sz="1100"/>
          </a:p>
          <a:p>
            <a:r>
              <a:rPr lang="en-IN" altLang="en-US" sz="1100"/>
              <a:t>Conclusion:</a:t>
            </a:r>
            <a:endParaRPr lang="en-IN" altLang="en-US" sz="1100"/>
          </a:p>
          <a:p>
            <a:r>
              <a:rPr lang="en-IN" altLang="en-US" sz="1100"/>
              <a:t>1) statement 3 can be conclude from statement 1 and 2 </a:t>
            </a:r>
            <a:endParaRPr lang="en-IN" altLang="en-US" sz="1100"/>
          </a:p>
          <a:p>
            <a:r>
              <a:rPr lang="en-IN" altLang="en-US" sz="1100"/>
              <a:t>2) statement 6 can be conclude from statement 3 and 4</a:t>
            </a:r>
            <a:endParaRPr lang="en-IN" altLang="en-US" sz="1100"/>
          </a:p>
          <a:p>
            <a:r>
              <a:rPr lang="en-IN" altLang="en-US" sz="1100"/>
              <a:t>3) statement 6 can be conclude from statement 4 and 5</a:t>
            </a:r>
            <a:endParaRPr lang="en-IN" altLang="en-US" sz="1100"/>
          </a:p>
          <a:p>
            <a:r>
              <a:rPr lang="en-IN" altLang="en-US" sz="1100"/>
              <a:t>4) statement 1 can be conclude from statement 2 and 3 </a:t>
            </a:r>
            <a:endParaRPr lang="en-IN" altLang="en-US" sz="1100"/>
          </a:p>
          <a:p>
            <a:r>
              <a:rPr lang="en-IN" altLang="en-US" sz="1100"/>
              <a:t>a) only 1</a:t>
            </a:r>
            <a:endParaRPr lang="en-IN" altLang="en-US" sz="1100"/>
          </a:p>
          <a:p>
            <a:r>
              <a:rPr lang="en-IN" altLang="en-US" sz="1100"/>
              <a:t>b) only 2 </a:t>
            </a:r>
            <a:endParaRPr lang="en-IN" altLang="en-US" sz="1100"/>
          </a:p>
          <a:p>
            <a:r>
              <a:rPr lang="en-IN" altLang="en-US" sz="1100"/>
              <a:t>c) only 4</a:t>
            </a:r>
            <a:endParaRPr lang="en-IN" altLang="en-US" sz="1100"/>
          </a:p>
          <a:p>
            <a:r>
              <a:rPr lang="en-IN" altLang="en-US" sz="1100"/>
              <a:t>d) only 3</a:t>
            </a:r>
            <a:endParaRPr lang="en-IN" altLang="en-US" sz="1100"/>
          </a:p>
          <a:p>
            <a:r>
              <a:rPr lang="en-IN" altLang="en-US" sz="1100"/>
              <a:t>e) All 1,2 ,3 and 4 </a:t>
            </a:r>
            <a:endParaRPr lang="en-IN" altLang="en-US" sz="110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IN" altLang="en-US"/>
              <a:t>Consider the following set of numbers:</a:t>
            </a:r>
            <a:endParaRPr lang="en-IN" altLang="en-US"/>
          </a:p>
          <a:p>
            <a:r>
              <a:rPr lang="en-IN" altLang="en-US"/>
              <a:t>1230 , 4231, 2341, 1104, 5320 </a:t>
            </a:r>
            <a:endParaRPr lang="en-IN" altLang="en-US"/>
          </a:p>
          <a:p>
            <a:r>
              <a:rPr lang="en-IN" altLang="en-US"/>
              <a:t>what would be the difference between 3 rd largest number and 4 th smallest number </a:t>
            </a:r>
            <a:endParaRPr lang="en-IN" altLang="en-US"/>
          </a:p>
          <a:p>
            <a:r>
              <a:rPr lang="en-IN" altLang="en-US"/>
              <a:t>a) 1890</a:t>
            </a:r>
            <a:endParaRPr lang="en-IN" altLang="en-US"/>
          </a:p>
          <a:p>
            <a:r>
              <a:rPr lang="en-IN" altLang="en-US"/>
              <a:t>b) 5604</a:t>
            </a:r>
            <a:endParaRPr lang="en-IN" altLang="en-US"/>
          </a:p>
          <a:p>
            <a:r>
              <a:rPr lang="en-IN" altLang="en-US"/>
              <a:t>c) 1990</a:t>
            </a:r>
            <a:endParaRPr lang="en-IN" altLang="en-US"/>
          </a:p>
          <a:p>
            <a:r>
              <a:rPr lang="en-IN" altLang="en-US"/>
              <a:t>d) 1790</a:t>
            </a:r>
            <a:endParaRPr lang="en-IN" alt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IN" altLang="en-US"/>
              <a:t>A company ABC sells only one product X. You want to determine the total sales of ABC. Which of the below statement required?</a:t>
            </a:r>
            <a:endParaRPr lang="en-IN" altLang="en-US"/>
          </a:p>
          <a:p>
            <a:r>
              <a:rPr lang="en-IN" altLang="en-US"/>
              <a:t>s1: ABC sold 400 units of product X at Rs.100 each</a:t>
            </a:r>
            <a:endParaRPr lang="en-IN" altLang="en-US"/>
          </a:p>
          <a:p>
            <a:r>
              <a:rPr lang="en-IN" altLang="en-US"/>
              <a:t>s2: there is no other Product Outlet of ABC as of now </a:t>
            </a:r>
            <a:endParaRPr lang="en-IN" altLang="en-US"/>
          </a:p>
          <a:p>
            <a:r>
              <a:rPr lang="en-US" dirty="0">
                <a:sym typeface="+mn-ea"/>
              </a:rPr>
              <a:t>(</a:t>
            </a:r>
            <a:r>
              <a:rPr lang="en-US" dirty="0" smtClean="0">
                <a:sym typeface="+mn-ea"/>
              </a:rPr>
              <a:t>a) if </a:t>
            </a:r>
            <a:r>
              <a:rPr lang="en-US" dirty="0">
                <a:sym typeface="+mn-ea"/>
              </a:rPr>
              <a:t>statement (I) alone is sufficient, but statement (II) alone is not sufficient to answer the question;</a:t>
            </a:r>
            <a:br>
              <a:rPr lang="en-IN" dirty="0">
                <a:sym typeface="+mn-ea"/>
              </a:rPr>
            </a:br>
            <a:r>
              <a:rPr lang="en-US" dirty="0">
                <a:sym typeface="+mn-ea"/>
              </a:rPr>
              <a:t>(</a:t>
            </a:r>
            <a:r>
              <a:rPr lang="en-US" dirty="0" smtClean="0">
                <a:sym typeface="+mn-ea"/>
              </a:rPr>
              <a:t>b) if </a:t>
            </a:r>
            <a:r>
              <a:rPr lang="en-US" dirty="0">
                <a:sym typeface="+mn-ea"/>
              </a:rPr>
              <a:t>statement (II) alone is sufficient, but statement (I) alone is not sufficient to answer the question;</a:t>
            </a:r>
            <a:br>
              <a:rPr lang="en-IN" dirty="0">
                <a:sym typeface="+mn-ea"/>
              </a:rPr>
            </a:br>
            <a:r>
              <a:rPr lang="en-US" dirty="0">
                <a:sym typeface="+mn-ea"/>
              </a:rPr>
              <a:t>(</a:t>
            </a:r>
            <a:r>
              <a:rPr lang="en-US" dirty="0" smtClean="0">
                <a:sym typeface="+mn-ea"/>
              </a:rPr>
              <a:t>c) if </a:t>
            </a:r>
            <a:r>
              <a:rPr lang="en-US" dirty="0">
                <a:sym typeface="+mn-ea"/>
              </a:rPr>
              <a:t>statement (I) and (II) together are sufficient to answer the question but neither statement alone is sufficient;</a:t>
            </a:r>
            <a:br>
              <a:rPr lang="en-IN" dirty="0">
                <a:sym typeface="+mn-ea"/>
              </a:rPr>
            </a:br>
            <a:r>
              <a:rPr lang="en-US" dirty="0">
                <a:sym typeface="+mn-ea"/>
              </a:rPr>
              <a:t>(</a:t>
            </a:r>
            <a:r>
              <a:rPr lang="en-US" dirty="0" smtClean="0">
                <a:sym typeface="+mn-ea"/>
              </a:rPr>
              <a:t>d) if </a:t>
            </a:r>
            <a:r>
              <a:rPr lang="en-US" dirty="0">
                <a:sym typeface="+mn-ea"/>
              </a:rPr>
              <a:t>each statement alone is sufficient to answer the question;</a:t>
            </a:r>
            <a:br>
              <a:rPr lang="en-IN" dirty="0">
                <a:sym typeface="+mn-ea"/>
              </a:rPr>
            </a:br>
            <a:r>
              <a:rPr lang="en-US" dirty="0">
                <a:sym typeface="+mn-ea"/>
              </a:rPr>
              <a:t>(</a:t>
            </a:r>
            <a:r>
              <a:rPr lang="en-US" dirty="0" smtClean="0">
                <a:sym typeface="+mn-ea"/>
              </a:rPr>
              <a:t>e) if </a:t>
            </a:r>
            <a:r>
              <a:rPr lang="en-US" dirty="0">
                <a:sym typeface="+mn-ea"/>
              </a:rPr>
              <a:t>both statements (I) and (II) together are not sufficient to answer the question and additional data specific to the problem is needed.</a:t>
            </a:r>
            <a:br>
              <a:rPr lang="en-IN" dirty="0">
                <a:sym typeface="+mn-ea"/>
              </a:rPr>
            </a:br>
            <a:endParaRPr lang="en-IN" alt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itle 5"/>
          <p:cNvSpPr>
            <a:spLocks noGrp="1"/>
          </p:cNvSpPr>
          <p:nvPr>
            <p:ph type="title"/>
          </p:nvPr>
        </p:nvSpPr>
        <p:spPr/>
        <p:txBody>
          <a:bodyPr/>
          <a:p>
            <a:endParaRPr lang="en-US"/>
          </a:p>
        </p:txBody>
      </p:sp>
      <p:sp>
        <p:nvSpPr>
          <p:cNvPr id="3" name="Content Placeholder 2"/>
          <p:cNvSpPr>
            <a:spLocks noGrp="1"/>
          </p:cNvSpPr>
          <p:nvPr>
            <p:ph sz="half" idx="1"/>
          </p:nvPr>
        </p:nvSpPr>
        <p:spPr/>
        <p:txBody>
          <a:bodyPr/>
          <a:p>
            <a:r>
              <a:rPr lang="en-IN" altLang="en-US"/>
              <a:t>What is average annual income of the general store is ?</a:t>
            </a:r>
            <a:endParaRPr lang="en-IN" altLang="en-US"/>
          </a:p>
          <a:p>
            <a:r>
              <a:rPr lang="en-IN" altLang="en-US"/>
              <a:t>  a) 61</a:t>
            </a:r>
            <a:endParaRPr lang="en-IN" altLang="en-US"/>
          </a:p>
          <a:p>
            <a:r>
              <a:rPr lang="en-IN" altLang="en-US"/>
              <a:t>  b) 66</a:t>
            </a:r>
            <a:endParaRPr lang="en-IN" altLang="en-US"/>
          </a:p>
          <a:p>
            <a:r>
              <a:rPr lang="en-IN" altLang="en-US"/>
              <a:t>  c) 62</a:t>
            </a:r>
            <a:endParaRPr lang="en-IN" altLang="en-US"/>
          </a:p>
          <a:p>
            <a:r>
              <a:rPr lang="en-IN" altLang="en-US"/>
              <a:t>   d) 65</a:t>
            </a:r>
            <a:endParaRPr lang="en-IN" altLang="en-US"/>
          </a:p>
        </p:txBody>
      </p:sp>
      <p:graphicFrame>
        <p:nvGraphicFramePr>
          <p:cNvPr id="5" name="Content Placeholder 4"/>
          <p:cNvGraphicFramePr/>
          <p:nvPr>
            <p:ph sz="half" idx="2"/>
          </p:nvPr>
        </p:nvGraphicFramePr>
        <p:xfrm>
          <a:off x="6515944" y="2120900"/>
          <a:ext cx="4639736" cy="3748194"/>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IN" altLang="en-US"/>
              <a:t>There are a total number of --------- female employees working in the computer science and chemistry department together </a:t>
            </a:r>
            <a:endParaRPr lang="en-IN" altLang="en-US"/>
          </a:p>
          <a:p>
            <a:endParaRPr lang="en-IN" altLang="en-US"/>
          </a:p>
        </p:txBody>
      </p:sp>
      <p:graphicFrame>
        <p:nvGraphicFramePr>
          <p:cNvPr id="4" name="Table 3"/>
          <p:cNvGraphicFramePr/>
          <p:nvPr/>
        </p:nvGraphicFramePr>
        <p:xfrm>
          <a:off x="207010" y="2630170"/>
          <a:ext cx="8533765" cy="2545080"/>
        </p:xfrm>
        <a:graphic>
          <a:graphicData uri="http://schemas.openxmlformats.org/drawingml/2006/table">
            <a:tbl>
              <a:tblPr firstRow="1" bandRow="1">
                <a:tableStyleId>{5C22544A-7EE6-4342-B048-85BDC9FD1C3A}</a:tableStyleId>
              </a:tblPr>
              <a:tblGrid>
                <a:gridCol w="2132965"/>
                <a:gridCol w="2132965"/>
                <a:gridCol w="2132965"/>
                <a:gridCol w="2132965"/>
              </a:tblGrid>
              <a:tr h="640080">
                <a:tc>
                  <a:txBody>
                    <a:bodyPr/>
                    <a:p>
                      <a:pPr>
                        <a:buNone/>
                      </a:pPr>
                      <a:r>
                        <a:rPr lang="en-IN" altLang="en-US"/>
                        <a:t>Department</a:t>
                      </a:r>
                      <a:endParaRPr lang="en-IN" altLang="en-US"/>
                    </a:p>
                  </a:txBody>
                  <a:tcPr/>
                </a:tc>
                <a:tc>
                  <a:txBody>
                    <a:bodyPr/>
                    <a:p>
                      <a:pPr>
                        <a:buNone/>
                      </a:pPr>
                      <a:r>
                        <a:rPr lang="en-IN" altLang="en-US"/>
                        <a:t>number of zones </a:t>
                      </a:r>
                      <a:endParaRPr lang="en-IN" altLang="en-US"/>
                    </a:p>
                  </a:txBody>
                  <a:tcPr/>
                </a:tc>
                <a:tc>
                  <a:txBody>
                    <a:bodyPr/>
                    <a:p>
                      <a:pPr>
                        <a:buNone/>
                      </a:pPr>
                      <a:r>
                        <a:rPr lang="en-IN" altLang="en-US"/>
                        <a:t>Average number of employees per zone </a:t>
                      </a:r>
                      <a:endParaRPr lang="en-IN" altLang="en-US"/>
                    </a:p>
                  </a:txBody>
                  <a:tcPr/>
                </a:tc>
                <a:tc>
                  <a:txBody>
                    <a:bodyPr/>
                    <a:p>
                      <a:pPr>
                        <a:buNone/>
                      </a:pPr>
                      <a:r>
                        <a:rPr lang="en-IN" altLang="en-US"/>
                        <a:t>male : Female</a:t>
                      </a:r>
                      <a:endParaRPr lang="en-IN" altLang="en-US"/>
                    </a:p>
                  </a:txBody>
                  <a:tcPr/>
                </a:tc>
              </a:tr>
              <a:tr h="381000">
                <a:tc>
                  <a:txBody>
                    <a:bodyPr/>
                    <a:p>
                      <a:pPr>
                        <a:buNone/>
                      </a:pPr>
                      <a:r>
                        <a:rPr lang="en-IN" altLang="en-US"/>
                        <a:t>Computer Science</a:t>
                      </a:r>
                      <a:endParaRPr lang="en-IN" altLang="en-US"/>
                    </a:p>
                  </a:txBody>
                  <a:tcPr/>
                </a:tc>
                <a:tc>
                  <a:txBody>
                    <a:bodyPr/>
                    <a:p>
                      <a:pPr>
                        <a:buNone/>
                      </a:pPr>
                      <a:r>
                        <a:rPr lang="en-IN" altLang="en-US"/>
                        <a:t>45</a:t>
                      </a:r>
                      <a:endParaRPr lang="en-IN" altLang="en-US"/>
                    </a:p>
                  </a:txBody>
                  <a:tcPr/>
                </a:tc>
                <a:tc>
                  <a:txBody>
                    <a:bodyPr/>
                    <a:p>
                      <a:pPr>
                        <a:buNone/>
                      </a:pPr>
                      <a:r>
                        <a:rPr lang="en-IN" altLang="en-US"/>
                        <a:t>590</a:t>
                      </a:r>
                      <a:endParaRPr lang="en-IN" altLang="en-US"/>
                    </a:p>
                  </a:txBody>
                  <a:tcPr/>
                </a:tc>
                <a:tc>
                  <a:txBody>
                    <a:bodyPr/>
                    <a:p>
                      <a:pPr>
                        <a:buNone/>
                      </a:pPr>
                      <a:r>
                        <a:rPr lang="en-IN" altLang="en-US"/>
                        <a:t>4:1</a:t>
                      </a:r>
                      <a:endParaRPr lang="en-IN" altLang="en-US"/>
                    </a:p>
                  </a:txBody>
                  <a:tcPr/>
                </a:tc>
              </a:tr>
              <a:tr h="381000">
                <a:tc>
                  <a:txBody>
                    <a:bodyPr/>
                    <a:p>
                      <a:pPr>
                        <a:buNone/>
                      </a:pPr>
                      <a:r>
                        <a:rPr lang="en-IN" altLang="en-US"/>
                        <a:t>English</a:t>
                      </a:r>
                      <a:endParaRPr lang="en-IN" altLang="en-US"/>
                    </a:p>
                  </a:txBody>
                  <a:tcPr/>
                </a:tc>
                <a:tc>
                  <a:txBody>
                    <a:bodyPr/>
                    <a:p>
                      <a:pPr>
                        <a:buNone/>
                      </a:pPr>
                      <a:r>
                        <a:rPr lang="en-IN" altLang="en-US"/>
                        <a:t>30</a:t>
                      </a:r>
                      <a:endParaRPr lang="en-IN" altLang="en-US"/>
                    </a:p>
                  </a:txBody>
                  <a:tcPr/>
                </a:tc>
                <a:tc>
                  <a:txBody>
                    <a:bodyPr/>
                    <a:p>
                      <a:pPr>
                        <a:buNone/>
                      </a:pPr>
                      <a:r>
                        <a:rPr lang="en-IN" altLang="en-US"/>
                        <a:t>420</a:t>
                      </a:r>
                      <a:endParaRPr lang="en-IN" altLang="en-US"/>
                    </a:p>
                  </a:txBody>
                  <a:tcPr/>
                </a:tc>
                <a:tc>
                  <a:txBody>
                    <a:bodyPr/>
                    <a:p>
                      <a:pPr>
                        <a:buNone/>
                      </a:pPr>
                      <a:r>
                        <a:rPr lang="en-IN" altLang="en-US"/>
                        <a:t>1:2</a:t>
                      </a:r>
                      <a:endParaRPr lang="en-IN" altLang="en-US"/>
                    </a:p>
                  </a:txBody>
                  <a:tcPr/>
                </a:tc>
              </a:tr>
              <a:tr h="381000">
                <a:tc>
                  <a:txBody>
                    <a:bodyPr/>
                    <a:p>
                      <a:pPr>
                        <a:buNone/>
                      </a:pPr>
                      <a:r>
                        <a:rPr lang="en-IN" altLang="en-US"/>
                        <a:t>Physics</a:t>
                      </a:r>
                      <a:endParaRPr lang="en-IN" altLang="en-US"/>
                    </a:p>
                  </a:txBody>
                  <a:tcPr/>
                </a:tc>
                <a:tc>
                  <a:txBody>
                    <a:bodyPr/>
                    <a:p>
                      <a:pPr>
                        <a:buNone/>
                      </a:pPr>
                      <a:r>
                        <a:rPr lang="en-IN" altLang="en-US"/>
                        <a:t>20</a:t>
                      </a:r>
                      <a:endParaRPr lang="en-IN" altLang="en-US"/>
                    </a:p>
                  </a:txBody>
                  <a:tcPr/>
                </a:tc>
                <a:tc>
                  <a:txBody>
                    <a:bodyPr/>
                    <a:p>
                      <a:pPr>
                        <a:buNone/>
                      </a:pPr>
                      <a:r>
                        <a:rPr lang="en-IN" altLang="en-US"/>
                        <a:t>380</a:t>
                      </a:r>
                      <a:endParaRPr lang="en-IN" altLang="en-US"/>
                    </a:p>
                  </a:txBody>
                  <a:tcPr/>
                </a:tc>
                <a:tc>
                  <a:txBody>
                    <a:bodyPr/>
                    <a:p>
                      <a:pPr>
                        <a:buNone/>
                      </a:pPr>
                      <a:r>
                        <a:rPr lang="en-IN" altLang="en-US"/>
                        <a:t>4:3</a:t>
                      </a:r>
                      <a:endParaRPr lang="en-IN" altLang="en-US"/>
                    </a:p>
                  </a:txBody>
                  <a:tcPr/>
                </a:tc>
              </a:tr>
              <a:tr h="381000">
                <a:tc>
                  <a:txBody>
                    <a:bodyPr/>
                    <a:p>
                      <a:pPr>
                        <a:buNone/>
                      </a:pPr>
                      <a:r>
                        <a:rPr lang="en-IN" altLang="en-US"/>
                        <a:t>Chemistry</a:t>
                      </a:r>
                      <a:endParaRPr lang="en-IN" altLang="en-US"/>
                    </a:p>
                  </a:txBody>
                  <a:tcPr/>
                </a:tc>
                <a:tc>
                  <a:txBody>
                    <a:bodyPr/>
                    <a:p>
                      <a:pPr>
                        <a:buNone/>
                      </a:pPr>
                      <a:r>
                        <a:rPr lang="en-IN" altLang="en-US"/>
                        <a:t>50</a:t>
                      </a:r>
                      <a:endParaRPr lang="en-IN" altLang="en-US"/>
                    </a:p>
                  </a:txBody>
                  <a:tcPr/>
                </a:tc>
                <a:tc>
                  <a:txBody>
                    <a:bodyPr/>
                    <a:p>
                      <a:pPr>
                        <a:buNone/>
                      </a:pPr>
                      <a:r>
                        <a:rPr lang="en-IN" altLang="en-US"/>
                        <a:t>610</a:t>
                      </a:r>
                      <a:endParaRPr lang="en-IN" altLang="en-US"/>
                    </a:p>
                  </a:txBody>
                  <a:tcPr/>
                </a:tc>
                <a:tc>
                  <a:txBody>
                    <a:bodyPr/>
                    <a:p>
                      <a:pPr>
                        <a:buNone/>
                      </a:pPr>
                      <a:r>
                        <a:rPr lang="en-IN" altLang="en-US"/>
                        <a:t>3:2</a:t>
                      </a:r>
                      <a:endParaRPr lang="en-IN" altLang="en-US"/>
                    </a:p>
                  </a:txBody>
                  <a:tcPr/>
                </a:tc>
              </a:tr>
              <a:tr h="381000">
                <a:tc>
                  <a:txBody>
                    <a:bodyPr/>
                    <a:p>
                      <a:pPr>
                        <a:buNone/>
                      </a:pPr>
                      <a:r>
                        <a:rPr lang="en-IN" altLang="en-US"/>
                        <a:t>Mathematics</a:t>
                      </a:r>
                      <a:endParaRPr lang="en-IN" altLang="en-US"/>
                    </a:p>
                  </a:txBody>
                  <a:tcPr/>
                </a:tc>
                <a:tc>
                  <a:txBody>
                    <a:bodyPr/>
                    <a:p>
                      <a:pPr>
                        <a:buNone/>
                      </a:pPr>
                      <a:r>
                        <a:rPr lang="en-IN" altLang="en-US"/>
                        <a:t>15</a:t>
                      </a:r>
                      <a:endParaRPr lang="en-IN" altLang="en-US"/>
                    </a:p>
                  </a:txBody>
                  <a:tcPr/>
                </a:tc>
                <a:tc>
                  <a:txBody>
                    <a:bodyPr/>
                    <a:p>
                      <a:pPr>
                        <a:buNone/>
                      </a:pPr>
                      <a:r>
                        <a:rPr lang="en-IN" altLang="en-US"/>
                        <a:t>200</a:t>
                      </a:r>
                      <a:endParaRPr lang="en-IN" altLang="en-US"/>
                    </a:p>
                  </a:txBody>
                  <a:tcPr/>
                </a:tc>
                <a:tc>
                  <a:txBody>
                    <a:bodyPr/>
                    <a:p>
                      <a:pPr>
                        <a:buNone/>
                      </a:pPr>
                      <a:r>
                        <a:rPr lang="en-IN" altLang="en-US"/>
                        <a:t>3:7</a:t>
                      </a:r>
                      <a:endParaRPr lang="en-IN" altLang="en-US"/>
                    </a:p>
                  </a:txBody>
                  <a:tcPr/>
                </a:tc>
              </a:tr>
            </a:tbl>
          </a:graphicData>
        </a:graphic>
      </p:graphicFrame>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graphicFrame>
        <p:nvGraphicFramePr>
          <p:cNvPr id="4" name="Content Placeholder 3"/>
          <p:cNvGraphicFramePr/>
          <p:nvPr>
            <p:ph idx="1"/>
          </p:nvPr>
        </p:nvGraphicFramePr>
        <p:xfrm>
          <a:off x="0" y="3044190"/>
          <a:ext cx="11558905" cy="2830195"/>
        </p:xfrm>
        <a:graphic>
          <a:graphicData uri="http://schemas.openxmlformats.org/drawingml/2006/chart">
            <c:chart xmlns:c="http://schemas.openxmlformats.org/drawingml/2006/chart" xmlns:r="http://schemas.openxmlformats.org/officeDocument/2006/relationships" r:id="rId1"/>
          </a:graphicData>
        </a:graphic>
      </p:graphicFrame>
      <p:sp>
        <p:nvSpPr>
          <p:cNvPr id="5" name="Text Box 4"/>
          <p:cNvSpPr txBox="1"/>
          <p:nvPr/>
        </p:nvSpPr>
        <p:spPr>
          <a:xfrm>
            <a:off x="335280" y="2098040"/>
            <a:ext cx="9674860" cy="645160"/>
          </a:xfrm>
          <a:prstGeom prst="rect">
            <a:avLst/>
          </a:prstGeom>
          <a:noFill/>
        </p:spPr>
        <p:txBody>
          <a:bodyPr wrap="none" rtlCol="0">
            <a:spAutoFit/>
          </a:bodyPr>
          <a:p>
            <a:r>
              <a:rPr lang="en-IN" altLang="en-US"/>
              <a:t>For which of the following pairs of months is the total export from the four companies together equal?</a:t>
            </a:r>
            <a:endParaRPr lang="en-IN" altLang="en-US"/>
          </a:p>
          <a:p>
            <a:r>
              <a:rPr lang="en-IN" altLang="en-US"/>
              <a:t>a) JAN -FEB    b)  APRIL - JUNE c) FEB- MARCH  d) MARCH- APRIL  </a:t>
            </a:r>
            <a:endParaRPr lang="en-IN" alt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90000"/>
          </a:bodyPr>
          <a:p>
            <a:r>
              <a:rPr lang="en-US"/>
              <a:t>A set of 5 books A, B. C, D and E are placed in a book shelf facing North direction as foll</a:t>
            </a:r>
            <a:r>
              <a:rPr lang="en-IN" altLang="en-US"/>
              <a:t>OWS:</a:t>
            </a:r>
            <a:endParaRPr lang="en-US"/>
          </a:p>
          <a:p>
            <a:r>
              <a:rPr lang="en-US"/>
              <a:t>1. Book B is placed 20 cms to the right of Book D.</a:t>
            </a:r>
            <a:endParaRPr lang="en-US"/>
          </a:p>
          <a:p>
            <a:r>
              <a:rPr lang="en-US"/>
              <a:t>2. Book A is placed 30cms to the south of Book B.</a:t>
            </a:r>
            <a:endParaRPr lang="en-US"/>
          </a:p>
          <a:p>
            <a:r>
              <a:rPr lang="en-US"/>
              <a:t>3. Book C is placed 5cms to the west of Book D.</a:t>
            </a:r>
            <a:endParaRPr lang="en-US"/>
          </a:p>
          <a:p>
            <a:r>
              <a:rPr lang="en-US"/>
              <a:t>4. Book E is placed 45cms to the north of Book A.</a:t>
            </a:r>
            <a:endParaRPr lang="en-US"/>
          </a:p>
          <a:p>
            <a:r>
              <a:rPr lang="en-US"/>
              <a:t>Analyse the above given data and answer the following question.</a:t>
            </a:r>
            <a:endParaRPr lang="en-US"/>
          </a:p>
          <a:p>
            <a:r>
              <a:rPr lang="en-US"/>
              <a:t>"Which of these are valid deductions that can be made from the given data?"</a:t>
            </a:r>
            <a:endParaRPr lang="en-US"/>
          </a:p>
          <a:p>
            <a:r>
              <a:rPr lang="en-IN" altLang="en-US"/>
              <a:t>A) </a:t>
            </a:r>
            <a:r>
              <a:rPr lang="en-US"/>
              <a:t>Book C is placed closest to Book B</a:t>
            </a:r>
            <a:endParaRPr lang="en-US"/>
          </a:p>
          <a:p>
            <a:r>
              <a:rPr lang="en-IN" altLang="en-US"/>
              <a:t>B) </a:t>
            </a:r>
            <a:r>
              <a:rPr lang="en-US"/>
              <a:t>Book C is placed farthest to Book B</a:t>
            </a:r>
            <a:endParaRPr lang="en-US"/>
          </a:p>
          <a:p>
            <a:r>
              <a:rPr lang="en-IN" altLang="en-US"/>
              <a:t>C) </a:t>
            </a:r>
            <a:r>
              <a:rPr lang="en-US"/>
              <a:t>Book C is placed closest to Book E than Book D</a:t>
            </a:r>
            <a:endParaRPr lang="en-US"/>
          </a:p>
          <a:p>
            <a:r>
              <a:rPr lang="en-IN" altLang="en-US"/>
              <a:t>D) </a:t>
            </a:r>
            <a:r>
              <a:rPr lang="en-US"/>
              <a:t>Book C is placed closest to Book B than Book D</a:t>
            </a:r>
            <a:endParaRPr lang="en-US"/>
          </a:p>
          <a:p>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lnSpcReduction="10000"/>
          </a:bodyPr>
          <a:p>
            <a:r>
              <a:rPr lang="en-IN" altLang="en-US"/>
              <a:t>Statement:</a:t>
            </a:r>
            <a:endParaRPr lang="en-IN" altLang="en-US"/>
          </a:p>
          <a:p>
            <a:r>
              <a:rPr lang="en-IN" altLang="en-US"/>
              <a:t>31+33=36</a:t>
            </a:r>
            <a:endParaRPr lang="en-IN" altLang="en-US"/>
          </a:p>
          <a:p>
            <a:r>
              <a:rPr lang="en-IN" altLang="en-US"/>
              <a:t>20+18=4</a:t>
            </a:r>
            <a:endParaRPr lang="en-IN" altLang="en-US"/>
          </a:p>
          <a:p>
            <a:r>
              <a:rPr lang="en-IN" altLang="en-US"/>
              <a:t>12+21=0</a:t>
            </a:r>
            <a:endParaRPr lang="en-IN" altLang="en-US"/>
          </a:p>
          <a:p>
            <a:r>
              <a:rPr lang="en-IN" altLang="en-US"/>
              <a:t>Conclusion:</a:t>
            </a:r>
            <a:endParaRPr lang="en-IN" altLang="en-US"/>
          </a:p>
          <a:p>
            <a:r>
              <a:rPr lang="en-IN" altLang="en-US"/>
              <a:t>1) 14+13=121</a:t>
            </a:r>
            <a:endParaRPr lang="en-IN" altLang="en-US"/>
          </a:p>
          <a:p>
            <a:r>
              <a:rPr lang="en-IN" altLang="en-US"/>
              <a:t>2) 14-13=121</a:t>
            </a:r>
            <a:endParaRPr lang="en-IN" altLang="en-US"/>
          </a:p>
          <a:p>
            <a:r>
              <a:rPr lang="en-IN" altLang="en-US"/>
              <a:t>a) only 2 follows</a:t>
            </a:r>
            <a:endParaRPr lang="en-IN" altLang="en-US"/>
          </a:p>
          <a:p>
            <a:r>
              <a:rPr lang="en-IN" altLang="en-US"/>
              <a:t>b) both 1 and 2 follows</a:t>
            </a:r>
            <a:endParaRPr lang="en-IN" altLang="en-US"/>
          </a:p>
          <a:p>
            <a:r>
              <a:rPr lang="en-IN" altLang="en-US"/>
              <a:t>c)only 1 follows</a:t>
            </a:r>
            <a:endParaRPr lang="en-IN" altLang="en-US"/>
          </a:p>
          <a:p>
            <a:r>
              <a:rPr lang="en-IN" altLang="en-US"/>
              <a:t>d) neither 1 nor 2 follows</a:t>
            </a:r>
            <a:endParaRPr lang="en-IN" alt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IN" altLang="en-US"/>
              <a:t>41,39,34,32,27,?</a:t>
            </a:r>
            <a:endParaRPr lang="en-IN" altLang="en-US"/>
          </a:p>
          <a:p>
            <a:r>
              <a:rPr lang="en-IN" altLang="en-US"/>
              <a:t>a) 22</a:t>
            </a:r>
            <a:endParaRPr lang="en-IN" altLang="en-US"/>
          </a:p>
          <a:p>
            <a:r>
              <a:rPr lang="en-IN" altLang="en-US"/>
              <a:t>b) 15</a:t>
            </a:r>
            <a:endParaRPr lang="en-IN" altLang="en-US"/>
          </a:p>
          <a:p>
            <a:r>
              <a:rPr lang="en-IN" altLang="en-US"/>
              <a:t>c) 21</a:t>
            </a:r>
            <a:endParaRPr lang="en-IN" altLang="en-US"/>
          </a:p>
          <a:p>
            <a:r>
              <a:rPr lang="en-IN" altLang="en-US"/>
              <a:t>d) 25</a:t>
            </a:r>
            <a:endParaRPr lang="en-IN" alt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IN" altLang="en-US"/>
              <a:t>F3, ?, D9, C12,B15</a:t>
            </a:r>
            <a:endParaRPr lang="en-IN" altLang="en-US"/>
          </a:p>
          <a:p>
            <a:r>
              <a:rPr lang="en-IN" altLang="en-US"/>
              <a:t>a) E5</a:t>
            </a:r>
            <a:endParaRPr lang="en-IN" altLang="en-US"/>
          </a:p>
          <a:p>
            <a:r>
              <a:rPr lang="en-IN" altLang="en-US"/>
              <a:t>b) G6</a:t>
            </a:r>
            <a:endParaRPr lang="en-IN" altLang="en-US"/>
          </a:p>
          <a:p>
            <a:r>
              <a:rPr lang="en-IN" altLang="en-US"/>
              <a:t>c) A3</a:t>
            </a:r>
            <a:endParaRPr lang="en-IN" altLang="en-US"/>
          </a:p>
          <a:p>
            <a:r>
              <a:rPr lang="en-IN" altLang="en-US"/>
              <a:t>d) E6</a:t>
            </a:r>
            <a:endParaRPr lang="en-IN" alt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IN" altLang="en-US"/>
              <a:t>500, 490, 510 , 500, 520, 510,?</a:t>
            </a:r>
            <a:endParaRPr lang="en-IN" altLang="en-US"/>
          </a:p>
          <a:p>
            <a:r>
              <a:rPr lang="en-IN" altLang="en-US"/>
              <a:t>a) 530</a:t>
            </a:r>
            <a:endParaRPr lang="en-IN" altLang="en-US"/>
          </a:p>
          <a:p>
            <a:r>
              <a:rPr lang="en-IN" altLang="en-US"/>
              <a:t>b) 500</a:t>
            </a:r>
            <a:endParaRPr lang="en-IN" altLang="en-US"/>
          </a:p>
          <a:p>
            <a:r>
              <a:rPr lang="en-IN" altLang="en-US"/>
              <a:t>c) 480</a:t>
            </a:r>
            <a:endParaRPr lang="en-IN" altLang="en-US"/>
          </a:p>
          <a:p>
            <a:r>
              <a:rPr lang="en-IN" altLang="en-US"/>
              <a:t>d) 520</a:t>
            </a:r>
            <a:endParaRPr lang="en-IN" alt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IN" altLang="en-US"/>
              <a:t>Two lawn mowers, M and W get paid a total of Rs.1000 every month for moving peoples’s lawn. M gets paid 60% of thr total money W .What is the amount paid to W every month for moving the lawn?</a:t>
            </a:r>
            <a:endParaRPr lang="en-IN" altLang="en-US"/>
          </a:p>
          <a:p>
            <a:r>
              <a:rPr lang="en-IN" altLang="en-US"/>
              <a:t>a) Rs. 700</a:t>
            </a:r>
            <a:endParaRPr lang="en-IN" altLang="en-US"/>
          </a:p>
          <a:p>
            <a:r>
              <a:rPr lang="en-IN" altLang="en-US"/>
              <a:t>b) Rs. 600</a:t>
            </a:r>
            <a:endParaRPr lang="en-IN" altLang="en-US"/>
          </a:p>
          <a:p>
            <a:r>
              <a:rPr lang="en-IN" altLang="en-US"/>
              <a:t>c) Rs. 625</a:t>
            </a:r>
            <a:endParaRPr lang="en-IN" altLang="en-US"/>
          </a:p>
          <a:p>
            <a:r>
              <a:rPr lang="en-IN" altLang="en-US"/>
              <a:t>d) Rs. 525</a:t>
            </a:r>
            <a:endParaRPr lang="en-IN" alt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IN" altLang="en-US"/>
              <a:t>51,54,59,66,75, ?</a:t>
            </a:r>
            <a:endParaRPr lang="en-IN" altLang="en-US"/>
          </a:p>
          <a:p>
            <a:r>
              <a:rPr lang="en-IN" altLang="en-US"/>
              <a:t>a) 88</a:t>
            </a:r>
            <a:endParaRPr lang="en-IN" altLang="en-US"/>
          </a:p>
          <a:p>
            <a:r>
              <a:rPr lang="en-IN" altLang="en-US"/>
              <a:t>b) 85</a:t>
            </a:r>
            <a:endParaRPr lang="en-IN" altLang="en-US"/>
          </a:p>
          <a:p>
            <a:r>
              <a:rPr lang="en-IN" altLang="en-US"/>
              <a:t>c) 81</a:t>
            </a:r>
            <a:endParaRPr lang="en-IN" altLang="en-US"/>
          </a:p>
          <a:p>
            <a:r>
              <a:rPr lang="en-IN" altLang="en-US"/>
              <a:t>d) 84</a:t>
            </a:r>
            <a:endParaRPr lang="en-IN" alt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IN" altLang="en-US"/>
              <a:t>Assume that the code for 8775 = IHHF and  23789=CDHIJ then what is the code for 9776534 =</a:t>
            </a:r>
            <a:endParaRPr lang="en-IN" altLang="en-US"/>
          </a:p>
          <a:p>
            <a:r>
              <a:rPr lang="en-IN" altLang="en-US"/>
              <a:t>a)  JHHGFDE</a:t>
            </a:r>
            <a:endParaRPr lang="en-IN" altLang="en-US"/>
          </a:p>
          <a:p>
            <a:r>
              <a:rPr lang="en-IN" altLang="en-US"/>
              <a:t>B) KLLMGEY</a:t>
            </a:r>
            <a:endParaRPr lang="en-IN" altLang="en-US"/>
          </a:p>
          <a:p>
            <a:r>
              <a:rPr lang="en-IN" altLang="en-US"/>
              <a:t>C)AYYKGDL</a:t>
            </a:r>
            <a:endParaRPr lang="en-IN" altLang="en-US"/>
          </a:p>
          <a:p>
            <a:r>
              <a:rPr lang="en-IN" altLang="en-US"/>
              <a:t>D) GJJFWBD </a:t>
            </a:r>
            <a:endParaRPr lang="en-IN" alt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IN" altLang="en-US"/>
              <a:t>1) Jim is the brother of mary </a:t>
            </a:r>
            <a:endParaRPr lang="en-IN" altLang="en-US"/>
          </a:p>
          <a:p>
            <a:r>
              <a:rPr lang="en-IN" altLang="en-US"/>
              <a:t>2) Mary is the daughter of Alex</a:t>
            </a:r>
            <a:endParaRPr lang="en-IN" altLang="en-US"/>
          </a:p>
          <a:p>
            <a:r>
              <a:rPr lang="en-IN" altLang="en-US"/>
              <a:t>c3) Alex is the husband of joe</a:t>
            </a:r>
            <a:endParaRPr lang="en-IN" altLang="en-US"/>
          </a:p>
          <a:p>
            <a:r>
              <a:rPr lang="en-IN" altLang="en-US"/>
              <a:t>then joe is the -------- of jim</a:t>
            </a:r>
            <a:endParaRPr lang="en-IN" altLang="en-US"/>
          </a:p>
          <a:p>
            <a:r>
              <a:rPr lang="en-IN" altLang="en-US"/>
              <a:t>a) Mother </a:t>
            </a:r>
            <a:endParaRPr lang="en-IN" altLang="en-US"/>
          </a:p>
          <a:p>
            <a:r>
              <a:rPr lang="en-IN" altLang="en-US"/>
              <a:t>b) Grandmother</a:t>
            </a:r>
            <a:endParaRPr lang="en-IN" altLang="en-US"/>
          </a:p>
          <a:p>
            <a:r>
              <a:rPr lang="en-IN" altLang="en-US"/>
              <a:t>c) Aunt</a:t>
            </a:r>
            <a:endParaRPr lang="en-IN" altLang="en-US"/>
          </a:p>
          <a:p>
            <a:r>
              <a:rPr lang="en-IN" altLang="en-US"/>
              <a:t>d) Daughter</a:t>
            </a:r>
            <a:endParaRPr lang="en-IN" alt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IN" altLang="en-US"/>
              <a:t>Ram gave 30% of his salary to narmada and narmata gave 35% of that amount to krishna ,If krishna got 2100.What is the salary of ram?</a:t>
            </a:r>
            <a:endParaRPr lang="en-IN" altLang="en-US"/>
          </a:p>
          <a:p>
            <a:r>
              <a:rPr lang="en-IN" altLang="en-US"/>
              <a:t>a) 30000</a:t>
            </a:r>
            <a:endParaRPr lang="en-IN" altLang="en-US"/>
          </a:p>
          <a:p>
            <a:r>
              <a:rPr lang="en-IN" altLang="en-US"/>
              <a:t>b) 20000</a:t>
            </a:r>
            <a:endParaRPr lang="en-IN" altLang="en-US"/>
          </a:p>
          <a:p>
            <a:r>
              <a:rPr lang="en-IN" altLang="en-US"/>
              <a:t>c) 40000</a:t>
            </a:r>
            <a:endParaRPr lang="en-IN" altLang="en-US"/>
          </a:p>
          <a:p>
            <a:r>
              <a:rPr lang="en-IN" altLang="en-US"/>
              <a:t>d) 35000</a:t>
            </a:r>
            <a:endParaRPr lang="en-IN" alt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IN" altLang="en-US"/>
              <a:t>Bhuvan and carry invested in a buisness in the share of 2:3:5 for 1 year , six month and 4 month respectively. Final profit share of Ashish , Bhuvan, Carry will be------</a:t>
            </a:r>
            <a:endParaRPr lang="en-IN" altLang="en-US"/>
          </a:p>
          <a:p>
            <a:r>
              <a:rPr lang="en-IN" altLang="en-US"/>
              <a:t>a) 5:3:2</a:t>
            </a:r>
            <a:endParaRPr lang="en-IN" altLang="en-US"/>
          </a:p>
          <a:p>
            <a:r>
              <a:rPr lang="en-IN" altLang="en-US"/>
              <a:t>b) 2:3:5</a:t>
            </a:r>
            <a:endParaRPr lang="en-IN" altLang="en-US"/>
          </a:p>
          <a:p>
            <a:r>
              <a:rPr lang="en-IN" altLang="en-US"/>
              <a:t>c) 12:9:10</a:t>
            </a:r>
            <a:endParaRPr lang="en-IN" altLang="en-US"/>
          </a:p>
          <a:p>
            <a:r>
              <a:rPr lang="en-IN" altLang="en-US"/>
              <a:t>d) 1:18: 20</a:t>
            </a:r>
            <a:endParaRPr lang="en-IN" alt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IN" altLang="en-US"/>
              <a:t>Some people are sitting in a row.Ranjan is at the 21st place from the left and Dravid is at the 35th position from the right. if they interchange the position Ranjan becomes 14th  from the left. How many people are in the row ?</a:t>
            </a:r>
            <a:endParaRPr lang="en-IN" altLang="en-US"/>
          </a:p>
          <a:p>
            <a:r>
              <a:rPr lang="en-IN" altLang="en-US"/>
              <a:t>a) 48</a:t>
            </a:r>
            <a:endParaRPr lang="en-IN" altLang="en-US"/>
          </a:p>
          <a:p>
            <a:r>
              <a:rPr lang="en-IN" altLang="en-US"/>
              <a:t>b) 49</a:t>
            </a:r>
            <a:endParaRPr lang="en-IN" altLang="en-US"/>
          </a:p>
          <a:p>
            <a:r>
              <a:rPr lang="en-IN" altLang="en-US"/>
              <a:t>c) 50</a:t>
            </a:r>
            <a:endParaRPr lang="en-IN" altLang="en-US"/>
          </a:p>
          <a:p>
            <a:r>
              <a:rPr lang="en-IN" altLang="en-US"/>
              <a:t>d) 47</a:t>
            </a:r>
            <a:endParaRPr lang="en-IN" alt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IN" altLang="en-US"/>
              <a:t>If 15th January 2001 was sunday then 31st january 2003 was on </a:t>
            </a:r>
            <a:endParaRPr lang="en-IN" altLang="en-US"/>
          </a:p>
          <a:p>
            <a:r>
              <a:rPr lang="en-IN" altLang="en-US"/>
              <a:t>a) monday</a:t>
            </a:r>
            <a:endParaRPr lang="en-IN" altLang="en-US"/>
          </a:p>
          <a:p>
            <a:r>
              <a:rPr lang="en-IN" altLang="en-US"/>
              <a:t>b) thursday</a:t>
            </a:r>
            <a:endParaRPr lang="en-IN" altLang="en-US"/>
          </a:p>
          <a:p>
            <a:r>
              <a:rPr lang="en-IN" altLang="en-US"/>
              <a:t>c) Friday</a:t>
            </a:r>
            <a:endParaRPr lang="en-IN" altLang="en-US"/>
          </a:p>
          <a:p>
            <a:r>
              <a:rPr lang="en-IN" altLang="en-US"/>
              <a:t>d) Tuesday</a:t>
            </a:r>
            <a:endParaRPr lang="en-IN" alt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IN" altLang="en-US"/>
              <a:t>Find the number of ways in which the letters of the word “ TAURUS” be arranged using all the letters.</a:t>
            </a:r>
            <a:endParaRPr lang="en-IN" altLang="en-US"/>
          </a:p>
          <a:p>
            <a:r>
              <a:rPr lang="en-IN" altLang="en-US"/>
              <a:t>a) 60</a:t>
            </a:r>
            <a:endParaRPr lang="en-IN" altLang="en-US"/>
          </a:p>
          <a:p>
            <a:r>
              <a:rPr lang="en-IN" altLang="en-US"/>
              <a:t>b) 120</a:t>
            </a:r>
            <a:endParaRPr lang="en-IN" altLang="en-US"/>
          </a:p>
          <a:p>
            <a:r>
              <a:rPr lang="en-IN" altLang="en-US"/>
              <a:t>c) 720</a:t>
            </a:r>
            <a:endParaRPr lang="en-IN" altLang="en-US"/>
          </a:p>
          <a:p>
            <a:r>
              <a:rPr lang="en-IN" altLang="en-US"/>
              <a:t>d) 360</a:t>
            </a:r>
            <a:endParaRPr lang="en-IN" alt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IN" altLang="en-US"/>
              <a:t>If A is substitude by 6 , B by 4, C by 2, D by 6 ,E by 4 ,  F by  2 and so on ,then what will be the sum of values of the letters of the word CASH ?</a:t>
            </a:r>
            <a:endParaRPr lang="en-IN" altLang="en-US"/>
          </a:p>
          <a:p>
            <a:r>
              <a:rPr lang="en-IN" altLang="en-US"/>
              <a:t>a) 20</a:t>
            </a:r>
            <a:endParaRPr lang="en-IN" altLang="en-US"/>
          </a:p>
          <a:p>
            <a:r>
              <a:rPr lang="en-IN" altLang="en-US"/>
              <a:t>b) 16</a:t>
            </a:r>
            <a:endParaRPr lang="en-IN" altLang="en-US"/>
          </a:p>
          <a:p>
            <a:r>
              <a:rPr lang="en-IN" altLang="en-US"/>
              <a:t>c) 18</a:t>
            </a:r>
            <a:endParaRPr lang="en-IN" altLang="en-US"/>
          </a:p>
          <a:p>
            <a:r>
              <a:rPr lang="en-IN" altLang="en-US"/>
              <a:t>d) 22</a:t>
            </a:r>
            <a:endParaRPr lang="en-IN" alt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IN" altLang="en-US"/>
              <a:t>In what time can the outlet pipe is empty the tank?</a:t>
            </a:r>
            <a:endParaRPr lang="en-IN" altLang="en-US"/>
          </a:p>
          <a:p>
            <a:r>
              <a:rPr lang="en-IN" altLang="en-US"/>
              <a:t>s1: Two inlet pipe can fill the tank in 10 hr and 12 hr respectively</a:t>
            </a:r>
            <a:endParaRPr lang="en-IN" altLang="en-US"/>
          </a:p>
          <a:p>
            <a:r>
              <a:rPr lang="en-IN" altLang="en-US"/>
              <a:t>s2: If all pipes are open together then the tank can be filled in 30  hours.</a:t>
            </a:r>
            <a:endParaRPr lang="en-IN" altLang="en-US"/>
          </a:p>
          <a:p>
            <a:r>
              <a:rPr lang="en-US" dirty="0">
                <a:sym typeface="+mn-ea"/>
              </a:rPr>
              <a:t>(</a:t>
            </a:r>
            <a:r>
              <a:rPr lang="en-US" dirty="0" smtClean="0">
                <a:sym typeface="+mn-ea"/>
              </a:rPr>
              <a:t>a) if </a:t>
            </a:r>
            <a:r>
              <a:rPr lang="en-US" dirty="0">
                <a:sym typeface="+mn-ea"/>
              </a:rPr>
              <a:t>statement (I) alone is sufficient, but statement (II) alone is not sufficient to answer the question;</a:t>
            </a:r>
            <a:br>
              <a:rPr lang="en-IN" dirty="0">
                <a:sym typeface="+mn-ea"/>
              </a:rPr>
            </a:br>
            <a:r>
              <a:rPr lang="en-US" dirty="0">
                <a:sym typeface="+mn-ea"/>
              </a:rPr>
              <a:t>(</a:t>
            </a:r>
            <a:r>
              <a:rPr lang="en-US" dirty="0" smtClean="0">
                <a:sym typeface="+mn-ea"/>
              </a:rPr>
              <a:t>b) if </a:t>
            </a:r>
            <a:r>
              <a:rPr lang="en-US" dirty="0">
                <a:sym typeface="+mn-ea"/>
              </a:rPr>
              <a:t>statement (II) alone is sufficient, but statement (I) alone is not sufficient to answer the question;</a:t>
            </a:r>
            <a:br>
              <a:rPr lang="en-IN" dirty="0">
                <a:sym typeface="+mn-ea"/>
              </a:rPr>
            </a:br>
            <a:r>
              <a:rPr lang="en-US" dirty="0">
                <a:sym typeface="+mn-ea"/>
              </a:rPr>
              <a:t>(</a:t>
            </a:r>
            <a:r>
              <a:rPr lang="en-US" dirty="0" smtClean="0">
                <a:sym typeface="+mn-ea"/>
              </a:rPr>
              <a:t>c) if </a:t>
            </a:r>
            <a:r>
              <a:rPr lang="en-US" dirty="0">
                <a:sym typeface="+mn-ea"/>
              </a:rPr>
              <a:t>statement (I) and (II) together are sufficient to answer the question but neither statement alone is sufficient;</a:t>
            </a:r>
            <a:br>
              <a:rPr lang="en-IN" dirty="0">
                <a:sym typeface="+mn-ea"/>
              </a:rPr>
            </a:br>
            <a:r>
              <a:rPr lang="en-US" dirty="0">
                <a:sym typeface="+mn-ea"/>
              </a:rPr>
              <a:t>(</a:t>
            </a:r>
            <a:r>
              <a:rPr lang="en-US" dirty="0" smtClean="0">
                <a:sym typeface="+mn-ea"/>
              </a:rPr>
              <a:t>d) if </a:t>
            </a:r>
            <a:r>
              <a:rPr lang="en-US" dirty="0">
                <a:sym typeface="+mn-ea"/>
              </a:rPr>
              <a:t>each statement alone is sufficient to answer the question;</a:t>
            </a:r>
            <a:br>
              <a:rPr lang="en-IN" dirty="0">
                <a:sym typeface="+mn-ea"/>
              </a:rPr>
            </a:br>
            <a:r>
              <a:rPr lang="en-US" dirty="0">
                <a:sym typeface="+mn-ea"/>
              </a:rPr>
              <a:t>(</a:t>
            </a:r>
            <a:r>
              <a:rPr lang="en-US" dirty="0" smtClean="0">
                <a:sym typeface="+mn-ea"/>
              </a:rPr>
              <a:t>e) if </a:t>
            </a:r>
            <a:r>
              <a:rPr lang="en-US" dirty="0">
                <a:sym typeface="+mn-ea"/>
              </a:rPr>
              <a:t>both statements (I) and (II) together are not sufficient to answer the question and additional data specific to the problem is needed.</a:t>
            </a:r>
            <a:br>
              <a:rPr lang="en-IN" dirty="0">
                <a:sym typeface="+mn-ea"/>
              </a:rPr>
            </a:br>
            <a:endParaRPr lang="en-IN"/>
          </a:p>
          <a:p>
            <a:endParaRPr lang="en-IN" alt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r>
              <a:rPr lang="en-IN" altLang="en-US"/>
              <a:t>Total number of accidents in 5 years = 500000 what was the difference between accidents of male and female?</a:t>
            </a:r>
            <a:endParaRPr lang="en-IN" altLang="en-US"/>
          </a:p>
          <a:p>
            <a:endParaRPr lang="en-IN" altLang="en-US"/>
          </a:p>
        </p:txBody>
      </p:sp>
      <p:sp>
        <p:nvSpPr>
          <p:cNvPr id="5" name="Title 4"/>
          <p:cNvSpPr>
            <a:spLocks noGrp="1"/>
          </p:cNvSpPr>
          <p:nvPr>
            <p:ph type="title"/>
          </p:nvPr>
        </p:nvSpPr>
        <p:spPr/>
        <p:txBody>
          <a:bodyPr/>
          <a:p>
            <a:endParaRPr lang="en-US"/>
          </a:p>
        </p:txBody>
      </p:sp>
      <p:graphicFrame>
        <p:nvGraphicFramePr>
          <p:cNvPr id="4" name="Picture Placeholder 3"/>
          <p:cNvGraphicFramePr/>
          <p:nvPr>
            <p:ph type="pic" sz="quarter" idx="13"/>
          </p:nvPr>
        </p:nvGraphicFramePr>
        <p:xfrm>
          <a:off x="0" y="0"/>
          <a:ext cx="4654296" cy="5864225"/>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smtClean="0"/>
          </a:p>
          <a:p>
            <a:endParaRPr lang="en-IN" dirty="0"/>
          </a:p>
          <a:p>
            <a:endParaRPr lang="en-IN" dirty="0" smtClean="0"/>
          </a:p>
          <a:p>
            <a:endParaRPr lang="en-IN" dirty="0"/>
          </a:p>
          <a:p>
            <a:r>
              <a:rPr lang="en-IN" dirty="0" smtClean="0"/>
              <a:t>                                                                                       </a:t>
            </a:r>
            <a:r>
              <a:rPr lang="en-IN" sz="3600" dirty="0" smtClean="0"/>
              <a:t>THANK YOU</a:t>
            </a:r>
            <a:endParaRPr lang="en-IN" sz="3600" dirty="0"/>
          </a:p>
        </p:txBody>
      </p:sp>
    </p:spTree>
  </p:cSld>
  <p:clrMapOvr>
    <a:masterClrMapping/>
  </p:clrMapOvr>
</p:sld>
</file>

<file path=ppt/theme/theme1.xml><?xml version="1.0" encoding="utf-8"?>
<a:theme xmlns:a="http://schemas.openxmlformats.org/drawingml/2006/main" name="Q spider">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Classic company all hands presentation</Template>
  <TotalTime>0</TotalTime>
  <Words>20261</Words>
  <Application>WPS Presentation</Application>
  <PresentationFormat>Widescreen</PresentationFormat>
  <Paragraphs>1241</Paragraphs>
  <Slides>105</Slides>
  <Notes>1</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105</vt:i4>
      </vt:variant>
    </vt:vector>
  </HeadingPairs>
  <TitlesOfParts>
    <vt:vector size="115" baseType="lpstr">
      <vt:lpstr>Arial</vt:lpstr>
      <vt:lpstr>SimSun</vt:lpstr>
      <vt:lpstr>Wingdings</vt:lpstr>
      <vt:lpstr>Cambria</vt:lpstr>
      <vt:lpstr>Calibri</vt:lpstr>
      <vt:lpstr>Calibri Light</vt:lpstr>
      <vt:lpstr>Microsoft YaHei</vt:lpstr>
      <vt:lpstr>Arial Unicode MS</vt:lpstr>
      <vt:lpstr>Q spider</vt:lpstr>
      <vt:lpstr>Custom Design</vt:lpstr>
      <vt:lpstr>Infosys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a</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vignesh</cp:lastModifiedBy>
  <cp:revision>8</cp:revision>
  <dcterms:created xsi:type="dcterms:W3CDTF">2022-04-07T04:00:00Z</dcterms:created>
  <dcterms:modified xsi:type="dcterms:W3CDTF">2022-06-13T07:29:13Z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936B4BDBF0ED448D847F011F68F39AD2</vt:lpwstr>
  </property>
  <property fmtid="{D5CDD505-2E9C-101B-9397-08002B2CF9AE}" pid="4" name="KSOProductBuildVer">
    <vt:lpwstr>1033-11.2.0.11156</vt:lpwstr>
  </property>
</Properties>
</file>