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b/k011jfOWtGTjDDkpDOfnKU8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5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5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5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7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7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8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8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8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8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9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9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9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1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1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4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4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4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4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4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6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6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6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8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9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9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3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1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2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2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4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PERCENTAGE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1. Decimal value of  43% 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0.43 (b) 0.73  (c) 0.83 (d) 0.93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2. What is 5% of Rs 200?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Rs.0.25 (b) Rs.25 (c) Rs.50 (d) Rs. 10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3.The number 20% more than 80 is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36 (b) 30 (c) 90  (d) 96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4.There are 5 oranges in a basket of 25 fruits. The percentage of  oranges is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5% (B) 25% (C) 10% (D) 20%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5.A batsman scored 120 runs which included 6 boundaries and 7 sixes. What per cent of his total score did he make by running between the wickets?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64% (B) 46% (C) 54% (D) 45%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6.15% of the total number of biscuits In a bottle Is 30. The total  number of biscuits Is 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100 (B) 200 (C) 150 (D) 300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7.A fruit seller had some apples. He sells 35% apples and still has 390 apples. Originally he had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600 (B) 540 . (C) 650 (D) 580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8. At an election there were two candidates. A candidates got 38% vote and lost by 7200 number of votes. The total number of valid votes were: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13000 (b) 13800 (c) 16200 (d) 30000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9.Arun spends 35% of his monthly salary on food, 15% on house rent, 10% on medical expense and 20% on miscellaneous expenditure. If still manages to save Rs.2500, then his annual salary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Rs.125000 (B) Rs.150000 (C) Rs.200000 (D) Rs.175000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10. In an election between two candidates, one got-65% of the total valid votes, 20% of the votes were invalid. If the total number of votes was 6500, the number of valid votes that the other candidate got, was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lphaLcParenBoth"/>
            </a:pPr>
            <a:r>
              <a:rPr lang="en-US"/>
              <a:t>1820 (b) 1840 (c) 1824 (d) 1844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11.  In an office 40% of the staff is female, 40% of the female and 60% of the male voted for me. The percentage of votes I got was: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24% (b) 42% (c) 50% (d) 52%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12.Of the 1000 people of a town 60% are males of whom 20% are literate. If all the peoples 25% are literate then what percent of the females of the town are literate?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22.5% (b) 27.5 % (c) 32.5 % (d) 37.5 %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13.A exceeds B by 40%, B is less than C by 20%, then A:C is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(a)60:40 (b) 75:25 (c) 28:25 (d) 30:25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14.If A exceeds B by 60% and B is less than C by 20%, then A : C is: 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 (a)32:25 (b)8:5 (c)4:5 (d) 25:32            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 txBox="1"/>
          <p:nvPr>
            <p:ph idx="1" type="body"/>
          </p:nvPr>
        </p:nvSpPr>
        <p:spPr>
          <a:xfrm>
            <a:off x="34838" y="17373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15. A ’s salary is 40% of B’s salary and B ’s salary is 25% of C’s salary.   A’s salary is what percent of C’s salary?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15% (b) 10% (c)50% (d) 20%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16.Two numbers are less than a third number by 30% and 37% respectively. How much per cent is the second number less than the first?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10%  (b) 15% (c) 20% (d) 25% 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17. If Shamira earns 25% less than Karthiga, how much percent does Karthiga earn more than Shamira?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(a) 23   (b) 33 1/3 (c) 22(d) 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18. A ’s salary is 25% more than B's salary. By what per cent is B salary less than A ’s salary?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25% (b) 24% (c) 22.5% (d) 20 %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19.Rosina's salary increased by 40% and  decreased by 40% then how much percent she loss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(a) 16%’ (b) 20% (c) 80% (d) 25%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20.Passing marks in an examination is 36%. If a student gets 72 marks and fails by 18 marks, then the maximum marks in the examination are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100 .(b) 200 (c) 250  (d) 400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21.In an examination, a student must get 36%marks to pass. A students who gets 190 marks failed by 35 marks. The total marks in that examination is: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450 (b) 500 (c) 625 (d) 810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22.A candidate who scores 30% fail by 5 marks, while another candidate who scores 40% marks get 10 marks more than the minimum passing mark . Then Find pass mark?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23.In an examination ,a student who gets 20% of  the maximum  marks fails by 5 marks. Another student who scores 30% of the maximum marks gets 20 marks more than the pass marks. The necessary percentage required for passing is?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(a) 32% (b) 23% (c) 22% (d) 20%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5255CC8FF37C443CB602C401452C0C5F</vt:lpwstr>
  </property>
  <property fmtid="{D5CDD505-2E9C-101B-9397-08002B2CF9AE}" pid="4" name="KSOProductBuildVer">
    <vt:lpwstr>1033-11.2.0.11156</vt:lpwstr>
  </property>
</Properties>
</file>